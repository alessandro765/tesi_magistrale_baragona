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 id="2147483671" r:id="rId3"/>
    <p:sldMasterId id="2147483680" r:id="rId4"/>
  </p:sldMasterIdLst>
  <p:notesMasterIdLst>
    <p:notesMasterId r:id="rId24"/>
  </p:notesMasterIdLst>
  <p:sldIdLst>
    <p:sldId id="256" r:id="rId5"/>
    <p:sldId id="344" r:id="rId6"/>
    <p:sldId id="345" r:id="rId7"/>
    <p:sldId id="365" r:id="rId8"/>
    <p:sldId id="346" r:id="rId9"/>
    <p:sldId id="366" r:id="rId10"/>
    <p:sldId id="347" r:id="rId11"/>
    <p:sldId id="349" r:id="rId12"/>
    <p:sldId id="350" r:id="rId13"/>
    <p:sldId id="353" r:id="rId14"/>
    <p:sldId id="355" r:id="rId15"/>
    <p:sldId id="357" r:id="rId16"/>
    <p:sldId id="358" r:id="rId17"/>
    <p:sldId id="359" r:id="rId18"/>
    <p:sldId id="360" r:id="rId19"/>
    <p:sldId id="361" r:id="rId20"/>
    <p:sldId id="362" r:id="rId21"/>
    <p:sldId id="363" r:id="rId22"/>
    <p:sldId id="364"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D0449210-8C93-4E4E-8D8D-F3F0A5EA812C}">
          <p14:sldIdLst>
            <p14:sldId id="256"/>
            <p14:sldId id="344"/>
            <p14:sldId id="345"/>
            <p14:sldId id="365"/>
            <p14:sldId id="346"/>
            <p14:sldId id="366"/>
            <p14:sldId id="347"/>
            <p14:sldId id="349"/>
            <p14:sldId id="350"/>
            <p14:sldId id="353"/>
            <p14:sldId id="355"/>
            <p14:sldId id="357"/>
          </p14:sldIdLst>
        </p14:section>
        <p14:section name="Approfondimenti" id="{0EF634B9-21BE-48D6-9B33-B2408E4CAE9B}">
          <p14:sldIdLst>
            <p14:sldId id="358"/>
            <p14:sldId id="359"/>
            <p14:sldId id="360"/>
            <p14:sldId id="361"/>
            <p14:sldId id="362"/>
            <p14:sldId id="363"/>
            <p14:sldId id="3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9C12"/>
    <a:srgbClr val="2980B9"/>
    <a:srgbClr val="C02F35"/>
    <a:srgbClr val="41B176"/>
    <a:srgbClr val="9BBB59"/>
    <a:srgbClr val="9BBB31"/>
    <a:srgbClr val="FF7639"/>
    <a:srgbClr val="000000"/>
    <a:srgbClr val="FFDDDD"/>
    <a:srgbClr val="B8CF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710FF2-B19A-4BF8-A99F-17BE0174AB4A}" v="222" dt="2025-11-06T18:28:50.267"/>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07" autoAdjust="0"/>
    <p:restoredTop sz="94061" autoAdjust="0"/>
  </p:normalViewPr>
  <p:slideViewPr>
    <p:cSldViewPr snapToGrid="0">
      <p:cViewPr>
        <p:scale>
          <a:sx n="70" d="100"/>
          <a:sy n="70" d="100"/>
        </p:scale>
        <p:origin x="436" y="14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IELLO ELISA (DTO)" userId="4cb96d05-68a9-4553-a6b6-60dc223aafd6" providerId="ADAL" clId="{80F9E497-B634-4202-AE06-609A088369CA}"/>
    <pc:docChg chg="undo redo custSel addSld delSld modSld sldOrd modSection">
      <pc:chgData name="MATTIELLO ELISA (DTO)" userId="4cb96d05-68a9-4553-a6b6-60dc223aafd6" providerId="ADAL" clId="{80F9E497-B634-4202-AE06-609A088369CA}" dt="2025-10-28T11:25:31.883" v="4236"/>
      <pc:docMkLst>
        <pc:docMk/>
      </pc:docMkLst>
      <pc:sldChg chg="addSp delSp modSp mod modAnim">
        <pc:chgData name="MATTIELLO ELISA (DTO)" userId="4cb96d05-68a9-4553-a6b6-60dc223aafd6" providerId="ADAL" clId="{80F9E497-B634-4202-AE06-609A088369CA}" dt="2025-10-28T08:28:52.947" v="104"/>
        <pc:sldMkLst>
          <pc:docMk/>
          <pc:sldMk cId="1001400912" sldId="259"/>
        </pc:sldMkLst>
      </pc:sldChg>
      <pc:sldChg chg="del">
        <pc:chgData name="MATTIELLO ELISA (DTO)" userId="4cb96d05-68a9-4553-a6b6-60dc223aafd6" providerId="ADAL" clId="{80F9E497-B634-4202-AE06-609A088369CA}" dt="2025-10-28T10:56:19.159" v="3535" actId="47"/>
        <pc:sldMkLst>
          <pc:docMk/>
          <pc:sldMk cId="662895924" sldId="268"/>
        </pc:sldMkLst>
      </pc:sldChg>
      <pc:sldChg chg="del">
        <pc:chgData name="MATTIELLO ELISA (DTO)" userId="4cb96d05-68a9-4553-a6b6-60dc223aafd6" providerId="ADAL" clId="{80F9E497-B634-4202-AE06-609A088369CA}" dt="2025-10-28T10:52:45.769" v="3455" actId="47"/>
        <pc:sldMkLst>
          <pc:docMk/>
          <pc:sldMk cId="1624257830" sldId="269"/>
        </pc:sldMkLst>
      </pc:sldChg>
      <pc:sldChg chg="del">
        <pc:chgData name="MATTIELLO ELISA (DTO)" userId="4cb96d05-68a9-4553-a6b6-60dc223aafd6" providerId="ADAL" clId="{80F9E497-B634-4202-AE06-609A088369CA}" dt="2025-10-28T11:00:28.736" v="3644" actId="47"/>
        <pc:sldMkLst>
          <pc:docMk/>
          <pc:sldMk cId="2474962138" sldId="270"/>
        </pc:sldMkLst>
      </pc:sldChg>
      <pc:sldChg chg="del">
        <pc:chgData name="MATTIELLO ELISA (DTO)" userId="4cb96d05-68a9-4553-a6b6-60dc223aafd6" providerId="ADAL" clId="{80F9E497-B634-4202-AE06-609A088369CA}" dt="2025-10-28T11:07:15.432" v="3758" actId="47"/>
        <pc:sldMkLst>
          <pc:docMk/>
          <pc:sldMk cId="2576129698" sldId="272"/>
        </pc:sldMkLst>
      </pc:sldChg>
      <pc:sldChg chg="del">
        <pc:chgData name="MATTIELLO ELISA (DTO)" userId="4cb96d05-68a9-4553-a6b6-60dc223aafd6" providerId="ADAL" clId="{80F9E497-B634-4202-AE06-609A088369CA}" dt="2025-10-28T11:11:12.465" v="3930" actId="47"/>
        <pc:sldMkLst>
          <pc:docMk/>
          <pc:sldMk cId="3019130818" sldId="273"/>
        </pc:sldMkLst>
      </pc:sldChg>
      <pc:sldChg chg="del">
        <pc:chgData name="MATTIELLO ELISA (DTO)" userId="4cb96d05-68a9-4553-a6b6-60dc223aafd6" providerId="ADAL" clId="{80F9E497-B634-4202-AE06-609A088369CA}" dt="2025-10-28T11:13:12.763" v="3997" actId="47"/>
        <pc:sldMkLst>
          <pc:docMk/>
          <pc:sldMk cId="4137151702" sldId="274"/>
        </pc:sldMkLst>
      </pc:sldChg>
      <pc:sldChg chg="del">
        <pc:chgData name="MATTIELLO ELISA (DTO)" userId="4cb96d05-68a9-4553-a6b6-60dc223aafd6" providerId="ADAL" clId="{80F9E497-B634-4202-AE06-609A088369CA}" dt="2025-10-28T11:18:46.865" v="4114" actId="47"/>
        <pc:sldMkLst>
          <pc:docMk/>
          <pc:sldMk cId="3647210800" sldId="276"/>
        </pc:sldMkLst>
      </pc:sldChg>
      <pc:sldChg chg="del">
        <pc:chgData name="MATTIELLO ELISA (DTO)" userId="4cb96d05-68a9-4553-a6b6-60dc223aafd6" providerId="ADAL" clId="{80F9E497-B634-4202-AE06-609A088369CA}" dt="2025-10-28T11:21:40.111" v="4206" actId="47"/>
        <pc:sldMkLst>
          <pc:docMk/>
          <pc:sldMk cId="318684613" sldId="277"/>
        </pc:sldMkLst>
      </pc:sldChg>
      <pc:sldChg chg="del">
        <pc:chgData name="MATTIELLO ELISA (DTO)" userId="4cb96d05-68a9-4553-a6b6-60dc223aafd6" providerId="ADAL" clId="{80F9E497-B634-4202-AE06-609A088369CA}" dt="2025-10-28T11:23:13.239" v="4231" actId="47"/>
        <pc:sldMkLst>
          <pc:docMk/>
          <pc:sldMk cId="3108006845" sldId="278"/>
        </pc:sldMkLst>
      </pc:sldChg>
      <pc:sldChg chg="del">
        <pc:chgData name="MATTIELLO ELISA (DTO)" userId="4cb96d05-68a9-4553-a6b6-60dc223aafd6" providerId="ADAL" clId="{80F9E497-B634-4202-AE06-609A088369CA}" dt="2025-10-28T11:18:20.877" v="4108" actId="47"/>
        <pc:sldMkLst>
          <pc:docMk/>
          <pc:sldMk cId="1743684659" sldId="279"/>
        </pc:sldMkLst>
      </pc:sldChg>
      <pc:sldChg chg="addSp delSp modSp add mod modNotesTx">
        <pc:chgData name="MATTIELLO ELISA (DTO)" userId="4cb96d05-68a9-4553-a6b6-60dc223aafd6" providerId="ADAL" clId="{80F9E497-B634-4202-AE06-609A088369CA}" dt="2025-10-28T11:18:18.170" v="4107" actId="1036"/>
        <pc:sldMkLst>
          <pc:docMk/>
          <pc:sldMk cId="417488564" sldId="342"/>
        </pc:sldMkLst>
      </pc:sldChg>
      <pc:sldChg chg="addSp modSp modAnim">
        <pc:chgData name="MATTIELLO ELISA (DTO)" userId="4cb96d05-68a9-4553-a6b6-60dc223aafd6" providerId="ADAL" clId="{80F9E497-B634-4202-AE06-609A088369CA}" dt="2025-10-28T08:37:57.920" v="225"/>
        <pc:sldMkLst>
          <pc:docMk/>
          <pc:sldMk cId="3636288419" sldId="346"/>
        </pc:sldMkLst>
        <pc:spChg chg="mod">
          <ac:chgData name="MATTIELLO ELISA (DTO)" userId="4cb96d05-68a9-4553-a6b6-60dc223aafd6" providerId="ADAL" clId="{80F9E497-B634-4202-AE06-609A088369CA}" dt="2025-10-28T08:31:36.375" v="109" actId="164"/>
          <ac:spMkLst>
            <pc:docMk/>
            <pc:sldMk cId="3636288419" sldId="346"/>
            <ac:spMk id="22" creationId="{80734C5F-9B7C-4229-9611-3D1F0A3635D3}"/>
          </ac:spMkLst>
        </pc:spChg>
        <pc:spChg chg="mod">
          <ac:chgData name="MATTIELLO ELISA (DTO)" userId="4cb96d05-68a9-4553-a6b6-60dc223aafd6" providerId="ADAL" clId="{80F9E497-B634-4202-AE06-609A088369CA}" dt="2025-10-28T08:31:46.567" v="110" actId="164"/>
          <ac:spMkLst>
            <pc:docMk/>
            <pc:sldMk cId="3636288419" sldId="346"/>
            <ac:spMk id="23" creationId="{7DAC5D06-EE69-37DF-2CA1-57E15CD640C0}"/>
          </ac:spMkLst>
        </pc:spChg>
        <pc:spChg chg="mod">
          <ac:chgData name="MATTIELLO ELISA (DTO)" userId="4cb96d05-68a9-4553-a6b6-60dc223aafd6" providerId="ADAL" clId="{80F9E497-B634-4202-AE06-609A088369CA}" dt="2025-10-28T08:31:36.375" v="109" actId="164"/>
          <ac:spMkLst>
            <pc:docMk/>
            <pc:sldMk cId="3636288419" sldId="346"/>
            <ac:spMk id="24" creationId="{A72A94B4-0973-2CF5-C875-EF59B2562F98}"/>
          </ac:spMkLst>
        </pc:spChg>
        <pc:spChg chg="mod">
          <ac:chgData name="MATTIELLO ELISA (DTO)" userId="4cb96d05-68a9-4553-a6b6-60dc223aafd6" providerId="ADAL" clId="{80F9E497-B634-4202-AE06-609A088369CA}" dt="2025-10-28T08:31:46.567" v="110" actId="164"/>
          <ac:spMkLst>
            <pc:docMk/>
            <pc:sldMk cId="3636288419" sldId="346"/>
            <ac:spMk id="25" creationId="{30C4F10D-4E86-0B0B-FBF9-BD8FA97CDDCC}"/>
          </ac:spMkLst>
        </pc:spChg>
        <pc:spChg chg="mod">
          <ac:chgData name="MATTIELLO ELISA (DTO)" userId="4cb96d05-68a9-4553-a6b6-60dc223aafd6" providerId="ADAL" clId="{80F9E497-B634-4202-AE06-609A088369CA}" dt="2025-10-28T08:31:46.567" v="110" actId="164"/>
          <ac:spMkLst>
            <pc:docMk/>
            <pc:sldMk cId="3636288419" sldId="346"/>
            <ac:spMk id="28" creationId="{3C8AB1D4-C465-D9F4-FB7E-563C2E192FF1}"/>
          </ac:spMkLst>
        </pc:spChg>
        <pc:spChg chg="mod">
          <ac:chgData name="MATTIELLO ELISA (DTO)" userId="4cb96d05-68a9-4553-a6b6-60dc223aafd6" providerId="ADAL" clId="{80F9E497-B634-4202-AE06-609A088369CA}" dt="2025-10-28T08:31:36.375" v="109" actId="164"/>
          <ac:spMkLst>
            <pc:docMk/>
            <pc:sldMk cId="3636288419" sldId="346"/>
            <ac:spMk id="29" creationId="{CC4F6B73-8634-D52D-8DF9-057B7A707E04}"/>
          </ac:spMkLst>
        </pc:spChg>
        <pc:spChg chg="mod">
          <ac:chgData name="MATTIELLO ELISA (DTO)" userId="4cb96d05-68a9-4553-a6b6-60dc223aafd6" providerId="ADAL" clId="{80F9E497-B634-4202-AE06-609A088369CA}" dt="2025-10-28T08:36:36.840" v="204" actId="164"/>
          <ac:spMkLst>
            <pc:docMk/>
            <pc:sldMk cId="3636288419" sldId="346"/>
            <ac:spMk id="30" creationId="{D42A820F-84AB-98DC-0980-B8036E8830DC}"/>
          </ac:spMkLst>
        </pc:spChg>
        <pc:spChg chg="mod">
          <ac:chgData name="MATTIELLO ELISA (DTO)" userId="4cb96d05-68a9-4553-a6b6-60dc223aafd6" providerId="ADAL" clId="{80F9E497-B634-4202-AE06-609A088369CA}" dt="2025-10-28T08:36:41.011" v="205" actId="164"/>
          <ac:spMkLst>
            <pc:docMk/>
            <pc:sldMk cId="3636288419" sldId="346"/>
            <ac:spMk id="31" creationId="{32B8E2E8-CD9A-6C50-A990-8362A90DDCA0}"/>
          </ac:spMkLst>
        </pc:spChg>
        <pc:spChg chg="mod">
          <ac:chgData name="MATTIELLO ELISA (DTO)" userId="4cb96d05-68a9-4553-a6b6-60dc223aafd6" providerId="ADAL" clId="{80F9E497-B634-4202-AE06-609A088369CA}" dt="2025-10-28T08:36:41.011" v="205" actId="164"/>
          <ac:spMkLst>
            <pc:docMk/>
            <pc:sldMk cId="3636288419" sldId="346"/>
            <ac:spMk id="32" creationId="{04A34137-3007-20C0-588D-78F9602F7083}"/>
          </ac:spMkLst>
        </pc:spChg>
        <pc:spChg chg="mod">
          <ac:chgData name="MATTIELLO ELISA (DTO)" userId="4cb96d05-68a9-4553-a6b6-60dc223aafd6" providerId="ADAL" clId="{80F9E497-B634-4202-AE06-609A088369CA}" dt="2025-10-28T08:36:36.840" v="204" actId="164"/>
          <ac:spMkLst>
            <pc:docMk/>
            <pc:sldMk cId="3636288419" sldId="346"/>
            <ac:spMk id="33" creationId="{85A8981C-0370-A29B-32C1-795DF7B9302C}"/>
          </ac:spMkLst>
        </pc:spChg>
        <pc:spChg chg="mod">
          <ac:chgData name="MATTIELLO ELISA (DTO)" userId="4cb96d05-68a9-4553-a6b6-60dc223aafd6" providerId="ADAL" clId="{80F9E497-B634-4202-AE06-609A088369CA}" dt="2025-10-28T08:31:36.375" v="109" actId="164"/>
          <ac:spMkLst>
            <pc:docMk/>
            <pc:sldMk cId="3636288419" sldId="346"/>
            <ac:spMk id="40" creationId="{C1FA9BC7-7AEE-E596-AA92-1200D2BB36FF}"/>
          </ac:spMkLst>
        </pc:spChg>
        <pc:grpChg chg="add mod">
          <ac:chgData name="MATTIELLO ELISA (DTO)" userId="4cb96d05-68a9-4553-a6b6-60dc223aafd6" providerId="ADAL" clId="{80F9E497-B634-4202-AE06-609A088369CA}" dt="2025-10-28T08:31:36.375" v="109" actId="164"/>
          <ac:grpSpMkLst>
            <pc:docMk/>
            <pc:sldMk cId="3636288419" sldId="346"/>
            <ac:grpSpMk id="2" creationId="{099FF131-FDC2-1E98-B248-1362AA833E20}"/>
          </ac:grpSpMkLst>
        </pc:grpChg>
        <pc:grpChg chg="add mod">
          <ac:chgData name="MATTIELLO ELISA (DTO)" userId="4cb96d05-68a9-4553-a6b6-60dc223aafd6" providerId="ADAL" clId="{80F9E497-B634-4202-AE06-609A088369CA}" dt="2025-10-28T08:31:46.567" v="110" actId="164"/>
          <ac:grpSpMkLst>
            <pc:docMk/>
            <pc:sldMk cId="3636288419" sldId="346"/>
            <ac:grpSpMk id="3" creationId="{64F944B4-CD3F-F2A7-D913-55920A12B212}"/>
          </ac:grpSpMkLst>
        </pc:grpChg>
        <pc:grpChg chg="add mod">
          <ac:chgData name="MATTIELLO ELISA (DTO)" userId="4cb96d05-68a9-4553-a6b6-60dc223aafd6" providerId="ADAL" clId="{80F9E497-B634-4202-AE06-609A088369CA}" dt="2025-10-28T08:36:36.840" v="204" actId="164"/>
          <ac:grpSpMkLst>
            <pc:docMk/>
            <pc:sldMk cId="3636288419" sldId="346"/>
            <ac:grpSpMk id="4" creationId="{70FA2455-A20D-02A2-5B5C-AC14FE8B4526}"/>
          </ac:grpSpMkLst>
        </pc:grpChg>
        <pc:grpChg chg="add mod">
          <ac:chgData name="MATTIELLO ELISA (DTO)" userId="4cb96d05-68a9-4553-a6b6-60dc223aafd6" providerId="ADAL" clId="{80F9E497-B634-4202-AE06-609A088369CA}" dt="2025-10-28T08:36:41.011" v="205" actId="164"/>
          <ac:grpSpMkLst>
            <pc:docMk/>
            <pc:sldMk cId="3636288419" sldId="346"/>
            <ac:grpSpMk id="5" creationId="{896FD9AF-E923-88D2-DA75-07AA1B3B3DC8}"/>
          </ac:grpSpMkLst>
        </pc:grpChg>
        <pc:grpChg chg="mod">
          <ac:chgData name="MATTIELLO ELISA (DTO)" userId="4cb96d05-68a9-4553-a6b6-60dc223aafd6" providerId="ADAL" clId="{80F9E497-B634-4202-AE06-609A088369CA}" dt="2025-10-28T08:31:46.567" v="110" actId="164"/>
          <ac:grpSpMkLst>
            <pc:docMk/>
            <pc:sldMk cId="3636288419" sldId="346"/>
            <ac:grpSpMk id="34" creationId="{16E381E5-BC2F-CAFB-7CD3-43D264364CF2}"/>
          </ac:grpSpMkLst>
        </pc:grpChg>
      </pc:sldChg>
      <pc:sldChg chg="addSp modSp modAnim">
        <pc:chgData name="MATTIELLO ELISA (DTO)" userId="4cb96d05-68a9-4553-a6b6-60dc223aafd6" providerId="ADAL" clId="{80F9E497-B634-4202-AE06-609A088369CA}" dt="2025-10-28T09:50:48.381" v="2191"/>
        <pc:sldMkLst>
          <pc:docMk/>
          <pc:sldMk cId="1048227043" sldId="347"/>
        </pc:sldMkLst>
        <pc:spChg chg="mod">
          <ac:chgData name="MATTIELLO ELISA (DTO)" userId="4cb96d05-68a9-4553-a6b6-60dc223aafd6" providerId="ADAL" clId="{80F9E497-B634-4202-AE06-609A088369CA}" dt="2025-10-28T09:46:03.244" v="2102" actId="164"/>
          <ac:spMkLst>
            <pc:docMk/>
            <pc:sldMk cId="1048227043" sldId="347"/>
            <ac:spMk id="20" creationId="{60DDB291-BA1B-A768-D709-B5AD464F1171}"/>
          </ac:spMkLst>
        </pc:spChg>
        <pc:spChg chg="mod">
          <ac:chgData name="MATTIELLO ELISA (DTO)" userId="4cb96d05-68a9-4553-a6b6-60dc223aafd6" providerId="ADAL" clId="{80F9E497-B634-4202-AE06-609A088369CA}" dt="2025-10-28T09:45:58.333" v="2101" actId="164"/>
          <ac:spMkLst>
            <pc:docMk/>
            <pc:sldMk cId="1048227043" sldId="347"/>
            <ac:spMk id="21" creationId="{940D1E5D-44E9-E35F-8631-9134338683FB}"/>
          </ac:spMkLst>
        </pc:spChg>
        <pc:spChg chg="mod">
          <ac:chgData name="MATTIELLO ELISA (DTO)" userId="4cb96d05-68a9-4553-a6b6-60dc223aafd6" providerId="ADAL" clId="{80F9E497-B634-4202-AE06-609A088369CA}" dt="2025-10-28T09:45:53.652" v="2100" actId="164"/>
          <ac:spMkLst>
            <pc:docMk/>
            <pc:sldMk cId="1048227043" sldId="347"/>
            <ac:spMk id="22" creationId="{4B57F954-2B11-F208-2975-0569B45346F1}"/>
          </ac:spMkLst>
        </pc:spChg>
        <pc:spChg chg="mod">
          <ac:chgData name="MATTIELLO ELISA (DTO)" userId="4cb96d05-68a9-4553-a6b6-60dc223aafd6" providerId="ADAL" clId="{80F9E497-B634-4202-AE06-609A088369CA}" dt="2025-10-28T09:47:33.900" v="2132" actId="164"/>
          <ac:spMkLst>
            <pc:docMk/>
            <pc:sldMk cId="1048227043" sldId="347"/>
            <ac:spMk id="24" creationId="{3BEEBBA4-9885-9F8E-2E8C-E31C682D9706}"/>
          </ac:spMkLst>
        </pc:spChg>
        <pc:spChg chg="mod">
          <ac:chgData name="MATTIELLO ELISA (DTO)" userId="4cb96d05-68a9-4553-a6b6-60dc223aafd6" providerId="ADAL" clId="{80F9E497-B634-4202-AE06-609A088369CA}" dt="2025-10-28T09:47:46.424" v="2134" actId="164"/>
          <ac:spMkLst>
            <pc:docMk/>
            <pc:sldMk cId="1048227043" sldId="347"/>
            <ac:spMk id="25" creationId="{990AECA3-8958-E0D6-C025-5B007400C342}"/>
          </ac:spMkLst>
        </pc:spChg>
        <pc:spChg chg="mod">
          <ac:chgData name="MATTIELLO ELISA (DTO)" userId="4cb96d05-68a9-4553-a6b6-60dc223aafd6" providerId="ADAL" clId="{80F9E497-B634-4202-AE06-609A088369CA}" dt="2025-10-28T09:47:38.140" v="2133" actId="164"/>
          <ac:spMkLst>
            <pc:docMk/>
            <pc:sldMk cId="1048227043" sldId="347"/>
            <ac:spMk id="26" creationId="{E6131F1A-F3F5-0CB4-D580-31875106856C}"/>
          </ac:spMkLst>
        </pc:spChg>
        <pc:spChg chg="mod">
          <ac:chgData name="MATTIELLO ELISA (DTO)" userId="4cb96d05-68a9-4553-a6b6-60dc223aafd6" providerId="ADAL" clId="{80F9E497-B634-4202-AE06-609A088369CA}" dt="2025-10-28T09:47:33.900" v="2132" actId="164"/>
          <ac:spMkLst>
            <pc:docMk/>
            <pc:sldMk cId="1048227043" sldId="347"/>
            <ac:spMk id="27" creationId="{625D9E4C-DBD2-8F28-238C-416ACDBEBBB3}"/>
          </ac:spMkLst>
        </pc:spChg>
        <pc:spChg chg="mod">
          <ac:chgData name="MATTIELLO ELISA (DTO)" userId="4cb96d05-68a9-4553-a6b6-60dc223aafd6" providerId="ADAL" clId="{80F9E497-B634-4202-AE06-609A088369CA}" dt="2025-10-28T09:47:46.424" v="2134" actId="164"/>
          <ac:spMkLst>
            <pc:docMk/>
            <pc:sldMk cId="1048227043" sldId="347"/>
            <ac:spMk id="28" creationId="{2C3F50A7-DE78-C433-8083-24E43E816501}"/>
          </ac:spMkLst>
        </pc:spChg>
        <pc:spChg chg="mod">
          <ac:chgData name="MATTIELLO ELISA (DTO)" userId="4cb96d05-68a9-4553-a6b6-60dc223aafd6" providerId="ADAL" clId="{80F9E497-B634-4202-AE06-609A088369CA}" dt="2025-10-28T09:47:38.140" v="2133" actId="164"/>
          <ac:spMkLst>
            <pc:docMk/>
            <pc:sldMk cId="1048227043" sldId="347"/>
            <ac:spMk id="29" creationId="{8419097B-52D4-F216-84A5-550F33C0597C}"/>
          </ac:spMkLst>
        </pc:spChg>
        <pc:grpChg chg="add mod">
          <ac:chgData name="MATTIELLO ELISA (DTO)" userId="4cb96d05-68a9-4553-a6b6-60dc223aafd6" providerId="ADAL" clId="{80F9E497-B634-4202-AE06-609A088369CA}" dt="2025-10-28T09:45:53.652" v="2100" actId="164"/>
          <ac:grpSpMkLst>
            <pc:docMk/>
            <pc:sldMk cId="1048227043" sldId="347"/>
            <ac:grpSpMk id="2" creationId="{A63C9CB4-C44F-A1AA-0F76-EEA77B45134D}"/>
          </ac:grpSpMkLst>
        </pc:grpChg>
        <pc:grpChg chg="add mod">
          <ac:chgData name="MATTIELLO ELISA (DTO)" userId="4cb96d05-68a9-4553-a6b6-60dc223aafd6" providerId="ADAL" clId="{80F9E497-B634-4202-AE06-609A088369CA}" dt="2025-10-28T09:45:58.333" v="2101" actId="164"/>
          <ac:grpSpMkLst>
            <pc:docMk/>
            <pc:sldMk cId="1048227043" sldId="347"/>
            <ac:grpSpMk id="3" creationId="{B84A089B-852A-7211-934A-8A051AE334EB}"/>
          </ac:grpSpMkLst>
        </pc:grpChg>
        <pc:grpChg chg="add mod">
          <ac:chgData name="MATTIELLO ELISA (DTO)" userId="4cb96d05-68a9-4553-a6b6-60dc223aafd6" providerId="ADAL" clId="{80F9E497-B634-4202-AE06-609A088369CA}" dt="2025-10-28T09:46:03.244" v="2102" actId="164"/>
          <ac:grpSpMkLst>
            <pc:docMk/>
            <pc:sldMk cId="1048227043" sldId="347"/>
            <ac:grpSpMk id="4" creationId="{8066E2E9-F650-6BC4-3801-3C0A8B7EB474}"/>
          </ac:grpSpMkLst>
        </pc:grpChg>
        <pc:grpChg chg="add mod">
          <ac:chgData name="MATTIELLO ELISA (DTO)" userId="4cb96d05-68a9-4553-a6b6-60dc223aafd6" providerId="ADAL" clId="{80F9E497-B634-4202-AE06-609A088369CA}" dt="2025-10-28T09:47:33.900" v="2132" actId="164"/>
          <ac:grpSpMkLst>
            <pc:docMk/>
            <pc:sldMk cId="1048227043" sldId="347"/>
            <ac:grpSpMk id="5" creationId="{B8DD5B2D-1AD9-5371-C2F7-AEC698C8D2F9}"/>
          </ac:grpSpMkLst>
        </pc:grpChg>
        <pc:grpChg chg="add mod">
          <ac:chgData name="MATTIELLO ELISA (DTO)" userId="4cb96d05-68a9-4553-a6b6-60dc223aafd6" providerId="ADAL" clId="{80F9E497-B634-4202-AE06-609A088369CA}" dt="2025-10-28T09:47:38.140" v="2133" actId="164"/>
          <ac:grpSpMkLst>
            <pc:docMk/>
            <pc:sldMk cId="1048227043" sldId="347"/>
            <ac:grpSpMk id="9" creationId="{DBDB361C-862E-3712-8CC5-E3B4CC5127A6}"/>
          </ac:grpSpMkLst>
        </pc:grpChg>
        <pc:grpChg chg="add mod">
          <ac:chgData name="MATTIELLO ELISA (DTO)" userId="4cb96d05-68a9-4553-a6b6-60dc223aafd6" providerId="ADAL" clId="{80F9E497-B634-4202-AE06-609A088369CA}" dt="2025-10-28T09:47:46.424" v="2134" actId="164"/>
          <ac:grpSpMkLst>
            <pc:docMk/>
            <pc:sldMk cId="1048227043" sldId="347"/>
            <ac:grpSpMk id="11" creationId="{E1328989-2496-8F57-364E-AFCECCF8F30B}"/>
          </ac:grpSpMkLst>
        </pc:grpChg>
        <pc:picChg chg="mod">
          <ac:chgData name="MATTIELLO ELISA (DTO)" userId="4cb96d05-68a9-4553-a6b6-60dc223aafd6" providerId="ADAL" clId="{80F9E497-B634-4202-AE06-609A088369CA}" dt="2025-10-28T09:46:03.244" v="2102" actId="164"/>
          <ac:picMkLst>
            <pc:docMk/>
            <pc:sldMk cId="1048227043" sldId="347"/>
            <ac:picMk id="14" creationId="{C9B989D6-7A1A-F2EA-596F-4E23D263865E}"/>
          </ac:picMkLst>
        </pc:picChg>
        <pc:picChg chg="mod">
          <ac:chgData name="MATTIELLO ELISA (DTO)" userId="4cb96d05-68a9-4553-a6b6-60dc223aafd6" providerId="ADAL" clId="{80F9E497-B634-4202-AE06-609A088369CA}" dt="2025-10-28T09:45:58.333" v="2101" actId="164"/>
          <ac:picMkLst>
            <pc:docMk/>
            <pc:sldMk cId="1048227043" sldId="347"/>
            <ac:picMk id="16" creationId="{4828F12A-9019-4A04-B67D-7E4F822A6055}"/>
          </ac:picMkLst>
        </pc:picChg>
        <pc:picChg chg="mod">
          <ac:chgData name="MATTIELLO ELISA (DTO)" userId="4cb96d05-68a9-4553-a6b6-60dc223aafd6" providerId="ADAL" clId="{80F9E497-B634-4202-AE06-609A088369CA}" dt="2025-10-28T09:45:53.652" v="2100" actId="164"/>
          <ac:picMkLst>
            <pc:docMk/>
            <pc:sldMk cId="1048227043" sldId="347"/>
            <ac:picMk id="18" creationId="{CA6FF224-1EE6-E9D0-500C-949790757D90}"/>
          </ac:picMkLst>
        </pc:picChg>
      </pc:sldChg>
      <pc:sldChg chg="addSp delSp modSp mod modAnim">
        <pc:chgData name="MATTIELLO ELISA (DTO)" userId="4cb96d05-68a9-4553-a6b6-60dc223aafd6" providerId="ADAL" clId="{80F9E497-B634-4202-AE06-609A088369CA}" dt="2025-10-28T09:45:04.072" v="2082"/>
        <pc:sldMkLst>
          <pc:docMk/>
          <pc:sldMk cId="1257221392" sldId="348"/>
        </pc:sldMkLst>
      </pc:sldChg>
      <pc:sldChg chg="addSp modSp modAnim">
        <pc:chgData name="MATTIELLO ELISA (DTO)" userId="4cb96d05-68a9-4553-a6b6-60dc223aafd6" providerId="ADAL" clId="{80F9E497-B634-4202-AE06-609A088369CA}" dt="2025-10-28T09:52:24.477" v="2223"/>
        <pc:sldMkLst>
          <pc:docMk/>
          <pc:sldMk cId="2043611728" sldId="349"/>
        </pc:sldMkLst>
        <pc:spChg chg="mod">
          <ac:chgData name="MATTIELLO ELISA (DTO)" userId="4cb96d05-68a9-4553-a6b6-60dc223aafd6" providerId="ADAL" clId="{80F9E497-B634-4202-AE06-609A088369CA}" dt="2025-10-28T09:51:35.450" v="2194" actId="164"/>
          <ac:spMkLst>
            <pc:docMk/>
            <pc:sldMk cId="2043611728" sldId="349"/>
            <ac:spMk id="15" creationId="{BB2F174A-6544-FD11-4AFF-7B6CB8FB0CEE}"/>
          </ac:spMkLst>
        </pc:spChg>
        <pc:grpChg chg="add mod">
          <ac:chgData name="MATTIELLO ELISA (DTO)" userId="4cb96d05-68a9-4553-a6b6-60dc223aafd6" providerId="ADAL" clId="{80F9E497-B634-4202-AE06-609A088369CA}" dt="2025-10-28T09:51:35.450" v="2194" actId="164"/>
          <ac:grpSpMkLst>
            <pc:docMk/>
            <pc:sldMk cId="2043611728" sldId="349"/>
            <ac:grpSpMk id="2" creationId="{22AC2902-CEDF-04F8-6263-7F6CED39C8F4}"/>
          </ac:grpSpMkLst>
        </pc:grpChg>
        <pc:picChg chg="mod">
          <ac:chgData name="MATTIELLO ELISA (DTO)" userId="4cb96d05-68a9-4553-a6b6-60dc223aafd6" providerId="ADAL" clId="{80F9E497-B634-4202-AE06-609A088369CA}" dt="2025-10-28T09:51:35.450" v="2194" actId="164"/>
          <ac:picMkLst>
            <pc:docMk/>
            <pc:sldMk cId="2043611728" sldId="349"/>
            <ac:picMk id="11" creationId="{94B377A2-C79E-8BD1-1DAB-F498082B5F7A}"/>
          </ac:picMkLst>
        </pc:picChg>
      </pc:sldChg>
      <pc:sldChg chg="addSp modSp mod modAnim">
        <pc:chgData name="MATTIELLO ELISA (DTO)" userId="4cb96d05-68a9-4553-a6b6-60dc223aafd6" providerId="ADAL" clId="{80F9E497-B634-4202-AE06-609A088369CA}" dt="2025-10-28T09:54:19.229" v="2246"/>
        <pc:sldMkLst>
          <pc:docMk/>
          <pc:sldMk cId="484671763" sldId="350"/>
        </pc:sldMkLst>
        <pc:spChg chg="mod">
          <ac:chgData name="MATTIELLO ELISA (DTO)" userId="4cb96d05-68a9-4553-a6b6-60dc223aafd6" providerId="ADAL" clId="{80F9E497-B634-4202-AE06-609A088369CA}" dt="2025-10-28T09:53:13.035" v="2228" actId="164"/>
          <ac:spMkLst>
            <pc:docMk/>
            <pc:sldMk cId="484671763" sldId="350"/>
            <ac:spMk id="3" creationId="{1806306D-7FBC-7371-4222-E21B1290918C}"/>
          </ac:spMkLst>
        </pc:spChg>
        <pc:spChg chg="mod">
          <ac:chgData name="MATTIELLO ELISA (DTO)" userId="4cb96d05-68a9-4553-a6b6-60dc223aafd6" providerId="ADAL" clId="{80F9E497-B634-4202-AE06-609A088369CA}" dt="2025-10-28T09:52:54.524" v="2225" actId="14100"/>
          <ac:spMkLst>
            <pc:docMk/>
            <pc:sldMk cId="484671763" sldId="350"/>
            <ac:spMk id="8" creationId="{D78D85F9-3DA5-A831-FA49-4FCA0DE39082}"/>
          </ac:spMkLst>
        </pc:spChg>
        <pc:grpChg chg="add mod">
          <ac:chgData name="MATTIELLO ELISA (DTO)" userId="4cb96d05-68a9-4553-a6b6-60dc223aafd6" providerId="ADAL" clId="{80F9E497-B634-4202-AE06-609A088369CA}" dt="2025-10-28T09:53:13.035" v="2228" actId="164"/>
          <ac:grpSpMkLst>
            <pc:docMk/>
            <pc:sldMk cId="484671763" sldId="350"/>
            <ac:grpSpMk id="11" creationId="{DA08AE14-6EA2-1D38-16BB-9AA442BB1360}"/>
          </ac:grpSpMkLst>
        </pc:grpChg>
        <pc:picChg chg="mod">
          <ac:chgData name="MATTIELLO ELISA (DTO)" userId="4cb96d05-68a9-4553-a6b6-60dc223aafd6" providerId="ADAL" clId="{80F9E497-B634-4202-AE06-609A088369CA}" dt="2025-10-28T09:53:13.035" v="2228" actId="164"/>
          <ac:picMkLst>
            <pc:docMk/>
            <pc:sldMk cId="484671763" sldId="350"/>
            <ac:picMk id="2" creationId="{20E74F52-B7F0-8BF1-A19A-EA040D08E21F}"/>
          </ac:picMkLst>
        </pc:picChg>
      </pc:sldChg>
      <pc:sldChg chg="addSp modSp mod modAnim">
        <pc:chgData name="MATTIELLO ELISA (DTO)" userId="4cb96d05-68a9-4553-a6b6-60dc223aafd6" providerId="ADAL" clId="{80F9E497-B634-4202-AE06-609A088369CA}" dt="2025-10-28T10:03:44.640" v="2482"/>
        <pc:sldMkLst>
          <pc:docMk/>
          <pc:sldMk cId="1114316953" sldId="353"/>
        </pc:sldMkLst>
        <pc:spChg chg="mod">
          <ac:chgData name="MATTIELLO ELISA (DTO)" userId="4cb96d05-68a9-4553-a6b6-60dc223aafd6" providerId="ADAL" clId="{80F9E497-B634-4202-AE06-609A088369CA}" dt="2025-10-28T09:55:24.336" v="2247" actId="13926"/>
          <ac:spMkLst>
            <pc:docMk/>
            <pc:sldMk cId="1114316953" sldId="353"/>
            <ac:spMk id="6" creationId="{24FD48B7-FDCE-C774-C146-A1E7B1D6468A}"/>
          </ac:spMkLst>
        </pc:spChg>
        <pc:spChg chg="mod">
          <ac:chgData name="MATTIELLO ELISA (DTO)" userId="4cb96d05-68a9-4553-a6b6-60dc223aafd6" providerId="ADAL" clId="{80F9E497-B634-4202-AE06-609A088369CA}" dt="2025-10-28T09:56:33.987" v="2270" actId="164"/>
          <ac:spMkLst>
            <pc:docMk/>
            <pc:sldMk cId="1114316953" sldId="353"/>
            <ac:spMk id="29" creationId="{3927C5E0-D76B-F9B5-4CE2-FAE30E95174F}"/>
          </ac:spMkLst>
        </pc:spChg>
        <pc:spChg chg="mod">
          <ac:chgData name="MATTIELLO ELISA (DTO)" userId="4cb96d05-68a9-4553-a6b6-60dc223aafd6" providerId="ADAL" clId="{80F9E497-B634-4202-AE06-609A088369CA}" dt="2025-10-28T09:56:33.987" v="2270" actId="164"/>
          <ac:spMkLst>
            <pc:docMk/>
            <pc:sldMk cId="1114316953" sldId="353"/>
            <ac:spMk id="30" creationId="{3549756E-5BA9-58F1-EED6-9F30A8C9BE0E}"/>
          </ac:spMkLst>
        </pc:spChg>
        <pc:spChg chg="mod">
          <ac:chgData name="MATTIELLO ELISA (DTO)" userId="4cb96d05-68a9-4553-a6b6-60dc223aafd6" providerId="ADAL" clId="{80F9E497-B634-4202-AE06-609A088369CA}" dt="2025-10-28T09:56:33.987" v="2270" actId="164"/>
          <ac:spMkLst>
            <pc:docMk/>
            <pc:sldMk cId="1114316953" sldId="353"/>
            <ac:spMk id="33" creationId="{B388E3E1-2ECC-2233-015E-EA255D4F6AC6}"/>
          </ac:spMkLst>
        </pc:spChg>
        <pc:spChg chg="mod">
          <ac:chgData name="MATTIELLO ELISA (DTO)" userId="4cb96d05-68a9-4553-a6b6-60dc223aafd6" providerId="ADAL" clId="{80F9E497-B634-4202-AE06-609A088369CA}" dt="2025-10-28T09:56:33.987" v="2270" actId="164"/>
          <ac:spMkLst>
            <pc:docMk/>
            <pc:sldMk cId="1114316953" sldId="353"/>
            <ac:spMk id="34" creationId="{C5BD5601-A06A-2335-E935-A3B81814AB80}"/>
          </ac:spMkLst>
        </pc:spChg>
        <pc:spChg chg="mod">
          <ac:chgData name="MATTIELLO ELISA (DTO)" userId="4cb96d05-68a9-4553-a6b6-60dc223aafd6" providerId="ADAL" clId="{80F9E497-B634-4202-AE06-609A088369CA}" dt="2025-10-28T09:56:33.987" v="2270" actId="164"/>
          <ac:spMkLst>
            <pc:docMk/>
            <pc:sldMk cId="1114316953" sldId="353"/>
            <ac:spMk id="35" creationId="{E48A9975-613F-D8C3-B3FB-5E9CAB971136}"/>
          </ac:spMkLst>
        </pc:spChg>
        <pc:spChg chg="mod">
          <ac:chgData name="MATTIELLO ELISA (DTO)" userId="4cb96d05-68a9-4553-a6b6-60dc223aafd6" providerId="ADAL" clId="{80F9E497-B634-4202-AE06-609A088369CA}" dt="2025-10-28T09:56:33.987" v="2270" actId="164"/>
          <ac:spMkLst>
            <pc:docMk/>
            <pc:sldMk cId="1114316953" sldId="353"/>
            <ac:spMk id="36" creationId="{C09349D0-859E-EF3A-DA90-8D8B88E7BE92}"/>
          </ac:spMkLst>
        </pc:spChg>
        <pc:spChg chg="mod">
          <ac:chgData name="MATTIELLO ELISA (DTO)" userId="4cb96d05-68a9-4553-a6b6-60dc223aafd6" providerId="ADAL" clId="{80F9E497-B634-4202-AE06-609A088369CA}" dt="2025-10-28T09:56:33.987" v="2270" actId="164"/>
          <ac:spMkLst>
            <pc:docMk/>
            <pc:sldMk cId="1114316953" sldId="353"/>
            <ac:spMk id="37" creationId="{2B580CA9-C4B3-D884-A609-AE70B8CA9703}"/>
          </ac:spMkLst>
        </pc:spChg>
        <pc:spChg chg="mod">
          <ac:chgData name="MATTIELLO ELISA (DTO)" userId="4cb96d05-68a9-4553-a6b6-60dc223aafd6" providerId="ADAL" clId="{80F9E497-B634-4202-AE06-609A088369CA}" dt="2025-10-28T09:56:33.987" v="2270" actId="164"/>
          <ac:spMkLst>
            <pc:docMk/>
            <pc:sldMk cId="1114316953" sldId="353"/>
            <ac:spMk id="64" creationId="{F66C4253-3880-8C46-342D-32845DA65FB0}"/>
          </ac:spMkLst>
        </pc:spChg>
        <pc:spChg chg="mod">
          <ac:chgData name="MATTIELLO ELISA (DTO)" userId="4cb96d05-68a9-4553-a6b6-60dc223aafd6" providerId="ADAL" clId="{80F9E497-B634-4202-AE06-609A088369CA}" dt="2025-10-28T09:56:33.987" v="2270" actId="164"/>
          <ac:spMkLst>
            <pc:docMk/>
            <pc:sldMk cId="1114316953" sldId="353"/>
            <ac:spMk id="65" creationId="{4E0804A8-6368-7715-B069-DDD33D0B7BB8}"/>
          </ac:spMkLst>
        </pc:spChg>
        <pc:spChg chg="mod">
          <ac:chgData name="MATTIELLO ELISA (DTO)" userId="4cb96d05-68a9-4553-a6b6-60dc223aafd6" providerId="ADAL" clId="{80F9E497-B634-4202-AE06-609A088369CA}" dt="2025-10-28T09:56:33.987" v="2270" actId="164"/>
          <ac:spMkLst>
            <pc:docMk/>
            <pc:sldMk cId="1114316953" sldId="353"/>
            <ac:spMk id="66" creationId="{5E13F4AB-6FC6-97BB-5B53-EDB4904A3C5D}"/>
          </ac:spMkLst>
        </pc:spChg>
        <pc:grpChg chg="add mod">
          <ac:chgData name="MATTIELLO ELISA (DTO)" userId="4cb96d05-68a9-4553-a6b6-60dc223aafd6" providerId="ADAL" clId="{80F9E497-B634-4202-AE06-609A088369CA}" dt="2025-10-28T09:55:58.664" v="2263" actId="164"/>
          <ac:grpSpMkLst>
            <pc:docMk/>
            <pc:sldMk cId="1114316953" sldId="353"/>
            <ac:grpSpMk id="2" creationId="{D36282BA-9B09-E7FB-7A7E-E5DC2AE80523}"/>
          </ac:grpSpMkLst>
        </pc:grpChg>
        <pc:grpChg chg="add mod ord">
          <ac:chgData name="MATTIELLO ELISA (DTO)" userId="4cb96d05-68a9-4553-a6b6-60dc223aafd6" providerId="ADAL" clId="{80F9E497-B634-4202-AE06-609A088369CA}" dt="2025-10-28T09:57:05.899" v="2321" actId="1036"/>
          <ac:grpSpMkLst>
            <pc:docMk/>
            <pc:sldMk cId="1114316953" sldId="353"/>
            <ac:grpSpMk id="3" creationId="{176FD9C7-C4C1-83C6-9B48-9D1B831EE877}"/>
          </ac:grpSpMkLst>
        </pc:grpChg>
        <pc:grpChg chg="add mod ord">
          <ac:chgData name="MATTIELLO ELISA (DTO)" userId="4cb96d05-68a9-4553-a6b6-60dc223aafd6" providerId="ADAL" clId="{80F9E497-B634-4202-AE06-609A088369CA}" dt="2025-10-28T09:57:05.899" v="2321" actId="1036"/>
          <ac:grpSpMkLst>
            <pc:docMk/>
            <pc:sldMk cId="1114316953" sldId="353"/>
            <ac:grpSpMk id="7" creationId="{6E76ACBA-979F-51E1-854B-E275F77A8814}"/>
          </ac:grpSpMkLst>
        </pc:grpChg>
        <pc:grpChg chg="mod">
          <ac:chgData name="MATTIELLO ELISA (DTO)" userId="4cb96d05-68a9-4553-a6b6-60dc223aafd6" providerId="ADAL" clId="{80F9E497-B634-4202-AE06-609A088369CA}" dt="2025-10-28T09:55:58.664" v="2263" actId="164"/>
          <ac:grpSpMkLst>
            <pc:docMk/>
            <pc:sldMk cId="1114316953" sldId="353"/>
            <ac:grpSpMk id="8" creationId="{04693F97-9D4B-0504-7411-F07B36BE53FA}"/>
          </ac:grpSpMkLst>
        </pc:grpChg>
        <pc:grpChg chg="mod">
          <ac:chgData name="MATTIELLO ELISA (DTO)" userId="4cb96d05-68a9-4553-a6b6-60dc223aafd6" providerId="ADAL" clId="{80F9E497-B634-4202-AE06-609A088369CA}" dt="2025-10-28T09:56:06.674" v="2264" actId="164"/>
          <ac:grpSpMkLst>
            <pc:docMk/>
            <pc:sldMk cId="1114316953" sldId="353"/>
            <ac:grpSpMk id="18" creationId="{1361A161-0DEC-56C5-E69C-B8A5C816052C}"/>
          </ac:grpSpMkLst>
        </pc:grpChg>
        <pc:grpChg chg="mod">
          <ac:chgData name="MATTIELLO ELISA (DTO)" userId="4cb96d05-68a9-4553-a6b6-60dc223aafd6" providerId="ADAL" clId="{80F9E497-B634-4202-AE06-609A088369CA}" dt="2025-10-28T09:56:38.728" v="2271" actId="164"/>
          <ac:grpSpMkLst>
            <pc:docMk/>
            <pc:sldMk cId="1114316953" sldId="353"/>
            <ac:grpSpMk id="28" creationId="{90A4ADA3-F073-B26A-E627-C0E54CC2F100}"/>
          </ac:grpSpMkLst>
        </pc:grpChg>
        <pc:grpChg chg="mod ord">
          <ac:chgData name="MATTIELLO ELISA (DTO)" userId="4cb96d05-68a9-4553-a6b6-60dc223aafd6" providerId="ADAL" clId="{80F9E497-B634-4202-AE06-609A088369CA}" dt="2025-10-28T09:57:05.899" v="2321" actId="1036"/>
          <ac:grpSpMkLst>
            <pc:docMk/>
            <pc:sldMk cId="1114316953" sldId="353"/>
            <ac:grpSpMk id="38" creationId="{09C2041E-AE16-0683-4715-5BB7499C2E73}"/>
          </ac:grpSpMkLst>
        </pc:grpChg>
        <pc:grpChg chg="mod">
          <ac:chgData name="MATTIELLO ELISA (DTO)" userId="4cb96d05-68a9-4553-a6b6-60dc223aafd6" providerId="ADAL" clId="{80F9E497-B634-4202-AE06-609A088369CA}" dt="2025-10-28T09:56:38.728" v="2271" actId="164"/>
          <ac:grpSpMkLst>
            <pc:docMk/>
            <pc:sldMk cId="1114316953" sldId="353"/>
            <ac:grpSpMk id="60" creationId="{83F9A0CE-215C-0579-168C-BD4933875EDE}"/>
          </ac:grpSpMkLst>
        </pc:grpChg>
        <pc:grpChg chg="mod">
          <ac:chgData name="MATTIELLO ELISA (DTO)" userId="4cb96d05-68a9-4553-a6b6-60dc223aafd6" providerId="ADAL" clId="{80F9E497-B634-4202-AE06-609A088369CA}" dt="2025-10-28T09:56:06.674" v="2264" actId="164"/>
          <ac:grpSpMkLst>
            <pc:docMk/>
            <pc:sldMk cId="1114316953" sldId="353"/>
            <ac:grpSpMk id="67" creationId="{55DB488B-6ED5-4571-D541-63E628FE4BFF}"/>
          </ac:grpSpMkLst>
        </pc:grpChg>
        <pc:grpChg chg="mod">
          <ac:chgData name="MATTIELLO ELISA (DTO)" userId="4cb96d05-68a9-4553-a6b6-60dc223aafd6" providerId="ADAL" clId="{80F9E497-B634-4202-AE06-609A088369CA}" dt="2025-10-28T09:55:58.664" v="2263" actId="164"/>
          <ac:grpSpMkLst>
            <pc:docMk/>
            <pc:sldMk cId="1114316953" sldId="353"/>
            <ac:grpSpMk id="74" creationId="{23F2F1A2-5499-B460-A743-11B8B9A65ACD}"/>
          </ac:grpSpMkLst>
        </pc:grpChg>
        <pc:grpChg chg="mod">
          <ac:chgData name="MATTIELLO ELISA (DTO)" userId="4cb96d05-68a9-4553-a6b6-60dc223aafd6" providerId="ADAL" clId="{80F9E497-B634-4202-AE06-609A088369CA}" dt="2025-10-28T09:57:35.471" v="2324" actId="164"/>
          <ac:grpSpMkLst>
            <pc:docMk/>
            <pc:sldMk cId="1114316953" sldId="353"/>
            <ac:grpSpMk id="82" creationId="{5029BBF0-502A-C38C-6FDA-274ACCCD9F47}"/>
          </ac:grpSpMkLst>
        </pc:grpChg>
        <pc:grpChg chg="mod">
          <ac:chgData name="MATTIELLO ELISA (DTO)" userId="4cb96d05-68a9-4553-a6b6-60dc223aafd6" providerId="ADAL" clId="{80F9E497-B634-4202-AE06-609A088369CA}" dt="2025-10-28T09:57:29.682" v="2323" actId="164"/>
          <ac:grpSpMkLst>
            <pc:docMk/>
            <pc:sldMk cId="1114316953" sldId="353"/>
            <ac:grpSpMk id="86" creationId="{357EEC28-68AB-15F0-B2B3-D51F0207A31C}"/>
          </ac:grpSpMkLst>
        </pc:grpChg>
        <pc:grpChg chg="mod">
          <ac:chgData name="MATTIELLO ELISA (DTO)" userId="4cb96d05-68a9-4553-a6b6-60dc223aafd6" providerId="ADAL" clId="{80F9E497-B634-4202-AE06-609A088369CA}" dt="2025-10-28T09:57:20.918" v="2322" actId="164"/>
          <ac:grpSpMkLst>
            <pc:docMk/>
            <pc:sldMk cId="1114316953" sldId="353"/>
            <ac:grpSpMk id="90" creationId="{590FCBC4-7A91-4CFC-2014-6C51823CC459}"/>
          </ac:grpSpMkLst>
        </pc:grpChg>
        <pc:grpChg chg="mod">
          <ac:chgData name="MATTIELLO ELISA (DTO)" userId="4cb96d05-68a9-4553-a6b6-60dc223aafd6" providerId="ADAL" clId="{80F9E497-B634-4202-AE06-609A088369CA}" dt="2025-10-28T09:57:41.081" v="2325" actId="164"/>
          <ac:grpSpMkLst>
            <pc:docMk/>
            <pc:sldMk cId="1114316953" sldId="353"/>
            <ac:grpSpMk id="94" creationId="{6D93B11F-42EF-10BF-206A-F3397947AB1C}"/>
          </ac:grpSpMkLst>
        </pc:grpChg>
        <pc:grpChg chg="add mod">
          <ac:chgData name="MATTIELLO ELISA (DTO)" userId="4cb96d05-68a9-4553-a6b6-60dc223aafd6" providerId="ADAL" clId="{80F9E497-B634-4202-AE06-609A088369CA}" dt="2025-10-28T09:57:20.918" v="2322" actId="164"/>
          <ac:grpSpMkLst>
            <pc:docMk/>
            <pc:sldMk cId="1114316953" sldId="353"/>
            <ac:grpSpMk id="97" creationId="{D3BD6AFF-23B6-CD18-41C7-BAFF26A27580}"/>
          </ac:grpSpMkLst>
        </pc:grpChg>
        <pc:grpChg chg="add mod">
          <ac:chgData name="MATTIELLO ELISA (DTO)" userId="4cb96d05-68a9-4553-a6b6-60dc223aafd6" providerId="ADAL" clId="{80F9E497-B634-4202-AE06-609A088369CA}" dt="2025-10-28T09:57:29.682" v="2323" actId="164"/>
          <ac:grpSpMkLst>
            <pc:docMk/>
            <pc:sldMk cId="1114316953" sldId="353"/>
            <ac:grpSpMk id="98" creationId="{178C80A7-2CB7-9551-0B6A-E43D0FC2A4AD}"/>
          </ac:grpSpMkLst>
        </pc:grpChg>
        <pc:grpChg chg="add mod">
          <ac:chgData name="MATTIELLO ELISA (DTO)" userId="4cb96d05-68a9-4553-a6b6-60dc223aafd6" providerId="ADAL" clId="{80F9E497-B634-4202-AE06-609A088369CA}" dt="2025-10-28T09:57:35.471" v="2324" actId="164"/>
          <ac:grpSpMkLst>
            <pc:docMk/>
            <pc:sldMk cId="1114316953" sldId="353"/>
            <ac:grpSpMk id="99" creationId="{16AD360B-5765-22E6-FA81-62C0535D78D4}"/>
          </ac:grpSpMkLst>
        </pc:grpChg>
        <pc:grpChg chg="add mod">
          <ac:chgData name="MATTIELLO ELISA (DTO)" userId="4cb96d05-68a9-4553-a6b6-60dc223aafd6" providerId="ADAL" clId="{80F9E497-B634-4202-AE06-609A088369CA}" dt="2025-10-28T09:57:41.081" v="2325" actId="164"/>
          <ac:grpSpMkLst>
            <pc:docMk/>
            <pc:sldMk cId="1114316953" sldId="353"/>
            <ac:grpSpMk id="100" creationId="{8C8B8CC3-6027-484B-0C76-AC80C7170F7C}"/>
          </ac:grpSpMkLst>
        </pc:grpChg>
        <pc:picChg chg="mod">
          <ac:chgData name="MATTIELLO ELISA (DTO)" userId="4cb96d05-68a9-4553-a6b6-60dc223aafd6" providerId="ADAL" clId="{80F9E497-B634-4202-AE06-609A088369CA}" dt="2025-10-28T09:57:35.471" v="2324" actId="164"/>
          <ac:picMkLst>
            <pc:docMk/>
            <pc:sldMk cId="1114316953" sldId="353"/>
            <ac:picMk id="81" creationId="{9790885E-BC9F-20EC-6864-882E8858011E}"/>
          </ac:picMkLst>
        </pc:picChg>
        <pc:picChg chg="mod">
          <ac:chgData name="MATTIELLO ELISA (DTO)" userId="4cb96d05-68a9-4553-a6b6-60dc223aafd6" providerId="ADAL" clId="{80F9E497-B634-4202-AE06-609A088369CA}" dt="2025-10-28T09:57:29.682" v="2323" actId="164"/>
          <ac:picMkLst>
            <pc:docMk/>
            <pc:sldMk cId="1114316953" sldId="353"/>
            <ac:picMk id="85" creationId="{3A2412DF-6315-A4AE-B90E-BB6D0994E347}"/>
          </ac:picMkLst>
        </pc:picChg>
        <pc:picChg chg="mod">
          <ac:chgData name="MATTIELLO ELISA (DTO)" userId="4cb96d05-68a9-4553-a6b6-60dc223aafd6" providerId="ADAL" clId="{80F9E497-B634-4202-AE06-609A088369CA}" dt="2025-10-28T09:57:20.918" v="2322" actId="164"/>
          <ac:picMkLst>
            <pc:docMk/>
            <pc:sldMk cId="1114316953" sldId="353"/>
            <ac:picMk id="89" creationId="{005ED0DE-9CC8-0C23-4CE6-EC7DC9CEA4D5}"/>
          </ac:picMkLst>
        </pc:picChg>
        <pc:picChg chg="mod">
          <ac:chgData name="MATTIELLO ELISA (DTO)" userId="4cb96d05-68a9-4553-a6b6-60dc223aafd6" providerId="ADAL" clId="{80F9E497-B634-4202-AE06-609A088369CA}" dt="2025-10-28T09:57:41.081" v="2325" actId="164"/>
          <ac:picMkLst>
            <pc:docMk/>
            <pc:sldMk cId="1114316953" sldId="353"/>
            <ac:picMk id="93" creationId="{7DE275D0-20B7-4F06-AC15-C669E64F6CF9}"/>
          </ac:picMkLst>
        </pc:picChg>
      </pc:sldChg>
      <pc:sldChg chg="del">
        <pc:chgData name="MATTIELLO ELISA (DTO)" userId="4cb96d05-68a9-4553-a6b6-60dc223aafd6" providerId="ADAL" clId="{80F9E497-B634-4202-AE06-609A088369CA}" dt="2025-10-28T10:33:44.937" v="3059" actId="47"/>
        <pc:sldMkLst>
          <pc:docMk/>
          <pc:sldMk cId="2966995745" sldId="354"/>
        </pc:sldMkLst>
      </pc:sldChg>
      <pc:sldChg chg="addSp modSp modAnim">
        <pc:chgData name="MATTIELLO ELISA (DTO)" userId="4cb96d05-68a9-4553-a6b6-60dc223aafd6" providerId="ADAL" clId="{80F9E497-B634-4202-AE06-609A088369CA}" dt="2025-10-28T10:10:42.337" v="2653"/>
        <pc:sldMkLst>
          <pc:docMk/>
          <pc:sldMk cId="318552663" sldId="355"/>
        </pc:sldMkLst>
        <pc:spChg chg="mod">
          <ac:chgData name="MATTIELLO ELISA (DTO)" userId="4cb96d05-68a9-4553-a6b6-60dc223aafd6" providerId="ADAL" clId="{80F9E497-B634-4202-AE06-609A088369CA}" dt="2025-10-28T10:07:04.030" v="2521" actId="164"/>
          <ac:spMkLst>
            <pc:docMk/>
            <pc:sldMk cId="318552663" sldId="355"/>
            <ac:spMk id="55" creationId="{65CD5592-B7AB-D58A-A544-69884AE3FB9D}"/>
          </ac:spMkLst>
        </pc:spChg>
        <pc:spChg chg="mod">
          <ac:chgData name="MATTIELLO ELISA (DTO)" userId="4cb96d05-68a9-4553-a6b6-60dc223aafd6" providerId="ADAL" clId="{80F9E497-B634-4202-AE06-609A088369CA}" dt="2025-10-28T10:07:10.312" v="2522" actId="164"/>
          <ac:spMkLst>
            <pc:docMk/>
            <pc:sldMk cId="318552663" sldId="355"/>
            <ac:spMk id="56" creationId="{BD38CE25-2A63-5BBA-ED3B-15C77339A509}"/>
          </ac:spMkLst>
        </pc:spChg>
        <pc:spChg chg="mod">
          <ac:chgData name="MATTIELLO ELISA (DTO)" userId="4cb96d05-68a9-4553-a6b6-60dc223aafd6" providerId="ADAL" clId="{80F9E497-B634-4202-AE06-609A088369CA}" dt="2025-10-28T10:07:16.712" v="2523" actId="164"/>
          <ac:spMkLst>
            <pc:docMk/>
            <pc:sldMk cId="318552663" sldId="355"/>
            <ac:spMk id="57" creationId="{1170EB2E-2792-B4F6-8BD8-BF2A4A4EAB23}"/>
          </ac:spMkLst>
        </pc:spChg>
        <pc:spChg chg="mod">
          <ac:chgData name="MATTIELLO ELISA (DTO)" userId="4cb96d05-68a9-4553-a6b6-60dc223aafd6" providerId="ADAL" clId="{80F9E497-B634-4202-AE06-609A088369CA}" dt="2025-10-28T10:07:04.030" v="2521" actId="164"/>
          <ac:spMkLst>
            <pc:docMk/>
            <pc:sldMk cId="318552663" sldId="355"/>
            <ac:spMk id="58" creationId="{32F4FA30-030E-1DE9-B29E-4B0C43CEF809}"/>
          </ac:spMkLst>
        </pc:spChg>
        <pc:spChg chg="mod">
          <ac:chgData name="MATTIELLO ELISA (DTO)" userId="4cb96d05-68a9-4553-a6b6-60dc223aafd6" providerId="ADAL" clId="{80F9E497-B634-4202-AE06-609A088369CA}" dt="2025-10-28T10:07:10.312" v="2522" actId="164"/>
          <ac:spMkLst>
            <pc:docMk/>
            <pc:sldMk cId="318552663" sldId="355"/>
            <ac:spMk id="59" creationId="{1D0D936C-5D5E-EC21-EA3C-9486F64CC524}"/>
          </ac:spMkLst>
        </pc:spChg>
        <pc:spChg chg="mod">
          <ac:chgData name="MATTIELLO ELISA (DTO)" userId="4cb96d05-68a9-4553-a6b6-60dc223aafd6" providerId="ADAL" clId="{80F9E497-B634-4202-AE06-609A088369CA}" dt="2025-10-28T10:07:16.712" v="2523" actId="164"/>
          <ac:spMkLst>
            <pc:docMk/>
            <pc:sldMk cId="318552663" sldId="355"/>
            <ac:spMk id="60" creationId="{42082362-6CB6-FFC6-1649-07989659880F}"/>
          </ac:spMkLst>
        </pc:spChg>
        <pc:grpChg chg="add mod">
          <ac:chgData name="MATTIELLO ELISA (DTO)" userId="4cb96d05-68a9-4553-a6b6-60dc223aafd6" providerId="ADAL" clId="{80F9E497-B634-4202-AE06-609A088369CA}" dt="2025-10-28T10:07:04.030" v="2521" actId="164"/>
          <ac:grpSpMkLst>
            <pc:docMk/>
            <pc:sldMk cId="318552663" sldId="355"/>
            <ac:grpSpMk id="2" creationId="{CDDE359C-D22E-76A6-6AB1-D86823EF71E5}"/>
          </ac:grpSpMkLst>
        </pc:grpChg>
        <pc:grpChg chg="add mod">
          <ac:chgData name="MATTIELLO ELISA (DTO)" userId="4cb96d05-68a9-4553-a6b6-60dc223aafd6" providerId="ADAL" clId="{80F9E497-B634-4202-AE06-609A088369CA}" dt="2025-10-28T10:07:10.312" v="2522" actId="164"/>
          <ac:grpSpMkLst>
            <pc:docMk/>
            <pc:sldMk cId="318552663" sldId="355"/>
            <ac:grpSpMk id="3" creationId="{119CC6DC-310B-8B3C-E763-C84C9300B8E3}"/>
          </ac:grpSpMkLst>
        </pc:grpChg>
        <pc:grpChg chg="add mod">
          <ac:chgData name="MATTIELLO ELISA (DTO)" userId="4cb96d05-68a9-4553-a6b6-60dc223aafd6" providerId="ADAL" clId="{80F9E497-B634-4202-AE06-609A088369CA}" dt="2025-10-28T10:07:16.712" v="2523" actId="164"/>
          <ac:grpSpMkLst>
            <pc:docMk/>
            <pc:sldMk cId="318552663" sldId="355"/>
            <ac:grpSpMk id="4" creationId="{B64F69F6-4AF1-EA81-73B1-B7B39CEE1B6A}"/>
          </ac:grpSpMkLst>
        </pc:grpChg>
      </pc:sldChg>
      <pc:sldChg chg="modSp del mod">
        <pc:chgData name="MATTIELLO ELISA (DTO)" userId="4cb96d05-68a9-4553-a6b6-60dc223aafd6" providerId="ADAL" clId="{80F9E497-B634-4202-AE06-609A088369CA}" dt="2025-10-28T10:47:31.145" v="3241" actId="47"/>
        <pc:sldMkLst>
          <pc:docMk/>
          <pc:sldMk cId="677100086" sldId="356"/>
        </pc:sldMkLst>
      </pc:sldChg>
      <pc:sldChg chg="new del">
        <pc:chgData name="MATTIELLO ELISA (DTO)" userId="4cb96d05-68a9-4553-a6b6-60dc223aafd6" providerId="ADAL" clId="{80F9E497-B634-4202-AE06-609A088369CA}" dt="2025-10-28T08:38:49.046" v="231" actId="47"/>
        <pc:sldMkLst>
          <pc:docMk/>
          <pc:sldMk cId="2867209968" sldId="357"/>
        </pc:sldMkLst>
      </pc:sldChg>
      <pc:sldChg chg="addSp delSp modSp new mod ord modAnim">
        <pc:chgData name="MATTIELLO ELISA (DTO)" userId="4cb96d05-68a9-4553-a6b6-60dc223aafd6" providerId="ADAL" clId="{80F9E497-B634-4202-AE06-609A088369CA}" dt="2025-10-28T10:33:28.697" v="3058"/>
        <pc:sldMkLst>
          <pc:docMk/>
          <pc:sldMk cId="2902492318" sldId="357"/>
        </pc:sldMkLst>
        <pc:spChg chg="add mod">
          <ac:chgData name="MATTIELLO ELISA (DTO)" userId="4cb96d05-68a9-4553-a6b6-60dc223aafd6" providerId="ADAL" clId="{80F9E497-B634-4202-AE06-609A088369CA}" dt="2025-10-28T10:13:38.839" v="2658"/>
          <ac:spMkLst>
            <pc:docMk/>
            <pc:sldMk cId="2902492318" sldId="357"/>
            <ac:spMk id="4" creationId="{4F5F1360-F1D6-5CC3-BD44-82C991D16573}"/>
          </ac:spMkLst>
        </pc:spChg>
        <pc:spChg chg="mod">
          <ac:chgData name="MATTIELLO ELISA (DTO)" userId="4cb96d05-68a9-4553-a6b6-60dc223aafd6" providerId="ADAL" clId="{80F9E497-B634-4202-AE06-609A088369CA}" dt="2025-10-28T10:14:31.444" v="2761" actId="207"/>
          <ac:spMkLst>
            <pc:docMk/>
            <pc:sldMk cId="2902492318" sldId="357"/>
            <ac:spMk id="6" creationId="{D4FA4CB0-CD5F-AE3C-91CA-B9145FC67378}"/>
          </ac:spMkLst>
        </pc:spChg>
        <pc:spChg chg="mod">
          <ac:chgData name="MATTIELLO ELISA (DTO)" userId="4cb96d05-68a9-4553-a6b6-60dc223aafd6" providerId="ADAL" clId="{80F9E497-B634-4202-AE06-609A088369CA}" dt="2025-10-28T10:14:31.444" v="2761" actId="207"/>
          <ac:spMkLst>
            <pc:docMk/>
            <pc:sldMk cId="2902492318" sldId="357"/>
            <ac:spMk id="7" creationId="{A94C1408-8F2E-470D-6393-184D9BD2CC1E}"/>
          </ac:spMkLst>
        </pc:spChg>
        <pc:spChg chg="mod">
          <ac:chgData name="MATTIELLO ELISA (DTO)" userId="4cb96d05-68a9-4553-a6b6-60dc223aafd6" providerId="ADAL" clId="{80F9E497-B634-4202-AE06-609A088369CA}" dt="2025-10-28T10:14:31.444" v="2761" actId="207"/>
          <ac:spMkLst>
            <pc:docMk/>
            <pc:sldMk cId="2902492318" sldId="357"/>
            <ac:spMk id="8" creationId="{ABC81F16-6224-6589-7981-16FF68824F61}"/>
          </ac:spMkLst>
        </pc:spChg>
        <pc:spChg chg="add mod">
          <ac:chgData name="MATTIELLO ELISA (DTO)" userId="4cb96d05-68a9-4553-a6b6-60dc223aafd6" providerId="ADAL" clId="{80F9E497-B634-4202-AE06-609A088369CA}" dt="2025-10-28T10:31:59.477" v="2986" actId="164"/>
          <ac:spMkLst>
            <pc:docMk/>
            <pc:sldMk cId="2902492318" sldId="357"/>
            <ac:spMk id="15" creationId="{00C7CA2D-FD9B-CCB9-752B-F3F3767D58BF}"/>
          </ac:spMkLst>
        </pc:spChg>
        <pc:spChg chg="add mod">
          <ac:chgData name="MATTIELLO ELISA (DTO)" userId="4cb96d05-68a9-4553-a6b6-60dc223aafd6" providerId="ADAL" clId="{80F9E497-B634-4202-AE06-609A088369CA}" dt="2025-10-28T10:32:03.871" v="2987" actId="164"/>
          <ac:spMkLst>
            <pc:docMk/>
            <pc:sldMk cId="2902492318" sldId="357"/>
            <ac:spMk id="17" creationId="{94F7FBCA-F241-1276-C1CB-05F77803CC49}"/>
          </ac:spMkLst>
        </pc:spChg>
        <pc:spChg chg="add mod">
          <ac:chgData name="MATTIELLO ELISA (DTO)" userId="4cb96d05-68a9-4553-a6b6-60dc223aafd6" providerId="ADAL" clId="{80F9E497-B634-4202-AE06-609A088369CA}" dt="2025-10-28T10:32:07.580" v="2988" actId="164"/>
          <ac:spMkLst>
            <pc:docMk/>
            <pc:sldMk cId="2902492318" sldId="357"/>
            <ac:spMk id="19" creationId="{68F2A2A8-63A5-552A-E247-978CCB7897D3}"/>
          </ac:spMkLst>
        </pc:spChg>
        <pc:spChg chg="add mod">
          <ac:chgData name="MATTIELLO ELISA (DTO)" userId="4cb96d05-68a9-4553-a6b6-60dc223aafd6" providerId="ADAL" clId="{80F9E497-B634-4202-AE06-609A088369CA}" dt="2025-10-28T10:32:11.388" v="2989" actId="164"/>
          <ac:spMkLst>
            <pc:docMk/>
            <pc:sldMk cId="2902492318" sldId="357"/>
            <ac:spMk id="20" creationId="{499D1D3B-E8F5-346B-3E72-02FC8AD0E9C3}"/>
          </ac:spMkLst>
        </pc:spChg>
        <pc:grpChg chg="add mod">
          <ac:chgData name="MATTIELLO ELISA (DTO)" userId="4cb96d05-68a9-4553-a6b6-60dc223aafd6" providerId="ADAL" clId="{80F9E497-B634-4202-AE06-609A088369CA}" dt="2025-10-28T10:14:26.069" v="2760" actId="1035"/>
          <ac:grpSpMkLst>
            <pc:docMk/>
            <pc:sldMk cId="2902492318" sldId="357"/>
            <ac:grpSpMk id="5" creationId="{08FF0A16-8E03-9058-9508-4396F8B34C3C}"/>
          </ac:grpSpMkLst>
        </pc:grpChg>
        <pc:grpChg chg="add mod">
          <ac:chgData name="MATTIELLO ELISA (DTO)" userId="4cb96d05-68a9-4553-a6b6-60dc223aafd6" providerId="ADAL" clId="{80F9E497-B634-4202-AE06-609A088369CA}" dt="2025-10-28T10:31:59.477" v="2986" actId="164"/>
          <ac:grpSpMkLst>
            <pc:docMk/>
            <pc:sldMk cId="2902492318" sldId="357"/>
            <ac:grpSpMk id="24" creationId="{01C4409D-81FE-0425-8C42-D92B7DAC255C}"/>
          </ac:grpSpMkLst>
        </pc:grpChg>
        <pc:grpChg chg="add mod">
          <ac:chgData name="MATTIELLO ELISA (DTO)" userId="4cb96d05-68a9-4553-a6b6-60dc223aafd6" providerId="ADAL" clId="{80F9E497-B634-4202-AE06-609A088369CA}" dt="2025-10-28T10:32:03.871" v="2987" actId="164"/>
          <ac:grpSpMkLst>
            <pc:docMk/>
            <pc:sldMk cId="2902492318" sldId="357"/>
            <ac:grpSpMk id="25" creationId="{BF89719B-7E4C-F061-1928-2DDE46D038F7}"/>
          </ac:grpSpMkLst>
        </pc:grpChg>
        <pc:grpChg chg="add mod">
          <ac:chgData name="MATTIELLO ELISA (DTO)" userId="4cb96d05-68a9-4553-a6b6-60dc223aafd6" providerId="ADAL" clId="{80F9E497-B634-4202-AE06-609A088369CA}" dt="2025-10-28T10:32:07.580" v="2988" actId="164"/>
          <ac:grpSpMkLst>
            <pc:docMk/>
            <pc:sldMk cId="2902492318" sldId="357"/>
            <ac:grpSpMk id="26" creationId="{73736389-2942-F2D8-1532-8BAB735C3628}"/>
          </ac:grpSpMkLst>
        </pc:grpChg>
        <pc:grpChg chg="add mod">
          <ac:chgData name="MATTIELLO ELISA (DTO)" userId="4cb96d05-68a9-4553-a6b6-60dc223aafd6" providerId="ADAL" clId="{80F9E497-B634-4202-AE06-609A088369CA}" dt="2025-10-28T10:32:11.388" v="2989" actId="164"/>
          <ac:grpSpMkLst>
            <pc:docMk/>
            <pc:sldMk cId="2902492318" sldId="357"/>
            <ac:grpSpMk id="27" creationId="{12C2144F-BBD9-4F0E-DF18-3756B6F37B76}"/>
          </ac:grpSpMkLst>
        </pc:grpChg>
        <pc:picChg chg="add mod">
          <ac:chgData name="MATTIELLO ELISA (DTO)" userId="4cb96d05-68a9-4553-a6b6-60dc223aafd6" providerId="ADAL" clId="{80F9E497-B634-4202-AE06-609A088369CA}" dt="2025-10-28T10:31:59.477" v="2986" actId="164"/>
          <ac:picMkLst>
            <pc:docMk/>
            <pc:sldMk cId="2902492318" sldId="357"/>
            <ac:picMk id="16" creationId="{4A08889C-6D18-77C7-80D1-7CFE054424F3}"/>
          </ac:picMkLst>
        </pc:picChg>
        <pc:picChg chg="add mod">
          <ac:chgData name="MATTIELLO ELISA (DTO)" userId="4cb96d05-68a9-4553-a6b6-60dc223aafd6" providerId="ADAL" clId="{80F9E497-B634-4202-AE06-609A088369CA}" dt="2025-10-28T10:32:03.871" v="2987" actId="164"/>
          <ac:picMkLst>
            <pc:docMk/>
            <pc:sldMk cId="2902492318" sldId="357"/>
            <ac:picMk id="18" creationId="{60E8F4EC-07AE-6231-3EB1-2D715CCB2230}"/>
          </ac:picMkLst>
        </pc:picChg>
        <pc:picChg chg="add mod">
          <ac:chgData name="MATTIELLO ELISA (DTO)" userId="4cb96d05-68a9-4553-a6b6-60dc223aafd6" providerId="ADAL" clId="{80F9E497-B634-4202-AE06-609A088369CA}" dt="2025-10-28T10:32:11.388" v="2989" actId="164"/>
          <ac:picMkLst>
            <pc:docMk/>
            <pc:sldMk cId="2902492318" sldId="357"/>
            <ac:picMk id="21" creationId="{00CEF37B-C312-9ADD-8328-0FF8F196D8B2}"/>
          </ac:picMkLst>
        </pc:picChg>
        <pc:picChg chg="add mod">
          <ac:chgData name="MATTIELLO ELISA (DTO)" userId="4cb96d05-68a9-4553-a6b6-60dc223aafd6" providerId="ADAL" clId="{80F9E497-B634-4202-AE06-609A088369CA}" dt="2025-10-28T10:32:07.580" v="2988" actId="164"/>
          <ac:picMkLst>
            <pc:docMk/>
            <pc:sldMk cId="2902492318" sldId="357"/>
            <ac:picMk id="22" creationId="{62D02138-6CDB-1FEF-9302-A4950F18C8B2}"/>
          </ac:picMkLst>
        </pc:picChg>
        <pc:picChg chg="add mod">
          <ac:chgData name="MATTIELLO ELISA (DTO)" userId="4cb96d05-68a9-4553-a6b6-60dc223aafd6" providerId="ADAL" clId="{80F9E497-B634-4202-AE06-609A088369CA}" dt="2025-10-28T10:32:07.580" v="2988" actId="164"/>
          <ac:picMkLst>
            <pc:docMk/>
            <pc:sldMk cId="2902492318" sldId="357"/>
            <ac:picMk id="23" creationId="{1E641102-55CD-A7E2-08C6-5072D55D32EF}"/>
          </ac:picMkLst>
        </pc:picChg>
      </pc:sldChg>
      <pc:sldChg chg="new del">
        <pc:chgData name="MATTIELLO ELISA (DTO)" userId="4cb96d05-68a9-4553-a6b6-60dc223aafd6" providerId="ADAL" clId="{80F9E497-B634-4202-AE06-609A088369CA}" dt="2025-10-28T08:38:38.149" v="228" actId="47"/>
        <pc:sldMkLst>
          <pc:docMk/>
          <pc:sldMk cId="3971937242" sldId="357"/>
        </pc:sldMkLst>
      </pc:sldChg>
      <pc:sldChg chg="addSp delSp modSp new del mod">
        <pc:chgData name="MATTIELLO ELISA (DTO)" userId="4cb96d05-68a9-4553-a6b6-60dc223aafd6" providerId="ADAL" clId="{80F9E497-B634-4202-AE06-609A088369CA}" dt="2025-10-28T09:17:22.139" v="1864" actId="47"/>
        <pc:sldMkLst>
          <pc:docMk/>
          <pc:sldMk cId="32730686" sldId="358"/>
        </pc:sldMkLst>
      </pc:sldChg>
      <pc:sldChg chg="add del">
        <pc:chgData name="MATTIELLO ELISA (DTO)" userId="4cb96d05-68a9-4553-a6b6-60dc223aafd6" providerId="ADAL" clId="{80F9E497-B634-4202-AE06-609A088369CA}" dt="2025-10-28T10:38:33.041" v="3061"/>
        <pc:sldMkLst>
          <pc:docMk/>
          <pc:sldMk cId="1680135732" sldId="358"/>
        </pc:sldMkLst>
      </pc:sldChg>
      <pc:sldChg chg="addSp modSp add mod ord">
        <pc:chgData name="MATTIELLO ELISA (DTO)" userId="4cb96d05-68a9-4553-a6b6-60dc223aafd6" providerId="ADAL" clId="{80F9E497-B634-4202-AE06-609A088369CA}" dt="2025-10-28T10:44:24.861" v="3240" actId="1037"/>
        <pc:sldMkLst>
          <pc:docMk/>
          <pc:sldMk cId="3093880627" sldId="358"/>
        </pc:sldMkLst>
        <pc:spChg chg="add mod">
          <ac:chgData name="MATTIELLO ELISA (DTO)" userId="4cb96d05-68a9-4553-a6b6-60dc223aafd6" providerId="ADAL" clId="{80F9E497-B634-4202-AE06-609A088369CA}" dt="2025-10-28T10:39:52.708" v="3129" actId="207"/>
          <ac:spMkLst>
            <pc:docMk/>
            <pc:sldMk cId="3093880627" sldId="358"/>
            <ac:spMk id="2" creationId="{5BA97DBD-382B-86FC-8A56-8FAEEBB78AE7}"/>
          </ac:spMkLst>
        </pc:spChg>
        <pc:spChg chg="add mod">
          <ac:chgData name="MATTIELLO ELISA (DTO)" userId="4cb96d05-68a9-4553-a6b6-60dc223aafd6" providerId="ADAL" clId="{80F9E497-B634-4202-AE06-609A088369CA}" dt="2025-10-28T10:41:39.583" v="3173" actId="1076"/>
          <ac:spMkLst>
            <pc:docMk/>
            <pc:sldMk cId="3093880627" sldId="358"/>
            <ac:spMk id="3" creationId="{3104A667-A522-4EB6-1B83-0B2B7EEDA504}"/>
          </ac:spMkLst>
        </pc:spChg>
        <pc:spChg chg="add mod">
          <ac:chgData name="MATTIELLO ELISA (DTO)" userId="4cb96d05-68a9-4553-a6b6-60dc223aafd6" providerId="ADAL" clId="{80F9E497-B634-4202-AE06-609A088369CA}" dt="2025-10-28T10:40:34.151" v="3139" actId="20577"/>
          <ac:spMkLst>
            <pc:docMk/>
            <pc:sldMk cId="3093880627" sldId="358"/>
            <ac:spMk id="4" creationId="{009437ED-4309-4730-9549-CD7900B29432}"/>
          </ac:spMkLst>
        </pc:spChg>
        <pc:spChg chg="add mod">
          <ac:chgData name="MATTIELLO ELISA (DTO)" userId="4cb96d05-68a9-4553-a6b6-60dc223aafd6" providerId="ADAL" clId="{80F9E497-B634-4202-AE06-609A088369CA}" dt="2025-10-28T10:41:13.540" v="3167" actId="20577"/>
          <ac:spMkLst>
            <pc:docMk/>
            <pc:sldMk cId="3093880627" sldId="358"/>
            <ac:spMk id="6" creationId="{C175424A-DDCE-ABEA-32F1-A57B005767FA}"/>
          </ac:spMkLst>
        </pc:spChg>
        <pc:spChg chg="add mod">
          <ac:chgData name="MATTIELLO ELISA (DTO)" userId="4cb96d05-68a9-4553-a6b6-60dc223aafd6" providerId="ADAL" clId="{80F9E497-B634-4202-AE06-609A088369CA}" dt="2025-10-28T10:44:02.506" v="3204" actId="164"/>
          <ac:spMkLst>
            <pc:docMk/>
            <pc:sldMk cId="3093880627" sldId="358"/>
            <ac:spMk id="11" creationId="{CB545240-E767-91CF-F772-42A841C2E231}"/>
          </ac:spMkLst>
        </pc:spChg>
        <pc:spChg chg="add mod">
          <ac:chgData name="MATTIELLO ELISA (DTO)" userId="4cb96d05-68a9-4553-a6b6-60dc223aafd6" providerId="ADAL" clId="{80F9E497-B634-4202-AE06-609A088369CA}" dt="2025-10-28T10:44:24.861" v="3240" actId="1037"/>
          <ac:spMkLst>
            <pc:docMk/>
            <pc:sldMk cId="3093880627" sldId="358"/>
            <ac:spMk id="13" creationId="{DBAD6139-3511-3DCE-11DA-1C04DD3EF7EE}"/>
          </ac:spMkLst>
        </pc:spChg>
        <pc:grpChg chg="add mod">
          <ac:chgData name="MATTIELLO ELISA (DTO)" userId="4cb96d05-68a9-4553-a6b6-60dc223aafd6" providerId="ADAL" clId="{80F9E497-B634-4202-AE06-609A088369CA}" dt="2025-10-28T10:44:24.861" v="3240" actId="1037"/>
          <ac:grpSpMkLst>
            <pc:docMk/>
            <pc:sldMk cId="3093880627" sldId="358"/>
            <ac:grpSpMk id="12" creationId="{345A40D9-ED81-AAD1-3EBB-B38670E7126B}"/>
          </ac:grpSpMkLst>
        </pc:grpChg>
        <pc:picChg chg="add mod ord">
          <ac:chgData name="MATTIELLO ELISA (DTO)" userId="4cb96d05-68a9-4553-a6b6-60dc223aafd6" providerId="ADAL" clId="{80F9E497-B634-4202-AE06-609A088369CA}" dt="2025-10-28T10:44:24.861" v="3240" actId="1037"/>
          <ac:picMkLst>
            <pc:docMk/>
            <pc:sldMk cId="3093880627" sldId="358"/>
            <ac:picMk id="7" creationId="{E14DA346-5916-0765-1F4F-49B46BB10DCE}"/>
          </ac:picMkLst>
        </pc:picChg>
        <pc:picChg chg="add mod ord modCrop">
          <ac:chgData name="MATTIELLO ELISA (DTO)" userId="4cb96d05-68a9-4553-a6b6-60dc223aafd6" providerId="ADAL" clId="{80F9E497-B634-4202-AE06-609A088369CA}" dt="2025-10-28T10:44:02.506" v="3204" actId="164"/>
          <ac:picMkLst>
            <pc:docMk/>
            <pc:sldMk cId="3093880627" sldId="358"/>
            <ac:picMk id="8" creationId="{3A8F6EA0-0E1B-DBEE-CE16-9CFD6E634F1B}"/>
          </ac:picMkLst>
        </pc:picChg>
        <pc:picChg chg="add mod ord">
          <ac:chgData name="MATTIELLO ELISA (DTO)" userId="4cb96d05-68a9-4553-a6b6-60dc223aafd6" providerId="ADAL" clId="{80F9E497-B634-4202-AE06-609A088369CA}" dt="2025-10-28T10:44:02.506" v="3204" actId="164"/>
          <ac:picMkLst>
            <pc:docMk/>
            <pc:sldMk cId="3093880627" sldId="358"/>
            <ac:picMk id="9" creationId="{E381A969-9C3B-F137-9004-C51B867AB8B6}"/>
          </ac:picMkLst>
        </pc:picChg>
        <pc:picChg chg="add mod ord modCrop">
          <ac:chgData name="MATTIELLO ELISA (DTO)" userId="4cb96d05-68a9-4553-a6b6-60dc223aafd6" providerId="ADAL" clId="{80F9E497-B634-4202-AE06-609A088369CA}" dt="2025-10-28T10:44:02.506" v="3204" actId="164"/>
          <ac:picMkLst>
            <pc:docMk/>
            <pc:sldMk cId="3093880627" sldId="358"/>
            <ac:picMk id="10" creationId="{64AF462A-0587-617D-509C-D3BBFDBA241E}"/>
          </ac:picMkLst>
        </pc:picChg>
      </pc:sldChg>
      <pc:sldChg chg="addSp delSp modSp add mod modAnim">
        <pc:chgData name="MATTIELLO ELISA (DTO)" userId="4cb96d05-68a9-4553-a6b6-60dc223aafd6" providerId="ADAL" clId="{80F9E497-B634-4202-AE06-609A088369CA}" dt="2025-10-28T11:25:11.246" v="4232"/>
        <pc:sldMkLst>
          <pc:docMk/>
          <pc:sldMk cId="2834736413" sldId="359"/>
        </pc:sldMkLst>
        <pc:spChg chg="mod">
          <ac:chgData name="MATTIELLO ELISA (DTO)" userId="4cb96d05-68a9-4553-a6b6-60dc223aafd6" providerId="ADAL" clId="{80F9E497-B634-4202-AE06-609A088369CA}" dt="2025-10-28T10:48:27.632" v="3303" actId="20577"/>
          <ac:spMkLst>
            <pc:docMk/>
            <pc:sldMk cId="2834736413" sldId="359"/>
            <ac:spMk id="3" creationId="{48E9DA22-5404-9596-D9C3-A462756D7AE8}"/>
          </ac:spMkLst>
        </pc:spChg>
        <pc:spChg chg="add mod">
          <ac:chgData name="MATTIELLO ELISA (DTO)" userId="4cb96d05-68a9-4553-a6b6-60dc223aafd6" providerId="ADAL" clId="{80F9E497-B634-4202-AE06-609A088369CA}" dt="2025-10-28T10:49:34.737" v="3404" actId="207"/>
          <ac:spMkLst>
            <pc:docMk/>
            <pc:sldMk cId="2834736413" sldId="359"/>
            <ac:spMk id="5" creationId="{EBD61A2E-70C9-7E7A-D4F4-5BB1A86B4ED1}"/>
          </ac:spMkLst>
        </pc:spChg>
        <pc:spChg chg="mod">
          <ac:chgData name="MATTIELLO ELISA (DTO)" userId="4cb96d05-68a9-4553-a6b6-60dc223aafd6" providerId="ADAL" clId="{80F9E497-B634-4202-AE06-609A088369CA}" dt="2025-10-28T10:48:03.185" v="3299" actId="20577"/>
          <ac:spMkLst>
            <pc:docMk/>
            <pc:sldMk cId="2834736413" sldId="359"/>
            <ac:spMk id="6" creationId="{B41AD392-767B-980D-BEE7-82BFC510085B}"/>
          </ac:spMkLst>
        </pc:spChg>
        <pc:spChg chg="add mod ord">
          <ac:chgData name="MATTIELLO ELISA (DTO)" userId="4cb96d05-68a9-4553-a6b6-60dc223aafd6" providerId="ADAL" clId="{80F9E497-B634-4202-AE06-609A088369CA}" dt="2025-10-28T10:52:40.376" v="3454" actId="166"/>
          <ac:spMkLst>
            <pc:docMk/>
            <pc:sldMk cId="2834736413" sldId="359"/>
            <ac:spMk id="15" creationId="{CA3CF767-14CD-3FC1-06BE-117392B4C897}"/>
          </ac:spMkLst>
        </pc:spChg>
        <pc:spChg chg="add mod">
          <ac:chgData name="MATTIELLO ELISA (DTO)" userId="4cb96d05-68a9-4553-a6b6-60dc223aafd6" providerId="ADAL" clId="{80F9E497-B634-4202-AE06-609A088369CA}" dt="2025-10-28T10:52:31.984" v="3453" actId="207"/>
          <ac:spMkLst>
            <pc:docMk/>
            <pc:sldMk cId="2834736413" sldId="359"/>
            <ac:spMk id="16" creationId="{9FE9CDB1-01E1-9E12-876C-F1DA60DB6BBD}"/>
          </ac:spMkLst>
        </pc:spChg>
        <pc:spChg chg="add mod">
          <ac:chgData name="MATTIELLO ELISA (DTO)" userId="4cb96d05-68a9-4553-a6b6-60dc223aafd6" providerId="ADAL" clId="{80F9E497-B634-4202-AE06-609A088369CA}" dt="2025-10-28T10:52:26.737" v="3452" actId="207"/>
          <ac:spMkLst>
            <pc:docMk/>
            <pc:sldMk cId="2834736413" sldId="359"/>
            <ac:spMk id="17" creationId="{5D88C48F-5FBB-AAEC-A81E-AF077333C5F5}"/>
          </ac:spMkLst>
        </pc:spChg>
        <pc:spChg chg="add mod">
          <ac:chgData name="MATTIELLO ELISA (DTO)" userId="4cb96d05-68a9-4553-a6b6-60dc223aafd6" providerId="ADAL" clId="{80F9E497-B634-4202-AE06-609A088369CA}" dt="2025-10-28T10:52:22.857" v="3451" actId="207"/>
          <ac:spMkLst>
            <pc:docMk/>
            <pc:sldMk cId="2834736413" sldId="359"/>
            <ac:spMk id="18" creationId="{DC0CF324-40D2-6ECD-46A0-9E2664685B43}"/>
          </ac:spMkLst>
        </pc:spChg>
        <pc:spChg chg="add mod">
          <ac:chgData name="MATTIELLO ELISA (DTO)" userId="4cb96d05-68a9-4553-a6b6-60dc223aafd6" providerId="ADAL" clId="{80F9E497-B634-4202-AE06-609A088369CA}" dt="2025-10-28T10:52:17.330" v="3450" actId="207"/>
          <ac:spMkLst>
            <pc:docMk/>
            <pc:sldMk cId="2834736413" sldId="359"/>
            <ac:spMk id="19" creationId="{6D63E083-BB8D-A010-283E-164D169E6937}"/>
          </ac:spMkLst>
        </pc:spChg>
      </pc:sldChg>
      <pc:sldChg chg="addSp delSp modSp add mod delAnim">
        <pc:chgData name="MATTIELLO ELISA (DTO)" userId="4cb96d05-68a9-4553-a6b6-60dc223aafd6" providerId="ADAL" clId="{80F9E497-B634-4202-AE06-609A088369CA}" dt="2025-10-28T10:56:09.949" v="3534" actId="123"/>
        <pc:sldMkLst>
          <pc:docMk/>
          <pc:sldMk cId="340181168" sldId="360"/>
        </pc:sldMkLst>
        <pc:spChg chg="mod">
          <ac:chgData name="MATTIELLO ELISA (DTO)" userId="4cb96d05-68a9-4553-a6b6-60dc223aafd6" providerId="ADAL" clId="{80F9E497-B634-4202-AE06-609A088369CA}" dt="2025-10-28T10:53:30.279" v="3503" actId="6549"/>
          <ac:spMkLst>
            <pc:docMk/>
            <pc:sldMk cId="340181168" sldId="360"/>
            <ac:spMk id="3" creationId="{4198F921-F9BE-9805-2581-AEE21C716CC3}"/>
          </ac:spMkLst>
        </pc:spChg>
        <pc:spChg chg="mod">
          <ac:chgData name="MATTIELLO ELISA (DTO)" userId="4cb96d05-68a9-4553-a6b6-60dc223aafd6" providerId="ADAL" clId="{80F9E497-B634-4202-AE06-609A088369CA}" dt="2025-10-28T10:53:12.280" v="3500" actId="20577"/>
          <ac:spMkLst>
            <pc:docMk/>
            <pc:sldMk cId="340181168" sldId="360"/>
            <ac:spMk id="6" creationId="{E8F9F3A4-742C-49AF-1279-6AEAA576EB42}"/>
          </ac:spMkLst>
        </pc:spChg>
        <pc:graphicFrameChg chg="add mod modGraphic">
          <ac:chgData name="MATTIELLO ELISA (DTO)" userId="4cb96d05-68a9-4553-a6b6-60dc223aafd6" providerId="ADAL" clId="{80F9E497-B634-4202-AE06-609A088369CA}" dt="2025-10-28T10:56:09.949" v="3534" actId="123"/>
          <ac:graphicFrameMkLst>
            <pc:docMk/>
            <pc:sldMk cId="340181168" sldId="360"/>
            <ac:graphicFrameMk id="7" creationId="{3E4C0FDB-07BC-F376-E549-FB97774888A8}"/>
          </ac:graphicFrameMkLst>
        </pc:graphicFrameChg>
      </pc:sldChg>
      <pc:sldChg chg="addSp delSp modSp add mod delAnim modAnim">
        <pc:chgData name="MATTIELLO ELISA (DTO)" userId="4cb96d05-68a9-4553-a6b6-60dc223aafd6" providerId="ADAL" clId="{80F9E497-B634-4202-AE06-609A088369CA}" dt="2025-10-28T11:25:17.695" v="4233"/>
        <pc:sldMkLst>
          <pc:docMk/>
          <pc:sldMk cId="555388049" sldId="361"/>
        </pc:sldMkLst>
        <pc:spChg chg="mod">
          <ac:chgData name="MATTIELLO ELISA (DTO)" userId="4cb96d05-68a9-4553-a6b6-60dc223aafd6" providerId="ADAL" clId="{80F9E497-B634-4202-AE06-609A088369CA}" dt="2025-10-28T10:58:00.579" v="3576" actId="1076"/>
          <ac:spMkLst>
            <pc:docMk/>
            <pc:sldMk cId="555388049" sldId="361"/>
            <ac:spMk id="2" creationId="{346994E3-F899-DCD3-188A-504474613309}"/>
          </ac:spMkLst>
        </pc:spChg>
        <pc:spChg chg="add mod ord">
          <ac:chgData name="MATTIELLO ELISA (DTO)" userId="4cb96d05-68a9-4553-a6b6-60dc223aafd6" providerId="ADAL" clId="{80F9E497-B634-4202-AE06-609A088369CA}" dt="2025-10-28T11:00:49.996" v="3649" actId="115"/>
          <ac:spMkLst>
            <pc:docMk/>
            <pc:sldMk cId="555388049" sldId="361"/>
            <ac:spMk id="5" creationId="{DCBC1F82-D741-AFA6-5A9B-82124845CA2E}"/>
          </ac:spMkLst>
        </pc:spChg>
        <pc:spChg chg="mod">
          <ac:chgData name="MATTIELLO ELISA (DTO)" userId="4cb96d05-68a9-4553-a6b6-60dc223aafd6" providerId="ADAL" clId="{80F9E497-B634-4202-AE06-609A088369CA}" dt="2025-10-28T10:57:03.731" v="3567" actId="14100"/>
          <ac:spMkLst>
            <pc:docMk/>
            <pc:sldMk cId="555388049" sldId="361"/>
            <ac:spMk id="6" creationId="{20172DB7-0EB7-28E3-72BC-E63C062543F2}"/>
          </ac:spMkLst>
        </pc:spChg>
        <pc:spChg chg="add mod">
          <ac:chgData name="MATTIELLO ELISA (DTO)" userId="4cb96d05-68a9-4553-a6b6-60dc223aafd6" providerId="ADAL" clId="{80F9E497-B634-4202-AE06-609A088369CA}" dt="2025-10-28T11:01:02.169" v="3657" actId="1035"/>
          <ac:spMkLst>
            <pc:docMk/>
            <pc:sldMk cId="555388049" sldId="361"/>
            <ac:spMk id="8" creationId="{AE98DF62-26A4-221F-DC30-BCAF26DC916C}"/>
          </ac:spMkLst>
        </pc:spChg>
        <pc:spChg chg="add mod">
          <ac:chgData name="MATTIELLO ELISA (DTO)" userId="4cb96d05-68a9-4553-a6b6-60dc223aafd6" providerId="ADAL" clId="{80F9E497-B634-4202-AE06-609A088369CA}" dt="2025-10-28T11:01:02.169" v="3657" actId="1035"/>
          <ac:spMkLst>
            <pc:docMk/>
            <pc:sldMk cId="555388049" sldId="361"/>
            <ac:spMk id="9" creationId="{553DD959-AEB4-FF0B-ADC5-D98E9EF3C27E}"/>
          </ac:spMkLst>
        </pc:spChg>
        <pc:spChg chg="add mod">
          <ac:chgData name="MATTIELLO ELISA (DTO)" userId="4cb96d05-68a9-4553-a6b6-60dc223aafd6" providerId="ADAL" clId="{80F9E497-B634-4202-AE06-609A088369CA}" dt="2025-10-28T11:01:02.169" v="3657" actId="1035"/>
          <ac:spMkLst>
            <pc:docMk/>
            <pc:sldMk cId="555388049" sldId="361"/>
            <ac:spMk id="10" creationId="{96C9877D-7D18-8426-46CD-ED6105752410}"/>
          </ac:spMkLst>
        </pc:spChg>
      </pc:sldChg>
      <pc:sldChg chg="addSp delSp modSp add mod delAnim modAnim">
        <pc:chgData name="MATTIELLO ELISA (DTO)" userId="4cb96d05-68a9-4553-a6b6-60dc223aafd6" providerId="ADAL" clId="{80F9E497-B634-4202-AE06-609A088369CA}" dt="2025-10-28T11:25:20.989" v="4234"/>
        <pc:sldMkLst>
          <pc:docMk/>
          <pc:sldMk cId="922336520" sldId="362"/>
        </pc:sldMkLst>
        <pc:spChg chg="mod">
          <ac:chgData name="MATTIELLO ELISA (DTO)" userId="4cb96d05-68a9-4553-a6b6-60dc223aafd6" providerId="ADAL" clId="{80F9E497-B634-4202-AE06-609A088369CA}" dt="2025-10-28T11:01:22.999" v="3660" actId="1076"/>
          <ac:spMkLst>
            <pc:docMk/>
            <pc:sldMk cId="922336520" sldId="362"/>
            <ac:spMk id="2" creationId="{1CE4B8F7-4958-885A-EB76-EDD3F5CBDDFC}"/>
          </ac:spMkLst>
        </pc:spChg>
        <pc:spChg chg="add mod">
          <ac:chgData name="MATTIELLO ELISA (DTO)" userId="4cb96d05-68a9-4553-a6b6-60dc223aafd6" providerId="ADAL" clId="{80F9E497-B634-4202-AE06-609A088369CA}" dt="2025-10-28T11:05:30.146" v="3734" actId="20577"/>
          <ac:spMkLst>
            <pc:docMk/>
            <pc:sldMk cId="922336520" sldId="362"/>
            <ac:spMk id="3" creationId="{130F654D-1D90-1BA8-9D8B-BADDF0619432}"/>
          </ac:spMkLst>
        </pc:spChg>
        <pc:spChg chg="add mod ord">
          <ac:chgData name="MATTIELLO ELISA (DTO)" userId="4cb96d05-68a9-4553-a6b6-60dc223aafd6" providerId="ADAL" clId="{80F9E497-B634-4202-AE06-609A088369CA}" dt="2025-10-28T11:08:58.619" v="3788" actId="166"/>
          <ac:spMkLst>
            <pc:docMk/>
            <pc:sldMk cId="922336520" sldId="362"/>
            <ac:spMk id="7" creationId="{385B7ECF-1ECC-F2B1-AE38-4628A41A283C}"/>
          </ac:spMkLst>
        </pc:spChg>
        <pc:spChg chg="add mod">
          <ac:chgData name="MATTIELLO ELISA (DTO)" userId="4cb96d05-68a9-4553-a6b6-60dc223aafd6" providerId="ADAL" clId="{80F9E497-B634-4202-AE06-609A088369CA}" dt="2025-10-28T11:08:24.624" v="3781" actId="1036"/>
          <ac:spMkLst>
            <pc:docMk/>
            <pc:sldMk cId="922336520" sldId="362"/>
            <ac:spMk id="11" creationId="{A47CF16D-7E55-BA1D-0734-A8131FD2670A}"/>
          </ac:spMkLst>
        </pc:spChg>
        <pc:spChg chg="add mod">
          <ac:chgData name="MATTIELLO ELISA (DTO)" userId="4cb96d05-68a9-4553-a6b6-60dc223aafd6" providerId="ADAL" clId="{80F9E497-B634-4202-AE06-609A088369CA}" dt="2025-10-28T11:08:54.523" v="3787" actId="207"/>
          <ac:spMkLst>
            <pc:docMk/>
            <pc:sldMk cId="922336520" sldId="362"/>
            <ac:spMk id="12" creationId="{7B084B26-BA99-206A-D994-4D3C90AE2CBE}"/>
          </ac:spMkLst>
        </pc:spChg>
      </pc:sldChg>
      <pc:sldChg chg="addSp delSp modSp add mod delAnim modAnim">
        <pc:chgData name="MATTIELLO ELISA (DTO)" userId="4cb96d05-68a9-4553-a6b6-60dc223aafd6" providerId="ADAL" clId="{80F9E497-B634-4202-AE06-609A088369CA}" dt="2025-10-28T11:25:24.248" v="4235"/>
        <pc:sldMkLst>
          <pc:docMk/>
          <pc:sldMk cId="70215184" sldId="363"/>
        </pc:sldMkLst>
        <pc:spChg chg="mod">
          <ac:chgData name="MATTIELLO ELISA (DTO)" userId="4cb96d05-68a9-4553-a6b6-60dc223aafd6" providerId="ADAL" clId="{80F9E497-B634-4202-AE06-609A088369CA}" dt="2025-10-28T11:09:48.304" v="3831" actId="313"/>
          <ac:spMkLst>
            <pc:docMk/>
            <pc:sldMk cId="70215184" sldId="363"/>
            <ac:spMk id="3" creationId="{96F7FD3D-FBCC-D616-D041-955E74F4CCDE}"/>
          </ac:spMkLst>
        </pc:spChg>
        <pc:spChg chg="add mod">
          <ac:chgData name="MATTIELLO ELISA (DTO)" userId="4cb96d05-68a9-4553-a6b6-60dc223aafd6" providerId="ADAL" clId="{80F9E497-B634-4202-AE06-609A088369CA}" dt="2025-10-28T11:10:20.446" v="3835" actId="123"/>
          <ac:spMkLst>
            <pc:docMk/>
            <pc:sldMk cId="70215184" sldId="363"/>
            <ac:spMk id="5" creationId="{D73291A6-598B-70C5-3310-4FBFC7C3DC54}"/>
          </ac:spMkLst>
        </pc:spChg>
        <pc:spChg chg="add mod">
          <ac:chgData name="MATTIELLO ELISA (DTO)" userId="4cb96d05-68a9-4553-a6b6-60dc223aafd6" providerId="ADAL" clId="{80F9E497-B634-4202-AE06-609A088369CA}" dt="2025-10-28T11:10:47.011" v="3884" actId="1036"/>
          <ac:spMkLst>
            <pc:docMk/>
            <pc:sldMk cId="70215184" sldId="363"/>
            <ac:spMk id="8" creationId="{24AEF1B6-48D4-92CE-A537-EFFE790A8DDC}"/>
          </ac:spMkLst>
        </pc:spChg>
        <pc:spChg chg="add mod">
          <ac:chgData name="MATTIELLO ELISA (DTO)" userId="4cb96d05-68a9-4553-a6b6-60dc223aafd6" providerId="ADAL" clId="{80F9E497-B634-4202-AE06-609A088369CA}" dt="2025-10-28T11:11:08.301" v="3929" actId="20577"/>
          <ac:spMkLst>
            <pc:docMk/>
            <pc:sldMk cId="70215184" sldId="363"/>
            <ac:spMk id="9" creationId="{FAC8F779-04FC-2CFE-AC6D-BBE2C525B0E8}"/>
          </ac:spMkLst>
        </pc:spChg>
      </pc:sldChg>
      <pc:sldChg chg="add del">
        <pc:chgData name="MATTIELLO ELISA (DTO)" userId="4cb96d05-68a9-4553-a6b6-60dc223aafd6" providerId="ADAL" clId="{80F9E497-B634-4202-AE06-609A088369CA}" dt="2025-10-28T11:04:44.225" v="3665"/>
        <pc:sldMkLst>
          <pc:docMk/>
          <pc:sldMk cId="205259389" sldId="363"/>
        </pc:sldMkLst>
      </pc:sldChg>
      <pc:sldChg chg="delSp modSp add mod delAnim">
        <pc:chgData name="MATTIELLO ELISA (DTO)" userId="4cb96d05-68a9-4553-a6b6-60dc223aafd6" providerId="ADAL" clId="{80F9E497-B634-4202-AE06-609A088369CA}" dt="2025-10-28T11:13:10.316" v="3996" actId="1035"/>
        <pc:sldMkLst>
          <pc:docMk/>
          <pc:sldMk cId="2144953541" sldId="364"/>
        </pc:sldMkLst>
        <pc:spChg chg="mod">
          <ac:chgData name="MATTIELLO ELISA (DTO)" userId="4cb96d05-68a9-4553-a6b6-60dc223aafd6" providerId="ADAL" clId="{80F9E497-B634-4202-AE06-609A088369CA}" dt="2025-10-28T11:11:36.325" v="3968" actId="20577"/>
          <ac:spMkLst>
            <pc:docMk/>
            <pc:sldMk cId="2144953541" sldId="364"/>
            <ac:spMk id="3" creationId="{22DB99E5-1E67-8465-13F7-89CD1AB6E112}"/>
          </ac:spMkLst>
        </pc:spChg>
        <pc:spChg chg="mod">
          <ac:chgData name="MATTIELLO ELISA (DTO)" userId="4cb96d05-68a9-4553-a6b6-60dc223aafd6" providerId="ADAL" clId="{80F9E497-B634-4202-AE06-609A088369CA}" dt="2025-10-28T11:13:10.316" v="3996" actId="1035"/>
          <ac:spMkLst>
            <pc:docMk/>
            <pc:sldMk cId="2144953541" sldId="364"/>
            <ac:spMk id="5" creationId="{1C73EF29-DC53-2254-2A78-F3CF5E3E0541}"/>
          </ac:spMkLst>
        </pc:spChg>
      </pc:sldChg>
      <pc:sldChg chg="addSp delSp modSp add mod">
        <pc:chgData name="MATTIELLO ELISA (DTO)" userId="4cb96d05-68a9-4553-a6b6-60dc223aafd6" providerId="ADAL" clId="{80F9E497-B634-4202-AE06-609A088369CA}" dt="2025-10-28T11:18:44.845" v="4113" actId="1076"/>
        <pc:sldMkLst>
          <pc:docMk/>
          <pc:sldMk cId="792064161" sldId="365"/>
        </pc:sldMkLst>
      </pc:sldChg>
      <pc:sldChg chg="addSp delSp modSp add mod modAnim">
        <pc:chgData name="MATTIELLO ELISA (DTO)" userId="4cb96d05-68a9-4553-a6b6-60dc223aafd6" providerId="ADAL" clId="{80F9E497-B634-4202-AE06-609A088369CA}" dt="2025-10-28T11:25:31.883" v="4236"/>
        <pc:sldMkLst>
          <pc:docMk/>
          <pc:sldMk cId="3451166073" sldId="366"/>
        </pc:sldMkLst>
      </pc:sldChg>
      <pc:sldChg chg="addSp delSp modSp add mod delAnim">
        <pc:chgData name="MATTIELLO ELISA (DTO)" userId="4cb96d05-68a9-4553-a6b6-60dc223aafd6" providerId="ADAL" clId="{80F9E497-B634-4202-AE06-609A088369CA}" dt="2025-10-28T11:23:05.196" v="4230" actId="1076"/>
        <pc:sldMkLst>
          <pc:docMk/>
          <pc:sldMk cId="2241580275" sldId="367"/>
        </pc:sldMkLst>
      </pc:sldChg>
    </pc:docChg>
  </pc:docChgLst>
  <pc:docChgLst>
    <pc:chgData name="Baragona, Alessandro (Bip Group)" userId="666fa524-fba8-4b2f-87f7-927e91ce9249" providerId="ADAL" clId="{8F710FF2-B19A-4BF8-A99F-17BE0174AB4A}"/>
    <pc:docChg chg="undo redo custSel addSld delSld modSld sldOrd addSection delSection modSection">
      <pc:chgData name="Baragona, Alessandro (Bip Group)" userId="666fa524-fba8-4b2f-87f7-927e91ce9249" providerId="ADAL" clId="{8F710FF2-B19A-4BF8-A99F-17BE0174AB4A}" dt="2025-11-06T18:28:50.266" v="1000" actId="20577"/>
      <pc:docMkLst>
        <pc:docMk/>
      </pc:docMkLst>
      <pc:sldChg chg="modSp del mod ord">
        <pc:chgData name="Baragona, Alessandro (Bip Group)" userId="666fa524-fba8-4b2f-87f7-927e91ce9249" providerId="ADAL" clId="{8F710FF2-B19A-4BF8-A99F-17BE0174AB4A}" dt="2025-11-06T13:45:00.166" v="736" actId="2696"/>
        <pc:sldMkLst>
          <pc:docMk/>
          <pc:sldMk cId="1001400912" sldId="259"/>
        </pc:sldMkLst>
      </pc:sldChg>
      <pc:sldChg chg="modSp del mod">
        <pc:chgData name="Baragona, Alessandro (Bip Group)" userId="666fa524-fba8-4b2f-87f7-927e91ce9249" providerId="ADAL" clId="{8F710FF2-B19A-4BF8-A99F-17BE0174AB4A}" dt="2025-10-28T18:48:44.333" v="233" actId="2696"/>
        <pc:sldMkLst>
          <pc:docMk/>
          <pc:sldMk cId="417488564" sldId="342"/>
        </pc:sldMkLst>
      </pc:sldChg>
      <pc:sldChg chg="delSp modSp mod">
        <pc:chgData name="Baragona, Alessandro (Bip Group)" userId="666fa524-fba8-4b2f-87f7-927e91ce9249" providerId="ADAL" clId="{8F710FF2-B19A-4BF8-A99F-17BE0174AB4A}" dt="2025-11-04T18:42:34.602" v="735" actId="6549"/>
        <pc:sldMkLst>
          <pc:docMk/>
          <pc:sldMk cId="233149752" sldId="345"/>
        </pc:sldMkLst>
        <pc:spChg chg="mod">
          <ac:chgData name="Baragona, Alessandro (Bip Group)" userId="666fa524-fba8-4b2f-87f7-927e91ce9249" providerId="ADAL" clId="{8F710FF2-B19A-4BF8-A99F-17BE0174AB4A}" dt="2025-11-03T19:45:34.936" v="615" actId="14100"/>
          <ac:spMkLst>
            <pc:docMk/>
            <pc:sldMk cId="233149752" sldId="345"/>
            <ac:spMk id="11" creationId="{C01C1FD9-DBB9-0AEF-AF34-464E5B5963BD}"/>
          </ac:spMkLst>
        </pc:spChg>
        <pc:spChg chg="mod">
          <ac:chgData name="Baragona, Alessandro (Bip Group)" userId="666fa524-fba8-4b2f-87f7-927e91ce9249" providerId="ADAL" clId="{8F710FF2-B19A-4BF8-A99F-17BE0174AB4A}" dt="2025-11-04T18:42:34.602" v="735" actId="6549"/>
          <ac:spMkLst>
            <pc:docMk/>
            <pc:sldMk cId="233149752" sldId="345"/>
            <ac:spMk id="22" creationId="{4AA5C41D-6C25-6366-CFE9-F886975DF349}"/>
          </ac:spMkLst>
        </pc:spChg>
      </pc:sldChg>
      <pc:sldChg chg="modSp mod">
        <pc:chgData name="Baragona, Alessandro (Bip Group)" userId="666fa524-fba8-4b2f-87f7-927e91ce9249" providerId="ADAL" clId="{8F710FF2-B19A-4BF8-A99F-17BE0174AB4A}" dt="2025-11-06T13:47:22.100" v="738" actId="20577"/>
        <pc:sldMkLst>
          <pc:docMk/>
          <pc:sldMk cId="3636288419" sldId="346"/>
        </pc:sldMkLst>
        <pc:spChg chg="mod">
          <ac:chgData name="Baragona, Alessandro (Bip Group)" userId="666fa524-fba8-4b2f-87f7-927e91ce9249" providerId="ADAL" clId="{8F710FF2-B19A-4BF8-A99F-17BE0174AB4A}" dt="2025-11-06T13:47:22.100" v="738" actId="20577"/>
          <ac:spMkLst>
            <pc:docMk/>
            <pc:sldMk cId="3636288419" sldId="346"/>
            <ac:spMk id="31" creationId="{32B8E2E8-CD9A-6C50-A990-8362A90DDCA0}"/>
          </ac:spMkLst>
        </pc:spChg>
      </pc:sldChg>
      <pc:sldChg chg="modSp">
        <pc:chgData name="Baragona, Alessandro (Bip Group)" userId="666fa524-fba8-4b2f-87f7-927e91ce9249" providerId="ADAL" clId="{8F710FF2-B19A-4BF8-A99F-17BE0174AB4A}" dt="2025-11-06T18:28:50.266" v="1000" actId="20577"/>
        <pc:sldMkLst>
          <pc:docMk/>
          <pc:sldMk cId="1048227043" sldId="347"/>
        </pc:sldMkLst>
        <pc:spChg chg="mod">
          <ac:chgData name="Baragona, Alessandro (Bip Group)" userId="666fa524-fba8-4b2f-87f7-927e91ce9249" providerId="ADAL" clId="{8F710FF2-B19A-4BF8-A99F-17BE0174AB4A}" dt="2025-11-06T18:28:39.900" v="997" actId="20577"/>
          <ac:spMkLst>
            <pc:docMk/>
            <pc:sldMk cId="1048227043" sldId="347"/>
            <ac:spMk id="31" creationId="{FB529DE1-8C48-3D8A-4916-E9DE63F7C78C}"/>
          </ac:spMkLst>
        </pc:spChg>
        <pc:spChg chg="mod">
          <ac:chgData name="Baragona, Alessandro (Bip Group)" userId="666fa524-fba8-4b2f-87f7-927e91ce9249" providerId="ADAL" clId="{8F710FF2-B19A-4BF8-A99F-17BE0174AB4A}" dt="2025-11-06T18:28:47.844" v="999" actId="20577"/>
          <ac:spMkLst>
            <pc:docMk/>
            <pc:sldMk cId="1048227043" sldId="347"/>
            <ac:spMk id="33" creationId="{C7F3F8CB-DD64-4619-8815-61319A34DBB0}"/>
          </ac:spMkLst>
        </pc:spChg>
        <pc:spChg chg="mod">
          <ac:chgData name="Baragona, Alessandro (Bip Group)" userId="666fa524-fba8-4b2f-87f7-927e91ce9249" providerId="ADAL" clId="{8F710FF2-B19A-4BF8-A99F-17BE0174AB4A}" dt="2025-11-06T18:28:50.266" v="1000" actId="20577"/>
          <ac:spMkLst>
            <pc:docMk/>
            <pc:sldMk cId="1048227043" sldId="347"/>
            <ac:spMk id="34" creationId="{300B5830-9754-85CC-86C7-42A961479E8E}"/>
          </ac:spMkLst>
        </pc:spChg>
      </pc:sldChg>
      <pc:sldChg chg="addSp delSp modSp del mod delAnim modAnim">
        <pc:chgData name="Baragona, Alessandro (Bip Group)" userId="666fa524-fba8-4b2f-87f7-927e91ce9249" providerId="ADAL" clId="{8F710FF2-B19A-4BF8-A99F-17BE0174AB4A}" dt="2025-11-06T17:11:10.481" v="948" actId="2696"/>
        <pc:sldMkLst>
          <pc:docMk/>
          <pc:sldMk cId="1257221392" sldId="348"/>
        </pc:sldMkLst>
        <pc:spChg chg="mod">
          <ac:chgData name="Baragona, Alessandro (Bip Group)" userId="666fa524-fba8-4b2f-87f7-927e91ce9249" providerId="ADAL" clId="{8F710FF2-B19A-4BF8-A99F-17BE0174AB4A}" dt="2025-11-06T17:07:34.123" v="892" actId="14100"/>
          <ac:spMkLst>
            <pc:docMk/>
            <pc:sldMk cId="1257221392" sldId="348"/>
            <ac:spMk id="11" creationId="{C73A0DA6-99AF-372A-E43E-EEF8122E47F4}"/>
          </ac:spMkLst>
        </pc:spChg>
        <pc:spChg chg="mod ord">
          <ac:chgData name="Baragona, Alessandro (Bip Group)" userId="666fa524-fba8-4b2f-87f7-927e91ce9249" providerId="ADAL" clId="{8F710FF2-B19A-4BF8-A99F-17BE0174AB4A}" dt="2025-11-06T17:01:35.984" v="847" actId="171"/>
          <ac:spMkLst>
            <pc:docMk/>
            <pc:sldMk cId="1257221392" sldId="348"/>
            <ac:spMk id="55" creationId="{5BD12713-6A52-96C3-31D6-89BD084B75CE}"/>
          </ac:spMkLst>
        </pc:spChg>
        <pc:spChg chg="mod ord topLvl">
          <ac:chgData name="Baragona, Alessandro (Bip Group)" userId="666fa524-fba8-4b2f-87f7-927e91ce9249" providerId="ADAL" clId="{8F710FF2-B19A-4BF8-A99F-17BE0174AB4A}" dt="2025-11-06T17:06:30.385" v="872" actId="164"/>
          <ac:spMkLst>
            <pc:docMk/>
            <pc:sldMk cId="1257221392" sldId="348"/>
            <ac:spMk id="57" creationId="{A128DC5F-F9A9-9C1F-FD5D-47E56255F8C9}"/>
          </ac:spMkLst>
        </pc:spChg>
        <pc:spChg chg="mod ord topLvl">
          <ac:chgData name="Baragona, Alessandro (Bip Group)" userId="666fa524-fba8-4b2f-87f7-927e91ce9249" providerId="ADAL" clId="{8F710FF2-B19A-4BF8-A99F-17BE0174AB4A}" dt="2025-11-06T17:06:30.385" v="872" actId="164"/>
          <ac:spMkLst>
            <pc:docMk/>
            <pc:sldMk cId="1257221392" sldId="348"/>
            <ac:spMk id="58" creationId="{C50D9D5C-D477-8B40-322F-6374A4B5B518}"/>
          </ac:spMkLst>
        </pc:spChg>
        <pc:spChg chg="mod ord topLvl">
          <ac:chgData name="Baragona, Alessandro (Bip Group)" userId="666fa524-fba8-4b2f-87f7-927e91ce9249" providerId="ADAL" clId="{8F710FF2-B19A-4BF8-A99F-17BE0174AB4A}" dt="2025-11-06T17:06:30.385" v="872" actId="164"/>
          <ac:spMkLst>
            <pc:docMk/>
            <pc:sldMk cId="1257221392" sldId="348"/>
            <ac:spMk id="66" creationId="{3EC99C80-B968-F924-397B-AE2E881F381B}"/>
          </ac:spMkLst>
        </pc:spChg>
        <pc:spChg chg="mod topLvl">
          <ac:chgData name="Baragona, Alessandro (Bip Group)" userId="666fa524-fba8-4b2f-87f7-927e91ce9249" providerId="ADAL" clId="{8F710FF2-B19A-4BF8-A99F-17BE0174AB4A}" dt="2025-11-06T17:06:30.385" v="872" actId="164"/>
          <ac:spMkLst>
            <pc:docMk/>
            <pc:sldMk cId="1257221392" sldId="348"/>
            <ac:spMk id="72" creationId="{74FA59C2-9C98-20E5-F19F-CAB515385160}"/>
          </ac:spMkLst>
        </pc:spChg>
        <pc:spChg chg="mod topLvl">
          <ac:chgData name="Baragona, Alessandro (Bip Group)" userId="666fa524-fba8-4b2f-87f7-927e91ce9249" providerId="ADAL" clId="{8F710FF2-B19A-4BF8-A99F-17BE0174AB4A}" dt="2025-11-06T17:06:30.385" v="872" actId="164"/>
          <ac:spMkLst>
            <pc:docMk/>
            <pc:sldMk cId="1257221392" sldId="348"/>
            <ac:spMk id="73" creationId="{5BD9CA57-994A-AB4D-F949-5A5949D0250B}"/>
          </ac:spMkLst>
        </pc:spChg>
        <pc:spChg chg="mod">
          <ac:chgData name="Baragona, Alessandro (Bip Group)" userId="666fa524-fba8-4b2f-87f7-927e91ce9249" providerId="ADAL" clId="{8F710FF2-B19A-4BF8-A99F-17BE0174AB4A}" dt="2025-11-06T17:03:30.885" v="859" actId="338"/>
          <ac:spMkLst>
            <pc:docMk/>
            <pc:sldMk cId="1257221392" sldId="348"/>
            <ac:spMk id="100" creationId="{9062D623-89A9-C7A3-7E98-F5017DC6527E}"/>
          </ac:spMkLst>
        </pc:spChg>
        <pc:spChg chg="mod">
          <ac:chgData name="Baragona, Alessandro (Bip Group)" userId="666fa524-fba8-4b2f-87f7-927e91ce9249" providerId="ADAL" clId="{8F710FF2-B19A-4BF8-A99F-17BE0174AB4A}" dt="2025-11-06T17:03:30.885" v="859" actId="338"/>
          <ac:spMkLst>
            <pc:docMk/>
            <pc:sldMk cId="1257221392" sldId="348"/>
            <ac:spMk id="101" creationId="{BBBF94F3-A0F6-9ABA-A65B-1F069DF941F9}"/>
          </ac:spMkLst>
        </pc:spChg>
        <pc:spChg chg="mod">
          <ac:chgData name="Baragona, Alessandro (Bip Group)" userId="666fa524-fba8-4b2f-87f7-927e91ce9249" providerId="ADAL" clId="{8F710FF2-B19A-4BF8-A99F-17BE0174AB4A}" dt="2025-11-06T17:03:30.885" v="859" actId="338"/>
          <ac:spMkLst>
            <pc:docMk/>
            <pc:sldMk cId="1257221392" sldId="348"/>
            <ac:spMk id="102" creationId="{B465EF45-A646-83BE-5DD0-1EC834749EB7}"/>
          </ac:spMkLst>
        </pc:spChg>
        <pc:spChg chg="mod">
          <ac:chgData name="Baragona, Alessandro (Bip Group)" userId="666fa524-fba8-4b2f-87f7-927e91ce9249" providerId="ADAL" clId="{8F710FF2-B19A-4BF8-A99F-17BE0174AB4A}" dt="2025-11-06T17:03:30.885" v="859" actId="338"/>
          <ac:spMkLst>
            <pc:docMk/>
            <pc:sldMk cId="1257221392" sldId="348"/>
            <ac:spMk id="103" creationId="{3D2C9927-13E9-B056-59CC-4A202286810E}"/>
          </ac:spMkLst>
        </pc:spChg>
        <pc:spChg chg="del mod topLvl">
          <ac:chgData name="Baragona, Alessandro (Bip Group)" userId="666fa524-fba8-4b2f-87f7-927e91ce9249" providerId="ADAL" clId="{8F710FF2-B19A-4BF8-A99F-17BE0174AB4A}" dt="2025-11-06T17:04:07.950" v="862" actId="478"/>
          <ac:spMkLst>
            <pc:docMk/>
            <pc:sldMk cId="1257221392" sldId="348"/>
            <ac:spMk id="118" creationId="{A2FF3335-D2F0-5016-C648-EA24FD4A1403}"/>
          </ac:spMkLst>
        </pc:spChg>
        <pc:grpChg chg="add mod">
          <ac:chgData name="Baragona, Alessandro (Bip Group)" userId="666fa524-fba8-4b2f-87f7-927e91ce9249" providerId="ADAL" clId="{8F710FF2-B19A-4BF8-A99F-17BE0174AB4A}" dt="2025-11-06T16:59:14.720" v="831" actId="164"/>
          <ac:grpSpMkLst>
            <pc:docMk/>
            <pc:sldMk cId="1257221392" sldId="348"/>
            <ac:grpSpMk id="80" creationId="{7D298500-E91C-75C1-586E-BA9521FB91BE}"/>
          </ac:grpSpMkLst>
        </pc:grpChg>
        <pc:grpChg chg="add mod">
          <ac:chgData name="Baragona, Alessandro (Bip Group)" userId="666fa524-fba8-4b2f-87f7-927e91ce9249" providerId="ADAL" clId="{8F710FF2-B19A-4BF8-A99F-17BE0174AB4A}" dt="2025-11-06T17:03:17.811" v="857" actId="164"/>
          <ac:grpSpMkLst>
            <pc:docMk/>
            <pc:sldMk cId="1257221392" sldId="348"/>
            <ac:grpSpMk id="81" creationId="{30BB16F0-FD1E-B3E2-E64F-323129D74C48}"/>
          </ac:grpSpMkLst>
        </pc:grpChg>
        <pc:grpChg chg="add mod">
          <ac:chgData name="Baragona, Alessandro (Bip Group)" userId="666fa524-fba8-4b2f-87f7-927e91ce9249" providerId="ADAL" clId="{8F710FF2-B19A-4BF8-A99F-17BE0174AB4A}" dt="2025-11-06T17:03:30.885" v="859" actId="338"/>
          <ac:grpSpMkLst>
            <pc:docMk/>
            <pc:sldMk cId="1257221392" sldId="348"/>
            <ac:grpSpMk id="82" creationId="{B24F3FF3-BD8C-5324-9E84-32A31D3AE0C9}"/>
          </ac:grpSpMkLst>
        </pc:grpChg>
        <pc:grpChg chg="add mod">
          <ac:chgData name="Baragona, Alessandro (Bip Group)" userId="666fa524-fba8-4b2f-87f7-927e91ce9249" providerId="ADAL" clId="{8F710FF2-B19A-4BF8-A99F-17BE0174AB4A}" dt="2025-11-06T17:06:30.385" v="872" actId="164"/>
          <ac:grpSpMkLst>
            <pc:docMk/>
            <pc:sldMk cId="1257221392" sldId="348"/>
            <ac:grpSpMk id="83" creationId="{9D1258FD-6D80-9981-D264-7666396617A2}"/>
          </ac:grpSpMkLst>
        </pc:grpChg>
        <pc:grpChg chg="mod ord">
          <ac:chgData name="Baragona, Alessandro (Bip Group)" userId="666fa524-fba8-4b2f-87f7-927e91ce9249" providerId="ADAL" clId="{8F710FF2-B19A-4BF8-A99F-17BE0174AB4A}" dt="2025-11-06T17:06:30.385" v="872" actId="164"/>
          <ac:grpSpMkLst>
            <pc:docMk/>
            <pc:sldMk cId="1257221392" sldId="348"/>
            <ac:grpSpMk id="99" creationId="{9F7512D9-94AD-5FCB-E8AD-8786381C8964}"/>
          </ac:grpSpMkLst>
        </pc:grpChg>
        <pc:grpChg chg="add del mod">
          <ac:chgData name="Baragona, Alessandro (Bip Group)" userId="666fa524-fba8-4b2f-87f7-927e91ce9249" providerId="ADAL" clId="{8F710FF2-B19A-4BF8-A99F-17BE0174AB4A}" dt="2025-11-06T17:02:14.640" v="849" actId="165"/>
          <ac:grpSpMkLst>
            <pc:docMk/>
            <pc:sldMk cId="1257221392" sldId="348"/>
            <ac:grpSpMk id="113" creationId="{0B4B646C-044B-DE1F-C20D-A3CCA91C110B}"/>
          </ac:grpSpMkLst>
        </pc:grpChg>
        <pc:grpChg chg="topLvl">
          <ac:chgData name="Baragona, Alessandro (Bip Group)" userId="666fa524-fba8-4b2f-87f7-927e91ce9249" providerId="ADAL" clId="{8F710FF2-B19A-4BF8-A99F-17BE0174AB4A}" dt="2025-11-06T17:04:07.950" v="862" actId="478"/>
          <ac:grpSpMkLst>
            <pc:docMk/>
            <pc:sldMk cId="1257221392" sldId="348"/>
            <ac:grpSpMk id="114" creationId="{44D927C2-AC54-B24E-ABBE-BD6EA1C396E2}"/>
          </ac:grpSpMkLst>
        </pc:grpChg>
        <pc:grpChg chg="mod">
          <ac:chgData name="Baragona, Alessandro (Bip Group)" userId="666fa524-fba8-4b2f-87f7-927e91ce9249" providerId="ADAL" clId="{8F710FF2-B19A-4BF8-A99F-17BE0174AB4A}" dt="2025-11-06T17:04:11.305" v="863" actId="14100"/>
          <ac:grpSpMkLst>
            <pc:docMk/>
            <pc:sldMk cId="1257221392" sldId="348"/>
            <ac:grpSpMk id="115" creationId="{AEC8C77D-A6B4-D2A7-ED08-A46FC57FF301}"/>
          </ac:grpSpMkLst>
        </pc:grpChg>
        <pc:grpChg chg="del mod ord">
          <ac:chgData name="Baragona, Alessandro (Bip Group)" userId="666fa524-fba8-4b2f-87f7-927e91ce9249" providerId="ADAL" clId="{8F710FF2-B19A-4BF8-A99F-17BE0174AB4A}" dt="2025-11-06T17:04:07.950" v="862" actId="478"/>
          <ac:grpSpMkLst>
            <pc:docMk/>
            <pc:sldMk cId="1257221392" sldId="348"/>
            <ac:grpSpMk id="119" creationId="{ABA0D07C-AF47-2E9C-0646-1D5F4BD6C9D2}"/>
          </ac:grpSpMkLst>
        </pc:grpChg>
        <pc:cxnChg chg="add mod">
          <ac:chgData name="Baragona, Alessandro (Bip Group)" userId="666fa524-fba8-4b2f-87f7-927e91ce9249" providerId="ADAL" clId="{8F710FF2-B19A-4BF8-A99F-17BE0174AB4A}" dt="2025-11-06T16:52:41.723" v="787" actId="1076"/>
          <ac:cxnSpMkLst>
            <pc:docMk/>
            <pc:sldMk cId="1257221392" sldId="348"/>
            <ac:cxnSpMk id="2" creationId="{ACBFA764-1473-63A2-7661-6ECB57320F39}"/>
          </ac:cxnSpMkLst>
        </pc:cxnChg>
        <pc:cxnChg chg="add del mod">
          <ac:chgData name="Baragona, Alessandro (Bip Group)" userId="666fa524-fba8-4b2f-87f7-927e91ce9249" providerId="ADAL" clId="{8F710FF2-B19A-4BF8-A99F-17BE0174AB4A}" dt="2025-11-06T16:52:42.141" v="788" actId="478"/>
          <ac:cxnSpMkLst>
            <pc:docMk/>
            <pc:sldMk cId="1257221392" sldId="348"/>
            <ac:cxnSpMk id="47" creationId="{E85FBB59-7590-D0F9-881C-7BF108734574}"/>
          </ac:cxnSpMkLst>
        </pc:cxnChg>
      </pc:sldChg>
      <pc:sldChg chg="addSp delSp modSp mod delAnim">
        <pc:chgData name="Baragona, Alessandro (Bip Group)" userId="666fa524-fba8-4b2f-87f7-927e91ce9249" providerId="ADAL" clId="{8F710FF2-B19A-4BF8-A99F-17BE0174AB4A}" dt="2025-10-28T18:45:16.738" v="135" actId="478"/>
        <pc:sldMkLst>
          <pc:docMk/>
          <pc:sldMk cId="2043611728" sldId="349"/>
        </pc:sldMkLst>
        <pc:spChg chg="add mod">
          <ac:chgData name="Baragona, Alessandro (Bip Group)" userId="666fa524-fba8-4b2f-87f7-927e91ce9249" providerId="ADAL" clId="{8F710FF2-B19A-4BF8-A99F-17BE0174AB4A}" dt="2025-10-28T18:45:12.741" v="134" actId="207"/>
          <ac:spMkLst>
            <pc:docMk/>
            <pc:sldMk cId="2043611728" sldId="349"/>
            <ac:spMk id="3" creationId="{9ABC8B8C-5233-E548-0C4D-01CF9769BAAB}"/>
          </ac:spMkLst>
        </pc:spChg>
        <pc:spChg chg="mod">
          <ac:chgData name="Baragona, Alessandro (Bip Group)" userId="666fa524-fba8-4b2f-87f7-927e91ce9249" providerId="ADAL" clId="{8F710FF2-B19A-4BF8-A99F-17BE0174AB4A}" dt="2025-10-28T18:42:57.056" v="1" actId="14100"/>
          <ac:spMkLst>
            <pc:docMk/>
            <pc:sldMk cId="2043611728" sldId="349"/>
            <ac:spMk id="8" creationId="{45780143-90BE-1DAB-F231-7D97DDB32CCA}"/>
          </ac:spMkLst>
        </pc:spChg>
      </pc:sldChg>
      <pc:sldChg chg="addSp delSp modSp mod delAnim">
        <pc:chgData name="Baragona, Alessandro (Bip Group)" userId="666fa524-fba8-4b2f-87f7-927e91ce9249" providerId="ADAL" clId="{8F710FF2-B19A-4BF8-A99F-17BE0174AB4A}" dt="2025-10-28T18:46:02.487" v="232" actId="478"/>
        <pc:sldMkLst>
          <pc:docMk/>
          <pc:sldMk cId="484671763" sldId="350"/>
        </pc:sldMkLst>
        <pc:spChg chg="mod">
          <ac:chgData name="Baragona, Alessandro (Bip Group)" userId="666fa524-fba8-4b2f-87f7-927e91ce9249" providerId="ADAL" clId="{8F710FF2-B19A-4BF8-A99F-17BE0174AB4A}" dt="2025-10-28T18:45:23.063" v="137" actId="1076"/>
          <ac:spMkLst>
            <pc:docMk/>
            <pc:sldMk cId="484671763" sldId="350"/>
            <ac:spMk id="8" creationId="{D78D85F9-3DA5-A831-FA49-4FCA0DE39082}"/>
          </ac:spMkLst>
        </pc:spChg>
        <pc:spChg chg="add mod">
          <ac:chgData name="Baragona, Alessandro (Bip Group)" userId="666fa524-fba8-4b2f-87f7-927e91ce9249" providerId="ADAL" clId="{8F710FF2-B19A-4BF8-A99F-17BE0174AB4A}" dt="2025-10-28T18:45:59.652" v="231" actId="207"/>
          <ac:spMkLst>
            <pc:docMk/>
            <pc:sldMk cId="484671763" sldId="350"/>
            <ac:spMk id="12" creationId="{51A6B607-504A-F093-83C2-32B6D237B9A8}"/>
          </ac:spMkLst>
        </pc:spChg>
      </pc:sldChg>
      <pc:sldChg chg="modSp mod">
        <pc:chgData name="Baragona, Alessandro (Bip Group)" userId="666fa524-fba8-4b2f-87f7-927e91ce9249" providerId="ADAL" clId="{8F710FF2-B19A-4BF8-A99F-17BE0174AB4A}" dt="2025-11-06T13:49:13.073" v="739" actId="20577"/>
        <pc:sldMkLst>
          <pc:docMk/>
          <pc:sldMk cId="1114316953" sldId="353"/>
        </pc:sldMkLst>
        <pc:spChg chg="mod">
          <ac:chgData name="Baragona, Alessandro (Bip Group)" userId="666fa524-fba8-4b2f-87f7-927e91ce9249" providerId="ADAL" clId="{8F710FF2-B19A-4BF8-A99F-17BE0174AB4A}" dt="2025-10-28T18:43:04.624" v="2" actId="20577"/>
          <ac:spMkLst>
            <pc:docMk/>
            <pc:sldMk cId="1114316953" sldId="353"/>
            <ac:spMk id="6" creationId="{24FD48B7-FDCE-C774-C146-A1E7B1D6468A}"/>
          </ac:spMkLst>
        </pc:spChg>
        <pc:spChg chg="mod">
          <ac:chgData name="Baragona, Alessandro (Bip Group)" userId="666fa524-fba8-4b2f-87f7-927e91ce9249" providerId="ADAL" clId="{8F710FF2-B19A-4BF8-A99F-17BE0174AB4A}" dt="2025-11-06T13:49:13.073" v="739" actId="20577"/>
          <ac:spMkLst>
            <pc:docMk/>
            <pc:sldMk cId="1114316953" sldId="353"/>
            <ac:spMk id="92" creationId="{DD5C4A44-6D85-A2A1-61E7-71C9EB609E76}"/>
          </ac:spMkLst>
        </pc:spChg>
      </pc:sldChg>
      <pc:sldChg chg="modSp mod">
        <pc:chgData name="Baragona, Alessandro (Bip Group)" userId="666fa524-fba8-4b2f-87f7-927e91ce9249" providerId="ADAL" clId="{8F710FF2-B19A-4BF8-A99F-17BE0174AB4A}" dt="2025-11-06T13:50:07.129" v="757" actId="1038"/>
        <pc:sldMkLst>
          <pc:docMk/>
          <pc:sldMk cId="318552663" sldId="355"/>
        </pc:sldMkLst>
        <pc:grpChg chg="mod">
          <ac:chgData name="Baragona, Alessandro (Bip Group)" userId="666fa524-fba8-4b2f-87f7-927e91ce9249" providerId="ADAL" clId="{8F710FF2-B19A-4BF8-A99F-17BE0174AB4A}" dt="2025-10-30T19:22:58.786" v="507" actId="1035"/>
          <ac:grpSpMkLst>
            <pc:docMk/>
            <pc:sldMk cId="318552663" sldId="355"/>
            <ac:grpSpMk id="2" creationId="{CDDE359C-D22E-76A6-6AB1-D86823EF71E5}"/>
          </ac:grpSpMkLst>
        </pc:grpChg>
        <pc:grpChg chg="mod">
          <ac:chgData name="Baragona, Alessandro (Bip Group)" userId="666fa524-fba8-4b2f-87f7-927e91ce9249" providerId="ADAL" clId="{8F710FF2-B19A-4BF8-A99F-17BE0174AB4A}" dt="2025-10-30T19:22:58.786" v="507" actId="1035"/>
          <ac:grpSpMkLst>
            <pc:docMk/>
            <pc:sldMk cId="318552663" sldId="355"/>
            <ac:grpSpMk id="3" creationId="{119CC6DC-310B-8B3C-E763-C84C9300B8E3}"/>
          </ac:grpSpMkLst>
        </pc:grpChg>
        <pc:grpChg chg="mod">
          <ac:chgData name="Baragona, Alessandro (Bip Group)" userId="666fa524-fba8-4b2f-87f7-927e91ce9249" providerId="ADAL" clId="{8F710FF2-B19A-4BF8-A99F-17BE0174AB4A}" dt="2025-10-30T19:22:58.786" v="507" actId="1035"/>
          <ac:grpSpMkLst>
            <pc:docMk/>
            <pc:sldMk cId="318552663" sldId="355"/>
            <ac:grpSpMk id="4" creationId="{B64F69F6-4AF1-EA81-73B1-B7B39CEE1B6A}"/>
          </ac:grpSpMkLst>
        </pc:grpChg>
        <pc:picChg chg="mod">
          <ac:chgData name="Baragona, Alessandro (Bip Group)" userId="666fa524-fba8-4b2f-87f7-927e91ce9249" providerId="ADAL" clId="{8F710FF2-B19A-4BF8-A99F-17BE0174AB4A}" dt="2025-11-06T13:50:07.129" v="757" actId="1038"/>
          <ac:picMkLst>
            <pc:docMk/>
            <pc:sldMk cId="318552663" sldId="355"/>
            <ac:picMk id="14" creationId="{F6DB7456-31B8-915C-BF53-872DB36B5A99}"/>
          </ac:picMkLst>
        </pc:picChg>
      </pc:sldChg>
      <pc:sldChg chg="modSp mod">
        <pc:chgData name="Baragona, Alessandro (Bip Group)" userId="666fa524-fba8-4b2f-87f7-927e91ce9249" providerId="ADAL" clId="{8F710FF2-B19A-4BF8-A99F-17BE0174AB4A}" dt="2025-10-28T23:42:49.104" v="315" actId="1038"/>
        <pc:sldMkLst>
          <pc:docMk/>
          <pc:sldMk cId="3093880627" sldId="358"/>
        </pc:sldMkLst>
        <pc:picChg chg="mod">
          <ac:chgData name="Baragona, Alessandro (Bip Group)" userId="666fa524-fba8-4b2f-87f7-927e91ce9249" providerId="ADAL" clId="{8F710FF2-B19A-4BF8-A99F-17BE0174AB4A}" dt="2025-10-28T23:42:49.104" v="315" actId="1038"/>
          <ac:picMkLst>
            <pc:docMk/>
            <pc:sldMk cId="3093880627" sldId="358"/>
            <ac:picMk id="9" creationId="{E381A969-9C3B-F137-9004-C51B867AB8B6}"/>
          </ac:picMkLst>
        </pc:picChg>
      </pc:sldChg>
      <pc:sldChg chg="modSp mod">
        <pc:chgData name="Baragona, Alessandro (Bip Group)" userId="666fa524-fba8-4b2f-87f7-927e91ce9249" providerId="ADAL" clId="{8F710FF2-B19A-4BF8-A99F-17BE0174AB4A}" dt="2025-10-30T19:33:16.211" v="509" actId="14734"/>
        <pc:sldMkLst>
          <pc:docMk/>
          <pc:sldMk cId="340181168" sldId="360"/>
        </pc:sldMkLst>
        <pc:graphicFrameChg chg="modGraphic">
          <ac:chgData name="Baragona, Alessandro (Bip Group)" userId="666fa524-fba8-4b2f-87f7-927e91ce9249" providerId="ADAL" clId="{8F710FF2-B19A-4BF8-A99F-17BE0174AB4A}" dt="2025-10-30T19:33:16.211" v="509" actId="14734"/>
          <ac:graphicFrameMkLst>
            <pc:docMk/>
            <pc:sldMk cId="340181168" sldId="360"/>
            <ac:graphicFrameMk id="7" creationId="{3E4C0FDB-07BC-F376-E549-FB97774888A8}"/>
          </ac:graphicFrameMkLst>
        </pc:graphicFrameChg>
      </pc:sldChg>
      <pc:sldChg chg="modSp mod">
        <pc:chgData name="Baragona, Alessandro (Bip Group)" userId="666fa524-fba8-4b2f-87f7-927e91ce9249" providerId="ADAL" clId="{8F710FF2-B19A-4BF8-A99F-17BE0174AB4A}" dt="2025-10-30T19:40:36.969" v="510" actId="20577"/>
        <pc:sldMkLst>
          <pc:docMk/>
          <pc:sldMk cId="922336520" sldId="362"/>
        </pc:sldMkLst>
        <pc:spChg chg="mod">
          <ac:chgData name="Baragona, Alessandro (Bip Group)" userId="666fa524-fba8-4b2f-87f7-927e91ce9249" providerId="ADAL" clId="{8F710FF2-B19A-4BF8-A99F-17BE0174AB4A}" dt="2025-10-30T19:40:36.969" v="510" actId="20577"/>
          <ac:spMkLst>
            <pc:docMk/>
            <pc:sldMk cId="922336520" sldId="362"/>
            <ac:spMk id="7" creationId="{385B7ECF-1ECC-F2B1-AE38-4628A41A283C}"/>
          </ac:spMkLst>
        </pc:spChg>
      </pc:sldChg>
      <pc:sldChg chg="modSp mod">
        <pc:chgData name="Baragona, Alessandro (Bip Group)" userId="666fa524-fba8-4b2f-87f7-927e91ce9249" providerId="ADAL" clId="{8F710FF2-B19A-4BF8-A99F-17BE0174AB4A}" dt="2025-10-28T23:49:10.028" v="316" actId="20577"/>
        <pc:sldMkLst>
          <pc:docMk/>
          <pc:sldMk cId="2144953541" sldId="364"/>
        </pc:sldMkLst>
        <pc:spChg chg="mod">
          <ac:chgData name="Baragona, Alessandro (Bip Group)" userId="666fa524-fba8-4b2f-87f7-927e91ce9249" providerId="ADAL" clId="{8F710FF2-B19A-4BF8-A99F-17BE0174AB4A}" dt="2025-10-28T23:49:10.028" v="316" actId="20577"/>
          <ac:spMkLst>
            <pc:docMk/>
            <pc:sldMk cId="2144953541" sldId="364"/>
            <ac:spMk id="5" creationId="{1C73EF29-DC53-2254-2A78-F3CF5E3E0541}"/>
          </ac:spMkLst>
        </pc:spChg>
      </pc:sldChg>
      <pc:sldChg chg="addSp delSp modSp add mod delAnim">
        <pc:chgData name="Baragona, Alessandro (Bip Group)" userId="666fa524-fba8-4b2f-87f7-927e91ce9249" providerId="ADAL" clId="{8F710FF2-B19A-4BF8-A99F-17BE0174AB4A}" dt="2025-10-30T18:32:33.187" v="459" actId="1038"/>
        <pc:sldMkLst>
          <pc:docMk/>
          <pc:sldMk cId="167459939" sldId="365"/>
        </pc:sldMkLst>
        <pc:spChg chg="add mod">
          <ac:chgData name="Baragona, Alessandro (Bip Group)" userId="666fa524-fba8-4b2f-87f7-927e91ce9249" providerId="ADAL" clId="{8F710FF2-B19A-4BF8-A99F-17BE0174AB4A}" dt="2025-10-30T18:32:33.187" v="459" actId="1038"/>
          <ac:spMkLst>
            <pc:docMk/>
            <pc:sldMk cId="167459939" sldId="365"/>
            <ac:spMk id="2" creationId="{5B025914-515A-B890-C340-F899D51CBBD2}"/>
          </ac:spMkLst>
        </pc:spChg>
        <pc:spChg chg="add mod ord">
          <ac:chgData name="Baragona, Alessandro (Bip Group)" userId="666fa524-fba8-4b2f-87f7-927e91ce9249" providerId="ADAL" clId="{8F710FF2-B19A-4BF8-A99F-17BE0174AB4A}" dt="2025-10-30T18:32:33.187" v="459" actId="1038"/>
          <ac:spMkLst>
            <pc:docMk/>
            <pc:sldMk cId="167459939" sldId="365"/>
            <ac:spMk id="6" creationId="{DE38766A-4DA6-ACFC-92EB-F52FA9B1DA90}"/>
          </ac:spMkLst>
        </pc:spChg>
        <pc:spChg chg="mod">
          <ac:chgData name="Baragona, Alessandro (Bip Group)" userId="666fa524-fba8-4b2f-87f7-927e91ce9249" providerId="ADAL" clId="{8F710FF2-B19A-4BF8-A99F-17BE0174AB4A}" dt="2025-10-28T19:02:58.148" v="307" actId="1037"/>
          <ac:spMkLst>
            <pc:docMk/>
            <pc:sldMk cId="167459939" sldId="365"/>
            <ac:spMk id="29" creationId="{7B04B571-1887-9A72-CCA6-1B95ADA10FAB}"/>
          </ac:spMkLst>
        </pc:spChg>
        <pc:spChg chg="mod">
          <ac:chgData name="Baragona, Alessandro (Bip Group)" userId="666fa524-fba8-4b2f-87f7-927e91ce9249" providerId="ADAL" clId="{8F710FF2-B19A-4BF8-A99F-17BE0174AB4A}" dt="2025-10-28T19:02:58.148" v="307" actId="1037"/>
          <ac:spMkLst>
            <pc:docMk/>
            <pc:sldMk cId="167459939" sldId="365"/>
            <ac:spMk id="54" creationId="{193BE515-9F62-B1E5-B41D-308B0B3D43CD}"/>
          </ac:spMkLst>
        </pc:spChg>
        <pc:spChg chg="mod">
          <ac:chgData name="Baragona, Alessandro (Bip Group)" userId="666fa524-fba8-4b2f-87f7-927e91ce9249" providerId="ADAL" clId="{8F710FF2-B19A-4BF8-A99F-17BE0174AB4A}" dt="2025-10-28T19:02:58.148" v="307" actId="1037"/>
          <ac:spMkLst>
            <pc:docMk/>
            <pc:sldMk cId="167459939" sldId="365"/>
            <ac:spMk id="62" creationId="{4047DCBE-9E9E-EA6C-91BA-BBCD17C474C9}"/>
          </ac:spMkLst>
        </pc:spChg>
        <pc:spChg chg="mod">
          <ac:chgData name="Baragona, Alessandro (Bip Group)" userId="666fa524-fba8-4b2f-87f7-927e91ce9249" providerId="ADAL" clId="{8F710FF2-B19A-4BF8-A99F-17BE0174AB4A}" dt="2025-10-28T19:02:49.892" v="239" actId="1076"/>
          <ac:spMkLst>
            <pc:docMk/>
            <pc:sldMk cId="167459939" sldId="365"/>
            <ac:spMk id="73" creationId="{78F061DB-CB91-7920-FDB2-19C302FBDC59}"/>
          </ac:spMkLst>
        </pc:spChg>
        <pc:spChg chg="mod">
          <ac:chgData name="Baragona, Alessandro (Bip Group)" userId="666fa524-fba8-4b2f-87f7-927e91ce9249" providerId="ADAL" clId="{8F710FF2-B19A-4BF8-A99F-17BE0174AB4A}" dt="2025-10-28T19:02:58.148" v="307" actId="1037"/>
          <ac:spMkLst>
            <pc:docMk/>
            <pc:sldMk cId="167459939" sldId="365"/>
            <ac:spMk id="77" creationId="{494E807C-90CD-1D4B-DEE3-96EB78B15AAF}"/>
          </ac:spMkLst>
        </pc:spChg>
        <pc:spChg chg="mod">
          <ac:chgData name="Baragona, Alessandro (Bip Group)" userId="666fa524-fba8-4b2f-87f7-927e91ce9249" providerId="ADAL" clId="{8F710FF2-B19A-4BF8-A99F-17BE0174AB4A}" dt="2025-10-28T19:02:58.148" v="307" actId="1037"/>
          <ac:spMkLst>
            <pc:docMk/>
            <pc:sldMk cId="167459939" sldId="365"/>
            <ac:spMk id="86" creationId="{107B72BF-CC38-8A83-962E-B16651846FC1}"/>
          </ac:spMkLst>
        </pc:spChg>
        <pc:spChg chg="mod">
          <ac:chgData name="Baragona, Alessandro (Bip Group)" userId="666fa524-fba8-4b2f-87f7-927e91ce9249" providerId="ADAL" clId="{8F710FF2-B19A-4BF8-A99F-17BE0174AB4A}" dt="2025-10-28T19:02:58.148" v="307" actId="1037"/>
          <ac:spMkLst>
            <pc:docMk/>
            <pc:sldMk cId="167459939" sldId="365"/>
            <ac:spMk id="87" creationId="{4F0F9AC1-C7E3-3D64-7520-12AE0FB82CD0}"/>
          </ac:spMkLst>
        </pc:spChg>
        <pc:spChg chg="mod">
          <ac:chgData name="Baragona, Alessandro (Bip Group)" userId="666fa524-fba8-4b2f-87f7-927e91ce9249" providerId="ADAL" clId="{8F710FF2-B19A-4BF8-A99F-17BE0174AB4A}" dt="2025-10-28T19:02:58.148" v="307" actId="1037"/>
          <ac:spMkLst>
            <pc:docMk/>
            <pc:sldMk cId="167459939" sldId="365"/>
            <ac:spMk id="88" creationId="{A46964F7-16A6-C487-51C9-CE2FE82F1D8A}"/>
          </ac:spMkLst>
        </pc:spChg>
        <pc:spChg chg="mod">
          <ac:chgData name="Baragona, Alessandro (Bip Group)" userId="666fa524-fba8-4b2f-87f7-927e91ce9249" providerId="ADAL" clId="{8F710FF2-B19A-4BF8-A99F-17BE0174AB4A}" dt="2025-10-28T19:02:58.148" v="307" actId="1037"/>
          <ac:spMkLst>
            <pc:docMk/>
            <pc:sldMk cId="167459939" sldId="365"/>
            <ac:spMk id="93" creationId="{59DAE80F-B052-DCF2-9556-AF9F482781A7}"/>
          </ac:spMkLst>
        </pc:spChg>
        <pc:spChg chg="mod">
          <ac:chgData name="Baragona, Alessandro (Bip Group)" userId="666fa524-fba8-4b2f-87f7-927e91ce9249" providerId="ADAL" clId="{8F710FF2-B19A-4BF8-A99F-17BE0174AB4A}" dt="2025-10-28T19:02:58.148" v="307" actId="1037"/>
          <ac:spMkLst>
            <pc:docMk/>
            <pc:sldMk cId="167459939" sldId="365"/>
            <ac:spMk id="94" creationId="{25E3F37B-4281-5C96-FEC9-0C69269BB609}"/>
          </ac:spMkLst>
        </pc:spChg>
        <pc:spChg chg="mod">
          <ac:chgData name="Baragona, Alessandro (Bip Group)" userId="666fa524-fba8-4b2f-87f7-927e91ce9249" providerId="ADAL" clId="{8F710FF2-B19A-4BF8-A99F-17BE0174AB4A}" dt="2025-10-28T19:02:58.148" v="307" actId="1037"/>
          <ac:spMkLst>
            <pc:docMk/>
            <pc:sldMk cId="167459939" sldId="365"/>
            <ac:spMk id="97" creationId="{CD471216-8747-558E-E2FD-E87337A7E150}"/>
          </ac:spMkLst>
        </pc:spChg>
      </pc:sldChg>
      <pc:sldChg chg="del">
        <pc:chgData name="Baragona, Alessandro (Bip Group)" userId="666fa524-fba8-4b2f-87f7-927e91ce9249" providerId="ADAL" clId="{8F710FF2-B19A-4BF8-A99F-17BE0174AB4A}" dt="2025-10-28T18:48:44.333" v="233" actId="2696"/>
        <pc:sldMkLst>
          <pc:docMk/>
          <pc:sldMk cId="792064161" sldId="365"/>
        </pc:sldMkLst>
      </pc:sldChg>
      <pc:sldChg chg="add del">
        <pc:chgData name="Baragona, Alessandro (Bip Group)" userId="666fa524-fba8-4b2f-87f7-927e91ce9249" providerId="ADAL" clId="{8F710FF2-B19A-4BF8-A99F-17BE0174AB4A}" dt="2025-10-28T19:03:11.180" v="310"/>
        <pc:sldMkLst>
          <pc:docMk/>
          <pc:sldMk cId="3074335067" sldId="366"/>
        </pc:sldMkLst>
      </pc:sldChg>
      <pc:sldChg chg="del">
        <pc:chgData name="Baragona, Alessandro (Bip Group)" userId="666fa524-fba8-4b2f-87f7-927e91ce9249" providerId="ADAL" clId="{8F710FF2-B19A-4BF8-A99F-17BE0174AB4A}" dt="2025-10-28T18:48:44.333" v="233" actId="2696"/>
        <pc:sldMkLst>
          <pc:docMk/>
          <pc:sldMk cId="3451166073" sldId="366"/>
        </pc:sldMkLst>
      </pc:sldChg>
      <pc:sldChg chg="add del">
        <pc:chgData name="Baragona, Alessandro (Bip Group)" userId="666fa524-fba8-4b2f-87f7-927e91ce9249" providerId="ADAL" clId="{8F710FF2-B19A-4BF8-A99F-17BE0174AB4A}" dt="2025-10-30T18:29:29.661" v="405"/>
        <pc:sldMkLst>
          <pc:docMk/>
          <pc:sldMk cId="3799884443" sldId="366"/>
        </pc:sldMkLst>
      </pc:sldChg>
      <pc:sldChg chg="addSp delSp modSp add mod addAnim delAnim modAnim">
        <pc:chgData name="Baragona, Alessandro (Bip Group)" userId="666fa524-fba8-4b2f-87f7-927e91ce9249" providerId="ADAL" clId="{8F710FF2-B19A-4BF8-A99F-17BE0174AB4A}" dt="2025-11-06T17:15:16.684" v="993"/>
        <pc:sldMkLst>
          <pc:docMk/>
          <pc:sldMk cId="3981140023" sldId="366"/>
        </pc:sldMkLst>
        <pc:spChg chg="del">
          <ac:chgData name="Baragona, Alessandro (Bip Group)" userId="666fa524-fba8-4b2f-87f7-927e91ce9249" providerId="ADAL" clId="{8F710FF2-B19A-4BF8-A99F-17BE0174AB4A}" dt="2025-11-06T17:10:30.914" v="944" actId="478"/>
          <ac:spMkLst>
            <pc:docMk/>
            <pc:sldMk cId="3981140023" sldId="366"/>
            <ac:spMk id="56" creationId="{A16494EC-564D-762C-DCFA-8C3BC1FE8B69}"/>
          </ac:spMkLst>
        </pc:spChg>
        <pc:spChg chg="mod topLvl">
          <ac:chgData name="Baragona, Alessandro (Bip Group)" userId="666fa524-fba8-4b2f-87f7-927e91ce9249" providerId="ADAL" clId="{8F710FF2-B19A-4BF8-A99F-17BE0174AB4A}" dt="2025-11-06T17:13:21.925" v="964" actId="164"/>
          <ac:spMkLst>
            <pc:docMk/>
            <pc:sldMk cId="3981140023" sldId="366"/>
            <ac:spMk id="57" creationId="{A128DC5F-F9A9-9C1F-FD5D-47E56255F8C9}"/>
          </ac:spMkLst>
        </pc:spChg>
        <pc:spChg chg="mod ord topLvl">
          <ac:chgData name="Baragona, Alessandro (Bip Group)" userId="666fa524-fba8-4b2f-87f7-927e91ce9249" providerId="ADAL" clId="{8F710FF2-B19A-4BF8-A99F-17BE0174AB4A}" dt="2025-11-06T17:13:21.925" v="964" actId="164"/>
          <ac:spMkLst>
            <pc:docMk/>
            <pc:sldMk cId="3981140023" sldId="366"/>
            <ac:spMk id="58" creationId="{C50D9D5C-D477-8B40-322F-6374A4B5B518}"/>
          </ac:spMkLst>
        </pc:spChg>
        <pc:spChg chg="mod topLvl">
          <ac:chgData name="Baragona, Alessandro (Bip Group)" userId="666fa524-fba8-4b2f-87f7-927e91ce9249" providerId="ADAL" clId="{8F710FF2-B19A-4BF8-A99F-17BE0174AB4A}" dt="2025-11-06T17:13:21.925" v="964" actId="164"/>
          <ac:spMkLst>
            <pc:docMk/>
            <pc:sldMk cId="3981140023" sldId="366"/>
            <ac:spMk id="66" creationId="{3EC99C80-B968-F924-397B-AE2E881F381B}"/>
          </ac:spMkLst>
        </pc:spChg>
        <pc:spChg chg="mod topLvl">
          <ac:chgData name="Baragona, Alessandro (Bip Group)" userId="666fa524-fba8-4b2f-87f7-927e91ce9249" providerId="ADAL" clId="{8F710FF2-B19A-4BF8-A99F-17BE0174AB4A}" dt="2025-11-06T17:13:21.925" v="964" actId="164"/>
          <ac:spMkLst>
            <pc:docMk/>
            <pc:sldMk cId="3981140023" sldId="366"/>
            <ac:spMk id="72" creationId="{74FA59C2-9C98-20E5-F19F-CAB515385160}"/>
          </ac:spMkLst>
        </pc:spChg>
        <pc:spChg chg="mod topLvl">
          <ac:chgData name="Baragona, Alessandro (Bip Group)" userId="666fa524-fba8-4b2f-87f7-927e91ce9249" providerId="ADAL" clId="{8F710FF2-B19A-4BF8-A99F-17BE0174AB4A}" dt="2025-11-06T17:13:21.925" v="964" actId="164"/>
          <ac:spMkLst>
            <pc:docMk/>
            <pc:sldMk cId="3981140023" sldId="366"/>
            <ac:spMk id="73" creationId="{5BD9CA57-994A-AB4D-F949-5A5949D0250B}"/>
          </ac:spMkLst>
        </pc:spChg>
        <pc:spChg chg="mod">
          <ac:chgData name="Baragona, Alessandro (Bip Group)" userId="666fa524-fba8-4b2f-87f7-927e91ce9249" providerId="ADAL" clId="{8F710FF2-B19A-4BF8-A99F-17BE0174AB4A}" dt="2025-11-06T17:13:07.064" v="963" actId="338"/>
          <ac:spMkLst>
            <pc:docMk/>
            <pc:sldMk cId="3981140023" sldId="366"/>
            <ac:spMk id="100" creationId="{9062D623-89A9-C7A3-7E98-F5017DC6527E}"/>
          </ac:spMkLst>
        </pc:spChg>
        <pc:spChg chg="mod">
          <ac:chgData name="Baragona, Alessandro (Bip Group)" userId="666fa524-fba8-4b2f-87f7-927e91ce9249" providerId="ADAL" clId="{8F710FF2-B19A-4BF8-A99F-17BE0174AB4A}" dt="2025-11-06T17:13:07.064" v="963" actId="338"/>
          <ac:spMkLst>
            <pc:docMk/>
            <pc:sldMk cId="3981140023" sldId="366"/>
            <ac:spMk id="101" creationId="{BBBF94F3-A0F6-9ABA-A65B-1F069DF941F9}"/>
          </ac:spMkLst>
        </pc:spChg>
        <pc:spChg chg="mod">
          <ac:chgData name="Baragona, Alessandro (Bip Group)" userId="666fa524-fba8-4b2f-87f7-927e91ce9249" providerId="ADAL" clId="{8F710FF2-B19A-4BF8-A99F-17BE0174AB4A}" dt="2025-11-06T17:13:07.064" v="963" actId="338"/>
          <ac:spMkLst>
            <pc:docMk/>
            <pc:sldMk cId="3981140023" sldId="366"/>
            <ac:spMk id="102" creationId="{B465EF45-A646-83BE-5DD0-1EC834749EB7}"/>
          </ac:spMkLst>
        </pc:spChg>
        <pc:spChg chg="mod">
          <ac:chgData name="Baragona, Alessandro (Bip Group)" userId="666fa524-fba8-4b2f-87f7-927e91ce9249" providerId="ADAL" clId="{8F710FF2-B19A-4BF8-A99F-17BE0174AB4A}" dt="2025-11-06T17:13:07.064" v="963" actId="338"/>
          <ac:spMkLst>
            <pc:docMk/>
            <pc:sldMk cId="3981140023" sldId="366"/>
            <ac:spMk id="103" creationId="{3D2C9927-13E9-B056-59CC-4A202286810E}"/>
          </ac:spMkLst>
        </pc:spChg>
        <pc:spChg chg="add del mod topLvl">
          <ac:chgData name="Baragona, Alessandro (Bip Group)" userId="666fa524-fba8-4b2f-87f7-927e91ce9249" providerId="ADAL" clId="{8F710FF2-B19A-4BF8-A99F-17BE0174AB4A}" dt="2025-11-06T17:10:42.454" v="946" actId="1076"/>
          <ac:spMkLst>
            <pc:docMk/>
            <pc:sldMk cId="3981140023" sldId="366"/>
            <ac:spMk id="118" creationId="{A2FF3335-D2F0-5016-C648-EA24FD4A1403}"/>
          </ac:spMkLst>
        </pc:spChg>
        <pc:grpChg chg="add mod">
          <ac:chgData name="Baragona, Alessandro (Bip Group)" userId="666fa524-fba8-4b2f-87f7-927e91ce9249" providerId="ADAL" clId="{8F710FF2-B19A-4BF8-A99F-17BE0174AB4A}" dt="2025-11-06T17:12:39.842" v="960" actId="338"/>
          <ac:grpSpMkLst>
            <pc:docMk/>
            <pc:sldMk cId="3981140023" sldId="366"/>
            <ac:grpSpMk id="2" creationId="{84C9F35F-E578-DA3C-95F6-FCBA094EA845}"/>
          </ac:grpSpMkLst>
        </pc:grpChg>
        <pc:grpChg chg="add mod">
          <ac:chgData name="Baragona, Alessandro (Bip Group)" userId="666fa524-fba8-4b2f-87f7-927e91ce9249" providerId="ADAL" clId="{8F710FF2-B19A-4BF8-A99F-17BE0174AB4A}" dt="2025-11-06T17:13:07.064" v="963" actId="338"/>
          <ac:grpSpMkLst>
            <pc:docMk/>
            <pc:sldMk cId="3981140023" sldId="366"/>
            <ac:grpSpMk id="78" creationId="{5545A80F-D1C2-B236-051C-42B8C5D88F86}"/>
          </ac:grpSpMkLst>
        </pc:grpChg>
        <pc:grpChg chg="add mod">
          <ac:chgData name="Baragona, Alessandro (Bip Group)" userId="666fa524-fba8-4b2f-87f7-927e91ce9249" providerId="ADAL" clId="{8F710FF2-B19A-4BF8-A99F-17BE0174AB4A}" dt="2025-11-06T17:13:53.387" v="966" actId="1076"/>
          <ac:grpSpMkLst>
            <pc:docMk/>
            <pc:sldMk cId="3981140023" sldId="366"/>
            <ac:grpSpMk id="79" creationId="{11396918-2C5E-965A-FDE6-040B581FE1EA}"/>
          </ac:grpSpMkLst>
        </pc:grpChg>
        <pc:grpChg chg="mod">
          <ac:chgData name="Baragona, Alessandro (Bip Group)" userId="666fa524-fba8-4b2f-87f7-927e91ce9249" providerId="ADAL" clId="{8F710FF2-B19A-4BF8-A99F-17BE0174AB4A}" dt="2025-11-06T17:13:21.925" v="964" actId="164"/>
          <ac:grpSpMkLst>
            <pc:docMk/>
            <pc:sldMk cId="3981140023" sldId="366"/>
            <ac:grpSpMk id="99" creationId="{9F7512D9-94AD-5FCB-E8AD-8786381C8964}"/>
          </ac:grpSpMkLst>
        </pc:grpChg>
        <pc:grpChg chg="del">
          <ac:chgData name="Baragona, Alessandro (Bip Group)" userId="666fa524-fba8-4b2f-87f7-927e91ce9249" providerId="ADAL" clId="{8F710FF2-B19A-4BF8-A99F-17BE0174AB4A}" dt="2025-11-06T17:11:38.009" v="952" actId="165"/>
          <ac:grpSpMkLst>
            <pc:docMk/>
            <pc:sldMk cId="3981140023" sldId="366"/>
            <ac:grpSpMk id="113" creationId="{0B4B646C-044B-DE1F-C20D-A3CCA91C110B}"/>
          </ac:grpSpMkLst>
        </pc:grpChg>
        <pc:grpChg chg="topLvl">
          <ac:chgData name="Baragona, Alessandro (Bip Group)" userId="666fa524-fba8-4b2f-87f7-927e91ce9249" providerId="ADAL" clId="{8F710FF2-B19A-4BF8-A99F-17BE0174AB4A}" dt="2025-11-06T17:10:08.954" v="941" actId="478"/>
          <ac:grpSpMkLst>
            <pc:docMk/>
            <pc:sldMk cId="3981140023" sldId="366"/>
            <ac:grpSpMk id="114" creationId="{44D927C2-AC54-B24E-ABBE-BD6EA1C396E2}"/>
          </ac:grpSpMkLst>
        </pc:grpChg>
        <pc:grpChg chg="mod">
          <ac:chgData name="Baragona, Alessandro (Bip Group)" userId="666fa524-fba8-4b2f-87f7-927e91ce9249" providerId="ADAL" clId="{8F710FF2-B19A-4BF8-A99F-17BE0174AB4A}" dt="2025-11-06T17:10:55.964" v="947" actId="14100"/>
          <ac:grpSpMkLst>
            <pc:docMk/>
            <pc:sldMk cId="3981140023" sldId="366"/>
            <ac:grpSpMk id="115" creationId="{AEC8C77D-A6B4-D2A7-ED08-A46FC57FF301}"/>
          </ac:grpSpMkLst>
        </pc:grpChg>
        <pc:grpChg chg="add del mod">
          <ac:chgData name="Baragona, Alessandro (Bip Group)" userId="666fa524-fba8-4b2f-87f7-927e91ce9249" providerId="ADAL" clId="{8F710FF2-B19A-4BF8-A99F-17BE0174AB4A}" dt="2025-11-06T17:12:13.690" v="958" actId="14100"/>
          <ac:grpSpMkLst>
            <pc:docMk/>
            <pc:sldMk cId="3981140023" sldId="366"/>
            <ac:grpSpMk id="119" creationId="{ABA0D07C-AF47-2E9C-0646-1D5F4BD6C9D2}"/>
          </ac:grpSpMkLst>
        </pc:grpChg>
      </pc:sldChg>
      <pc:sldChg chg="add del">
        <pc:chgData name="Baragona, Alessandro (Bip Group)" userId="666fa524-fba8-4b2f-87f7-927e91ce9249" providerId="ADAL" clId="{8F710FF2-B19A-4BF8-A99F-17BE0174AB4A}" dt="2025-10-30T18:29:26.478" v="403"/>
        <pc:sldMkLst>
          <pc:docMk/>
          <pc:sldMk cId="4120057152" sldId="366"/>
        </pc:sldMkLst>
      </pc:sldChg>
      <pc:sldChg chg="del">
        <pc:chgData name="Baragona, Alessandro (Bip Group)" userId="666fa524-fba8-4b2f-87f7-927e91ce9249" providerId="ADAL" clId="{8F710FF2-B19A-4BF8-A99F-17BE0174AB4A}" dt="2025-10-28T18:48:44.333" v="233" actId="2696"/>
        <pc:sldMkLst>
          <pc:docMk/>
          <pc:sldMk cId="2241580275" sldId="3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AEE1A-C625-4FA8-844E-5BF5F9E1180F}" type="datetimeFigureOut">
              <a:rPr lang="it-IT" smtClean="0"/>
              <a:t>06/11/2025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7587-3792-431A-B010-7A8BE3988865}" type="slidenum">
              <a:rPr lang="it-IT" smtClean="0"/>
              <a:t>‹N›</a:t>
            </a:fld>
            <a:endParaRPr lang="it-IT"/>
          </a:p>
        </p:txBody>
      </p:sp>
    </p:spTree>
    <p:extLst>
      <p:ext uri="{BB962C8B-B14F-4D97-AF65-F5344CB8AC3E}">
        <p14:creationId xmlns:p14="http://schemas.microsoft.com/office/powerpoint/2010/main" val="4292422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2425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5490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7314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7314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5490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BE636-B3DD-855E-858E-BB21803A1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637A2-5FB0-4B8F-5E29-5E5DA39130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790CB-6862-E356-DFB1-59D8AC9E75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677045-9D04-7996-2049-FCB2B3D3F49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2734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B4AA2-FE0D-ECE0-92A2-7FE123354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C8CB8-0AF9-842D-77F3-A9381D1F3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8E1C32-26AD-B728-ABC9-6845B1C638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12057B-B89B-E097-BBB7-6C02AD6A425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4049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7BFAB-8EC5-97F1-256F-59E8BB593C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7DF34-BF06-CF8F-D59C-2A596CC439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273-94B4-5843-7F27-1EDD281165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69EF6F-1851-F1B9-7F0D-5622116C745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5268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95874-F0B0-03B7-C0DB-482F6E69A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8D7AE-BC11-BA41-EB32-3BC7A4EEA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BA142-02A4-F6B8-92FA-BDA3B3C451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37B1AC-C1A6-D2E7-1C9A-6366A1DCB69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3770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1E6E1-2152-07F1-FD3B-71856D12F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8C99D-8320-C255-550B-B5468F899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06DCB-5D03-1126-8AD1-2E609F6D57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72C00C-2571-E369-BADF-26B40E49B09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3280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E209-C93C-3CD6-9F9A-EB454544A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EE807-3AC6-B3EC-EBE0-E36A47842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FF7572-9E90-24FB-9587-0B2A4BC70B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537AD2-4835-E9B7-23B4-E67081414B6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627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009086F-40B6-B92C-C23F-549B3B2B324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1C1066B-7359-1B59-81B4-529E919A7F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083732F5-BCF8-1781-D971-895885321135}"/>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5" name="Segnaposto piè di pagina 4">
            <a:extLst>
              <a:ext uri="{FF2B5EF4-FFF2-40B4-BE49-F238E27FC236}">
                <a16:creationId xmlns:a16="http://schemas.microsoft.com/office/drawing/2014/main" id="{45C4CBEF-C88C-5950-DA7A-06F27651B5D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759689C-0953-4FF0-7823-06E13E4FA2CD}"/>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2773103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514FCB-0043-DC4A-4ADA-B784F41CD49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C71DF75-F539-8710-70DF-2B1DFBDD72A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967F9F7-0E66-E646-5057-972C412AE5B6}"/>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5" name="Segnaposto piè di pagina 4">
            <a:extLst>
              <a:ext uri="{FF2B5EF4-FFF2-40B4-BE49-F238E27FC236}">
                <a16:creationId xmlns:a16="http://schemas.microsoft.com/office/drawing/2014/main" id="{3686AB17-2620-1DD0-5023-6E1DDFA1662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952B384-8EF9-4E2D-B561-11C5F453A327}"/>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3799259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ECFF3D-28F8-8F32-4762-E9BADBDD0C6F}"/>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7FAD4DE9-21C4-7FB6-326C-60E521BDA4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DB4A98E3-74C2-438F-377C-3E3C5C0D502E}"/>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5" name="Segnaposto piè di pagina 4">
            <a:extLst>
              <a:ext uri="{FF2B5EF4-FFF2-40B4-BE49-F238E27FC236}">
                <a16:creationId xmlns:a16="http://schemas.microsoft.com/office/drawing/2014/main" id="{30A3A8FA-3F25-EACF-8096-F35229AE0DF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B1E97E5-9EE8-264F-7822-F9FBD080AD1A}"/>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231196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DDDD10-8397-F1FC-FFB4-EC7BB5320AF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82A7433-7D42-E8F7-E246-D3ACAC608F55}"/>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4FCD7938-E389-DA9D-9517-AF361017208C}"/>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34D32506-C23B-2A82-0C59-C02C1727FDAC}"/>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6" name="Segnaposto piè di pagina 5">
            <a:extLst>
              <a:ext uri="{FF2B5EF4-FFF2-40B4-BE49-F238E27FC236}">
                <a16:creationId xmlns:a16="http://schemas.microsoft.com/office/drawing/2014/main" id="{0D58F898-86AE-F9A8-39C8-671707A9917E}"/>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9667650-35CB-55FF-4636-B1D7B9E1D3B0}"/>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1173463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9305DF-2E3F-5781-2ECE-DB26656EC60F}"/>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A558DCE-7CCF-C575-FFBC-69CDBB92BB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F0FBF13-470E-C24F-FB95-0AE83DDD01D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8542E42-23E3-4066-6B9C-873EFD19E3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C4AF2613-8DDE-E416-5FB7-75B1E384C3F5}"/>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E63F747D-8579-36E7-0BBB-D52CC2DC847B}"/>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8" name="Segnaposto piè di pagina 7">
            <a:extLst>
              <a:ext uri="{FF2B5EF4-FFF2-40B4-BE49-F238E27FC236}">
                <a16:creationId xmlns:a16="http://schemas.microsoft.com/office/drawing/2014/main" id="{394504D4-BEC7-C3B3-50B1-B6F62F65D1C2}"/>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1A771195-9F8A-DD53-5FF8-BD69D27B84D0}"/>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1114219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5C35315-7EE3-6E58-7EB8-D47A3E9EB15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CDD0388-2204-DD0A-F932-76B631AEC9E7}"/>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4" name="Segnaposto piè di pagina 3">
            <a:extLst>
              <a:ext uri="{FF2B5EF4-FFF2-40B4-BE49-F238E27FC236}">
                <a16:creationId xmlns:a16="http://schemas.microsoft.com/office/drawing/2014/main" id="{D35AC720-0A30-F6D0-295A-D48AEC9621EA}"/>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FFD37C0-DFBE-AE26-8E5B-9DFFDC3807B5}"/>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1461573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F1449B0-CC22-46CD-AE22-09856CE35313}"/>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3" name="Segnaposto piè di pagina 2">
            <a:extLst>
              <a:ext uri="{FF2B5EF4-FFF2-40B4-BE49-F238E27FC236}">
                <a16:creationId xmlns:a16="http://schemas.microsoft.com/office/drawing/2014/main" id="{6500D5A4-E8D8-9660-2D5F-48B9B5109D89}"/>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33AF4AC7-F999-0164-1737-64DBF724E374}"/>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3231253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A854C2-6787-5FE1-0389-E73F7584706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EBFB6E7-17BB-9493-6175-62F1EF5C27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8C8661C8-2549-3D14-60A3-C995AA70C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881BDEA9-57A4-2E85-0CE3-EC710B23F888}"/>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6" name="Segnaposto piè di pagina 5">
            <a:extLst>
              <a:ext uri="{FF2B5EF4-FFF2-40B4-BE49-F238E27FC236}">
                <a16:creationId xmlns:a16="http://schemas.microsoft.com/office/drawing/2014/main" id="{82D53868-F35B-A1B9-A189-AD35DFC3B99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0F5B601-1AEA-A926-FEB8-57E8627CD007}"/>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1682023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AEA514-76EF-BD03-19C5-95443758EDDE}"/>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ED9E591B-59C0-8ECA-82AC-9042EF4527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878D051A-11EB-30CA-DD3A-593587A4E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21F1BE5-B306-6BD5-D1E4-35D6A560108B}"/>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6" name="Segnaposto piè di pagina 5">
            <a:extLst>
              <a:ext uri="{FF2B5EF4-FFF2-40B4-BE49-F238E27FC236}">
                <a16:creationId xmlns:a16="http://schemas.microsoft.com/office/drawing/2014/main" id="{733751F4-662D-7B42-4139-BDC80DDA3E5E}"/>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58D1853-0B92-A7E0-AF34-A09833E0DFA9}"/>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1755042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0F6F8C-2227-C12A-88B9-9E6A22E52015}"/>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4F1F7DB-43A2-3DFD-9A99-D96120EF639C}"/>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7B6D230-CF81-6217-84E7-EE929532C048}"/>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5" name="Segnaposto piè di pagina 4">
            <a:extLst>
              <a:ext uri="{FF2B5EF4-FFF2-40B4-BE49-F238E27FC236}">
                <a16:creationId xmlns:a16="http://schemas.microsoft.com/office/drawing/2014/main" id="{7C9F9D98-D5C3-0871-EC4B-AE3EED7A671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FE6132E-CE8C-EB56-0F3C-C85470CD7D05}"/>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1991917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F1AB8AAF-42B5-3A78-08FF-C5FA7D7F1AA4}"/>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9DEED4E-9304-035B-D4AE-28FE3462C21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C7C1C0D-9018-E303-34F5-82907EC2F221}"/>
              </a:ext>
            </a:extLst>
          </p:cNvPr>
          <p:cNvSpPr>
            <a:spLocks noGrp="1"/>
          </p:cNvSpPr>
          <p:nvPr>
            <p:ph type="dt" sz="half" idx="10"/>
          </p:nvPr>
        </p:nvSpPr>
        <p:spPr/>
        <p:txBody>
          <a:bodyPr/>
          <a:lstStyle/>
          <a:p>
            <a:fld id="{4F466E25-D72F-467B-84B5-B2F27E56FB9D}" type="datetimeFigureOut">
              <a:rPr lang="it-IT" smtClean="0"/>
              <a:t>06/11/2025</a:t>
            </a:fld>
            <a:endParaRPr lang="it-IT"/>
          </a:p>
        </p:txBody>
      </p:sp>
      <p:sp>
        <p:nvSpPr>
          <p:cNvPr id="5" name="Segnaposto piè di pagina 4">
            <a:extLst>
              <a:ext uri="{FF2B5EF4-FFF2-40B4-BE49-F238E27FC236}">
                <a16:creationId xmlns:a16="http://schemas.microsoft.com/office/drawing/2014/main" id="{B73F87D8-649A-4E90-7083-D1C7FB8FA06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FBCAB0C-1FE2-0AF5-A63D-8FA14D92CF99}"/>
              </a:ext>
            </a:extLst>
          </p:cNvPr>
          <p:cNvSpPr>
            <a:spLocks noGrp="1"/>
          </p:cNvSpPr>
          <p:nvPr>
            <p:ph type="sldNum" sz="quarter" idx="12"/>
          </p:nvPr>
        </p:nvSpPr>
        <p:spPr/>
        <p:txBody>
          <a:bodyPr/>
          <a:lstStyle/>
          <a:p>
            <a:fld id="{5D41B742-3383-422D-AE27-A47CCE7E2108}" type="slidenum">
              <a:rPr lang="it-IT" smtClean="0"/>
              <a:t>‹N›</a:t>
            </a:fld>
            <a:endParaRPr lang="it-IT"/>
          </a:p>
        </p:txBody>
      </p:sp>
    </p:spTree>
    <p:extLst>
      <p:ext uri="{BB962C8B-B14F-4D97-AF65-F5344CB8AC3E}">
        <p14:creationId xmlns:p14="http://schemas.microsoft.com/office/powerpoint/2010/main" val="34655040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D08B00A-9A13-4AB1-A72D-2F499BA2EBAB}"/>
              </a:ext>
            </a:extLst>
          </p:cNvPr>
          <p:cNvSpPr>
            <a:spLocks noGrp="1"/>
          </p:cNvSpPr>
          <p:nvPr>
            <p:ph type="title"/>
          </p:nvPr>
        </p:nvSpPr>
        <p:spPr>
          <a:xfrm>
            <a:off x="4947555" y="365126"/>
            <a:ext cx="6406244" cy="1088118"/>
          </a:xfrm>
        </p:spPr>
        <p:txBody>
          <a:bodyPr/>
          <a:lstStyle>
            <a:lvl1pPr algn="r">
              <a:defRPr>
                <a:solidFill>
                  <a:schemeClr val="accent2"/>
                </a:solidFill>
              </a:defRPr>
            </a:lvl1pPr>
          </a:lstStyle>
          <a:p>
            <a:r>
              <a:rPr lang="it-IT"/>
              <a:t>Fare clic per modificare lo stile del titolo dello schema</a:t>
            </a:r>
            <a:endParaRPr lang="en-US" dirty="0"/>
          </a:p>
        </p:txBody>
      </p:sp>
      <p:sp>
        <p:nvSpPr>
          <p:cNvPr id="18" name="Content Placeholder 2">
            <a:extLst>
              <a:ext uri="{FF2B5EF4-FFF2-40B4-BE49-F238E27FC236}">
                <a16:creationId xmlns:a16="http://schemas.microsoft.com/office/drawing/2014/main" id="{489DC5E6-DDCD-4B67-B47F-0BD6C54B83D2}"/>
              </a:ext>
            </a:extLst>
          </p:cNvPr>
          <p:cNvSpPr>
            <a:spLocks noGrp="1"/>
          </p:cNvSpPr>
          <p:nvPr>
            <p:ph idx="1"/>
          </p:nvPr>
        </p:nvSpPr>
        <p:spPr>
          <a:xfrm>
            <a:off x="4947555" y="1600200"/>
            <a:ext cx="6406243" cy="4601817"/>
          </a:xfrm>
        </p:spPr>
        <p:txBody>
          <a:bodyPr/>
          <a:lstStyle>
            <a:lvl1pPr algn="r">
              <a:defRPr>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9" name="Date Placeholder 3">
            <a:extLst>
              <a:ext uri="{FF2B5EF4-FFF2-40B4-BE49-F238E27FC236}">
                <a16:creationId xmlns:a16="http://schemas.microsoft.com/office/drawing/2014/main" id="{768C53B7-7FCD-400A-9752-7BFFD8BB3D75}"/>
              </a:ext>
            </a:extLst>
          </p:cNvPr>
          <p:cNvSpPr>
            <a:spLocks noGrp="1"/>
          </p:cNvSpPr>
          <p:nvPr>
            <p:ph type="dt" sz="half" idx="10"/>
          </p:nvPr>
        </p:nvSpPr>
        <p:spPr>
          <a:xfrm>
            <a:off x="838200" y="6356350"/>
            <a:ext cx="2743200" cy="365125"/>
          </a:xfrm>
        </p:spPr>
        <p:txBody>
          <a:bodyPr/>
          <a:lstStyle/>
          <a:p>
            <a:r>
              <a:rPr lang="en-US"/>
              <a:t>Date</a:t>
            </a:r>
          </a:p>
        </p:txBody>
      </p:sp>
      <p:sp>
        <p:nvSpPr>
          <p:cNvPr id="20" name="Footer Placeholder 4">
            <a:extLst>
              <a:ext uri="{FF2B5EF4-FFF2-40B4-BE49-F238E27FC236}">
                <a16:creationId xmlns:a16="http://schemas.microsoft.com/office/drawing/2014/main" id="{10C428BE-FED7-45A5-9425-7445C51F35BB}"/>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2869682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8A6F9C6-84D1-561D-B117-D97F3735A06B}"/>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092AC689-5953-34D0-2444-AC89D4AC5400}"/>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E20C0D48-72D0-9B1C-7F45-71EC7D8EAEB8}"/>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
        <p:nvSpPr>
          <p:cNvPr id="5" name="Title 1">
            <a:extLst>
              <a:ext uri="{FF2B5EF4-FFF2-40B4-BE49-F238E27FC236}">
                <a16:creationId xmlns:a16="http://schemas.microsoft.com/office/drawing/2014/main" id="{B2C795C7-AA77-98C9-C8AD-1664D381C708}"/>
              </a:ext>
            </a:extLst>
          </p:cNvPr>
          <p:cNvSpPr>
            <a:spLocks noGrp="1"/>
          </p:cNvSpPr>
          <p:nvPr>
            <p:ph type="title"/>
          </p:nvPr>
        </p:nvSpPr>
        <p:spPr>
          <a:xfrm>
            <a:off x="838200" y="1323305"/>
            <a:ext cx="4414024" cy="2368561"/>
          </a:xfrm>
        </p:spPr>
        <p:txBody>
          <a:bodyPr anchor="b"/>
          <a:lstStyle>
            <a:lvl1pPr algn="l">
              <a:defRPr sz="6000">
                <a:solidFill>
                  <a:schemeClr val="bg1"/>
                </a:solidFill>
              </a:defRPr>
            </a:lvl1pPr>
          </a:lstStyle>
          <a:p>
            <a:r>
              <a:rPr lang="it-IT"/>
              <a:t>Fare clic per modificare lo stile del titolo dello schema</a:t>
            </a:r>
            <a:endParaRPr lang="en-US" dirty="0"/>
          </a:p>
        </p:txBody>
      </p:sp>
      <p:sp>
        <p:nvSpPr>
          <p:cNvPr id="6" name="Text Placeholder 2">
            <a:extLst>
              <a:ext uri="{FF2B5EF4-FFF2-40B4-BE49-F238E27FC236}">
                <a16:creationId xmlns:a16="http://schemas.microsoft.com/office/drawing/2014/main" id="{D7EDE4BA-59FC-C803-C965-4306C641A64E}"/>
              </a:ext>
            </a:extLst>
          </p:cNvPr>
          <p:cNvSpPr>
            <a:spLocks noGrp="1"/>
          </p:cNvSpPr>
          <p:nvPr>
            <p:ph type="body" idx="1"/>
          </p:nvPr>
        </p:nvSpPr>
        <p:spPr>
          <a:xfrm>
            <a:off x="838200" y="3857663"/>
            <a:ext cx="3450771" cy="1374769"/>
          </a:xfrm>
        </p:spPr>
        <p:txBody>
          <a:bodyPr/>
          <a:lstStyle>
            <a:lvl1pPr marL="0" indent="0" algn="l">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Tree>
    <p:extLst>
      <p:ext uri="{BB962C8B-B14F-4D97-AF65-F5344CB8AC3E}">
        <p14:creationId xmlns:p14="http://schemas.microsoft.com/office/powerpoint/2010/main" val="3244388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838200" y="365125"/>
            <a:ext cx="9231086" cy="990146"/>
          </a:xfrm>
        </p:spPr>
        <p:txBody>
          <a:bodyPr/>
          <a:lstStyle>
            <a:lvl1pPr algn="l">
              <a:defRPr>
                <a:solidFill>
                  <a:schemeClr val="accent2"/>
                </a:solidFill>
              </a:defRPr>
            </a:lvl1pPr>
          </a:lstStyle>
          <a:p>
            <a:r>
              <a:rPr lang="it-IT"/>
              <a:t>Fare clic per modificare lo stile del titolo dello schema</a:t>
            </a:r>
            <a:endParaRPr lang="en-US" dirty="0"/>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838200" y="1502229"/>
            <a:ext cx="6574971" cy="4689849"/>
          </a:xfrm>
        </p:spPr>
        <p:txBody>
          <a:bodyPr/>
          <a:lstStyle>
            <a:lvl1pPr algn="l">
              <a:defRPr>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9" name="Date Placeholder 3">
            <a:extLst>
              <a:ext uri="{FF2B5EF4-FFF2-40B4-BE49-F238E27FC236}">
                <a16:creationId xmlns:a16="http://schemas.microsoft.com/office/drawing/2014/main" id="{7A8A3FA1-377F-4383-B7E8-14D9409AF64B}"/>
              </a:ext>
            </a:extLst>
          </p:cNvPr>
          <p:cNvSpPr>
            <a:spLocks noGrp="1"/>
          </p:cNvSpPr>
          <p:nvPr>
            <p:ph type="dt" sz="half" idx="10"/>
          </p:nvPr>
        </p:nvSpPr>
        <p:spPr>
          <a:xfrm>
            <a:off x="838200" y="6356350"/>
            <a:ext cx="2743200" cy="365125"/>
          </a:xfrm>
        </p:spPr>
        <p:txBody>
          <a:bodyPr/>
          <a:lstStyle/>
          <a:p>
            <a:r>
              <a:rPr lang="en-US"/>
              <a:t>Date</a:t>
            </a:r>
          </a:p>
        </p:txBody>
      </p:sp>
      <p:sp>
        <p:nvSpPr>
          <p:cNvPr id="20" name="Footer Placeholder 4">
            <a:extLst>
              <a:ext uri="{FF2B5EF4-FFF2-40B4-BE49-F238E27FC236}">
                <a16:creationId xmlns:a16="http://schemas.microsoft.com/office/drawing/2014/main" id="{566F5CF8-699B-4A09-9AD0-718B0175E486}"/>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12817577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2A6FDFB-46FD-4D32-A054-BC9C55F6A02B}"/>
              </a:ext>
            </a:extLst>
          </p:cNvPr>
          <p:cNvSpPr>
            <a:spLocks noGrp="1"/>
          </p:cNvSpPr>
          <p:nvPr>
            <p:ph type="ctrTitle"/>
          </p:nvPr>
        </p:nvSpPr>
        <p:spPr>
          <a:xfrm>
            <a:off x="5301049" y="763449"/>
            <a:ext cx="6052751" cy="1852748"/>
          </a:xfrm>
        </p:spPr>
        <p:txBody>
          <a:bodyPr anchor="b"/>
          <a:lstStyle>
            <a:lvl1pPr algn="ctr">
              <a:defRPr sz="6000"/>
            </a:lvl1pPr>
          </a:lstStyle>
          <a:p>
            <a:r>
              <a:rPr lang="it-IT"/>
              <a:t>Fare clic per modificare lo stile del titolo dello schema</a:t>
            </a:r>
            <a:endParaRPr lang="en-US" dirty="0"/>
          </a:p>
        </p:txBody>
      </p:sp>
      <p:sp>
        <p:nvSpPr>
          <p:cNvPr id="20" name="Subtitle 2">
            <a:extLst>
              <a:ext uri="{FF2B5EF4-FFF2-40B4-BE49-F238E27FC236}">
                <a16:creationId xmlns:a16="http://schemas.microsoft.com/office/drawing/2014/main" id="{C1F0D0AA-12EA-49AC-BF55-4B2556467E4C}"/>
              </a:ext>
            </a:extLst>
          </p:cNvPr>
          <p:cNvSpPr>
            <a:spLocks noGrp="1"/>
          </p:cNvSpPr>
          <p:nvPr>
            <p:ph type="subTitle" idx="1"/>
          </p:nvPr>
        </p:nvSpPr>
        <p:spPr>
          <a:xfrm>
            <a:off x="5301049" y="2755346"/>
            <a:ext cx="6052751" cy="1347307"/>
          </a:xfrm>
        </p:spPr>
        <p:txBody>
          <a:bodyPr>
            <a:normAutofit/>
          </a:bodyPr>
          <a:lstStyle>
            <a:lvl1pPr marL="0" indent="0" algn="ctr">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21" name="Date Placeholder 3">
            <a:extLst>
              <a:ext uri="{FF2B5EF4-FFF2-40B4-BE49-F238E27FC236}">
                <a16:creationId xmlns:a16="http://schemas.microsoft.com/office/drawing/2014/main" id="{D611355A-2485-4AA5-91FA-EA5F3157B7B3}"/>
              </a:ext>
            </a:extLst>
          </p:cNvPr>
          <p:cNvSpPr>
            <a:spLocks noGrp="1"/>
          </p:cNvSpPr>
          <p:nvPr>
            <p:ph type="dt" sz="half" idx="10"/>
          </p:nvPr>
        </p:nvSpPr>
        <p:spPr>
          <a:xfrm>
            <a:off x="838200" y="6356350"/>
            <a:ext cx="2743200" cy="365125"/>
          </a:xfrm>
        </p:spPr>
        <p:txBody>
          <a:bodyPr/>
          <a:lstStyle/>
          <a:p>
            <a:r>
              <a:rPr lang="en-US"/>
              <a:t>Date</a:t>
            </a:r>
          </a:p>
        </p:txBody>
      </p:sp>
      <p:sp>
        <p:nvSpPr>
          <p:cNvPr id="23" name="Footer Placeholder 4">
            <a:extLst>
              <a:ext uri="{FF2B5EF4-FFF2-40B4-BE49-F238E27FC236}">
                <a16:creationId xmlns:a16="http://schemas.microsoft.com/office/drawing/2014/main" id="{64A10338-DE30-4CA9-A21B-D50D6579B160}"/>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4" name="Slide Number Placeholder 5">
            <a:extLst>
              <a:ext uri="{FF2B5EF4-FFF2-40B4-BE49-F238E27FC236}">
                <a16:creationId xmlns:a16="http://schemas.microsoft.com/office/drawing/2014/main" id="{49D5EB62-2B81-475B-92EC-DEB93DC3B249}"/>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1326659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Date Placeholder 3">
            <a:extLst>
              <a:ext uri="{FF2B5EF4-FFF2-40B4-BE49-F238E27FC236}">
                <a16:creationId xmlns:a16="http://schemas.microsoft.com/office/drawing/2014/main" id="{768C53B7-7FCD-400A-9752-7BFFD8BB3D75}"/>
              </a:ext>
            </a:extLst>
          </p:cNvPr>
          <p:cNvSpPr>
            <a:spLocks noGrp="1"/>
          </p:cNvSpPr>
          <p:nvPr>
            <p:ph type="dt" sz="half" idx="10"/>
          </p:nvPr>
        </p:nvSpPr>
        <p:spPr>
          <a:xfrm>
            <a:off x="838200" y="6356350"/>
            <a:ext cx="2743200" cy="365125"/>
          </a:xfrm>
        </p:spPr>
        <p:txBody>
          <a:bodyPr/>
          <a:lstStyle/>
          <a:p>
            <a:r>
              <a:rPr lang="en-US"/>
              <a:t>Date</a:t>
            </a:r>
          </a:p>
        </p:txBody>
      </p:sp>
      <p:sp>
        <p:nvSpPr>
          <p:cNvPr id="20" name="Footer Placeholder 4">
            <a:extLst>
              <a:ext uri="{FF2B5EF4-FFF2-40B4-BE49-F238E27FC236}">
                <a16:creationId xmlns:a16="http://schemas.microsoft.com/office/drawing/2014/main" id="{10C428BE-FED7-45A5-9425-7445C51F35BB}"/>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
        <p:nvSpPr>
          <p:cNvPr id="2" name="Title 1">
            <a:extLst>
              <a:ext uri="{FF2B5EF4-FFF2-40B4-BE49-F238E27FC236}">
                <a16:creationId xmlns:a16="http://schemas.microsoft.com/office/drawing/2014/main" id="{78AE7D4E-00E0-0C04-6318-BE1E3DFBB33E}"/>
              </a:ext>
            </a:extLst>
          </p:cNvPr>
          <p:cNvSpPr>
            <a:spLocks noGrp="1"/>
          </p:cNvSpPr>
          <p:nvPr>
            <p:ph type="title"/>
          </p:nvPr>
        </p:nvSpPr>
        <p:spPr>
          <a:xfrm>
            <a:off x="3249826" y="365125"/>
            <a:ext cx="8103973" cy="832304"/>
          </a:xfrm>
        </p:spPr>
        <p:txBody>
          <a:bodyPr/>
          <a:lstStyle>
            <a:lvl1pPr algn="l">
              <a:defRPr/>
            </a:lvl1pPr>
          </a:lstStyle>
          <a:p>
            <a:r>
              <a:rPr lang="it-IT"/>
              <a:t>Fare clic per modificare lo stile del titolo dello schema</a:t>
            </a:r>
            <a:endParaRPr lang="en-US" dirty="0"/>
          </a:p>
        </p:txBody>
      </p:sp>
      <p:sp>
        <p:nvSpPr>
          <p:cNvPr id="3" name="Content Placeholder 2">
            <a:extLst>
              <a:ext uri="{FF2B5EF4-FFF2-40B4-BE49-F238E27FC236}">
                <a16:creationId xmlns:a16="http://schemas.microsoft.com/office/drawing/2014/main" id="{F975B7D7-9AF3-D844-41A1-D641438B00B0}"/>
              </a:ext>
            </a:extLst>
          </p:cNvPr>
          <p:cNvSpPr>
            <a:spLocks noGrp="1"/>
          </p:cNvSpPr>
          <p:nvPr>
            <p:ph idx="1"/>
          </p:nvPr>
        </p:nvSpPr>
        <p:spPr>
          <a:xfrm>
            <a:off x="3249826" y="1328057"/>
            <a:ext cx="8103973" cy="4864021"/>
          </a:xfrm>
        </p:spPr>
        <p:txBody>
          <a:bodyPr/>
          <a:lstStyle>
            <a:lvl1pPr algn="l">
              <a:defRPr>
                <a:solidFill>
                  <a:schemeClr val="accent1"/>
                </a:solidFill>
              </a:defRPr>
            </a:lvl1pPr>
            <a:lvl2pPr algn="l">
              <a:defRPr>
                <a:solidFill>
                  <a:schemeClr val="accent1"/>
                </a:solidFill>
              </a:defRPr>
            </a:lvl2pPr>
            <a:lvl3pPr algn="l">
              <a:defRPr>
                <a:solidFill>
                  <a:schemeClr val="accent1"/>
                </a:solidFill>
              </a:defRPr>
            </a:lvl3pPr>
            <a:lvl4pPr algn="l">
              <a:defRPr>
                <a:solidFill>
                  <a:schemeClr val="accent1"/>
                </a:solidFill>
              </a:defRPr>
            </a:lvl4pPr>
            <a:lvl5pPr algn="l">
              <a:defRPr>
                <a:solidFill>
                  <a:schemeClr val="accent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Tree>
    <p:extLst>
      <p:ext uri="{BB962C8B-B14F-4D97-AF65-F5344CB8AC3E}">
        <p14:creationId xmlns:p14="http://schemas.microsoft.com/office/powerpoint/2010/main" val="39772054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838200" y="365125"/>
            <a:ext cx="9063446" cy="832304"/>
          </a:xfrm>
        </p:spPr>
        <p:txBody>
          <a:bodyPr/>
          <a:lstStyle/>
          <a:p>
            <a:r>
              <a:rPr lang="it-IT"/>
              <a:t>Fare clic per modificare lo stile del titolo dello schema</a:t>
            </a:r>
            <a:endParaRPr lang="en-US" dirty="0"/>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838200" y="1328057"/>
            <a:ext cx="9063446" cy="486402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9" name="Date Placeholder 3">
            <a:extLst>
              <a:ext uri="{FF2B5EF4-FFF2-40B4-BE49-F238E27FC236}">
                <a16:creationId xmlns:a16="http://schemas.microsoft.com/office/drawing/2014/main" id="{7A8A3FA1-377F-4383-B7E8-14D9409AF64B}"/>
              </a:ext>
            </a:extLst>
          </p:cNvPr>
          <p:cNvSpPr>
            <a:spLocks noGrp="1"/>
          </p:cNvSpPr>
          <p:nvPr>
            <p:ph type="dt" sz="half" idx="10"/>
          </p:nvPr>
        </p:nvSpPr>
        <p:spPr>
          <a:xfrm>
            <a:off x="838200" y="6356350"/>
            <a:ext cx="2743200" cy="365125"/>
          </a:xfrm>
        </p:spPr>
        <p:txBody>
          <a:bodyPr/>
          <a:lstStyle/>
          <a:p>
            <a:r>
              <a:rPr lang="en-US"/>
              <a:t>Date</a:t>
            </a:r>
          </a:p>
        </p:txBody>
      </p:sp>
      <p:sp>
        <p:nvSpPr>
          <p:cNvPr id="20" name="Footer Placeholder 4">
            <a:extLst>
              <a:ext uri="{FF2B5EF4-FFF2-40B4-BE49-F238E27FC236}">
                <a16:creationId xmlns:a16="http://schemas.microsoft.com/office/drawing/2014/main" id="{566F5CF8-699B-4A09-9AD0-718B0175E486}"/>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11238534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7E228BF-1CA5-4856-ADE1-3CF4E8475976}"/>
              </a:ext>
            </a:extLst>
          </p:cNvPr>
          <p:cNvSpPr>
            <a:spLocks noGrp="1"/>
          </p:cNvSpPr>
          <p:nvPr>
            <p:ph type="title"/>
          </p:nvPr>
        </p:nvSpPr>
        <p:spPr>
          <a:xfrm>
            <a:off x="3952102" y="581899"/>
            <a:ext cx="7077891" cy="2368561"/>
          </a:xfrm>
        </p:spPr>
        <p:txBody>
          <a:bodyPr anchor="b"/>
          <a:lstStyle>
            <a:lvl1pPr algn="l">
              <a:defRPr sz="6000"/>
            </a:lvl1pPr>
          </a:lstStyle>
          <a:p>
            <a:r>
              <a:rPr lang="it-IT"/>
              <a:t>Fare clic per modificare lo stile del titolo dello schema</a:t>
            </a:r>
            <a:endParaRPr lang="en-US" dirty="0"/>
          </a:p>
        </p:txBody>
      </p:sp>
      <p:sp>
        <p:nvSpPr>
          <p:cNvPr id="9" name="Text Placeholder 2">
            <a:extLst>
              <a:ext uri="{FF2B5EF4-FFF2-40B4-BE49-F238E27FC236}">
                <a16:creationId xmlns:a16="http://schemas.microsoft.com/office/drawing/2014/main" id="{A75560DB-B208-41C1-AC26-ACACF8AE7CCD}"/>
              </a:ext>
            </a:extLst>
          </p:cNvPr>
          <p:cNvSpPr>
            <a:spLocks noGrp="1"/>
          </p:cNvSpPr>
          <p:nvPr>
            <p:ph type="body" idx="1"/>
          </p:nvPr>
        </p:nvSpPr>
        <p:spPr>
          <a:xfrm>
            <a:off x="3952102" y="3116258"/>
            <a:ext cx="7077891" cy="1085040"/>
          </a:xfrm>
        </p:spPr>
        <p:txBody>
          <a:bodyPr/>
          <a:lstStyle>
            <a:lvl1pPr marL="0" indent="0" algn="l">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2" name="Date Placeholder 3">
            <a:extLst>
              <a:ext uri="{FF2B5EF4-FFF2-40B4-BE49-F238E27FC236}">
                <a16:creationId xmlns:a16="http://schemas.microsoft.com/office/drawing/2014/main" id="{0BE4794E-B8B9-45F1-346F-E7297097AAB7}"/>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16DD4566-751E-E458-97E3-FDF901394015}"/>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E5969B7F-7392-2D98-F2DD-7EC3980E899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664849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8A6F9C6-84D1-561D-B117-D97F3735A06B}"/>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092AC689-5953-34D0-2444-AC89D4AC5400}"/>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E20C0D48-72D0-9B1C-7F45-71EC7D8EAEB8}"/>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
        <p:nvSpPr>
          <p:cNvPr id="5" name="Title 1">
            <a:extLst>
              <a:ext uri="{FF2B5EF4-FFF2-40B4-BE49-F238E27FC236}">
                <a16:creationId xmlns:a16="http://schemas.microsoft.com/office/drawing/2014/main" id="{B2C795C7-AA77-98C9-C8AD-1664D381C708}"/>
              </a:ext>
            </a:extLst>
          </p:cNvPr>
          <p:cNvSpPr>
            <a:spLocks noGrp="1"/>
          </p:cNvSpPr>
          <p:nvPr>
            <p:ph type="title"/>
          </p:nvPr>
        </p:nvSpPr>
        <p:spPr>
          <a:xfrm>
            <a:off x="1136822" y="396549"/>
            <a:ext cx="6779269" cy="2368561"/>
          </a:xfrm>
        </p:spPr>
        <p:txBody>
          <a:bodyPr anchor="b"/>
          <a:lstStyle>
            <a:lvl1pPr algn="l">
              <a:defRPr sz="6000"/>
            </a:lvl1pPr>
          </a:lstStyle>
          <a:p>
            <a:r>
              <a:rPr lang="it-IT"/>
              <a:t>Fare clic per modificare lo stile del titolo dello schema</a:t>
            </a:r>
            <a:endParaRPr lang="en-US" dirty="0"/>
          </a:p>
        </p:txBody>
      </p:sp>
      <p:sp>
        <p:nvSpPr>
          <p:cNvPr id="6" name="Text Placeholder 2">
            <a:extLst>
              <a:ext uri="{FF2B5EF4-FFF2-40B4-BE49-F238E27FC236}">
                <a16:creationId xmlns:a16="http://schemas.microsoft.com/office/drawing/2014/main" id="{D7EDE4BA-59FC-C803-C965-4306C641A64E}"/>
              </a:ext>
            </a:extLst>
          </p:cNvPr>
          <p:cNvSpPr>
            <a:spLocks noGrp="1"/>
          </p:cNvSpPr>
          <p:nvPr>
            <p:ph type="body" idx="1"/>
          </p:nvPr>
        </p:nvSpPr>
        <p:spPr>
          <a:xfrm>
            <a:off x="1136822" y="2930907"/>
            <a:ext cx="6779269" cy="1374769"/>
          </a:xfrm>
        </p:spPr>
        <p:txBody>
          <a:bodyPr/>
          <a:lstStyle>
            <a:lvl1pPr marL="0" indent="0" algn="l">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Tree>
    <p:extLst>
      <p:ext uri="{BB962C8B-B14F-4D97-AF65-F5344CB8AC3E}">
        <p14:creationId xmlns:p14="http://schemas.microsoft.com/office/powerpoint/2010/main" val="13119975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907DC5D-4F3E-4A99-A621-6F93F32265C8}"/>
              </a:ext>
            </a:extLst>
          </p:cNvPr>
          <p:cNvSpPr>
            <a:spLocks noGrp="1"/>
          </p:cNvSpPr>
          <p:nvPr>
            <p:ph type="title"/>
          </p:nvPr>
        </p:nvSpPr>
        <p:spPr>
          <a:xfrm>
            <a:off x="838199" y="1369851"/>
            <a:ext cx="6242223" cy="1869365"/>
          </a:xfrm>
        </p:spPr>
        <p:txBody>
          <a:bodyPr anchor="b"/>
          <a:lstStyle>
            <a:lvl1pPr algn="l">
              <a:defRPr sz="6000"/>
            </a:lvl1pPr>
          </a:lstStyle>
          <a:p>
            <a:r>
              <a:rPr lang="it-IT"/>
              <a:t>Fare clic per modificare lo stile del titolo dello schema</a:t>
            </a:r>
            <a:endParaRPr lang="en-US" dirty="0"/>
          </a:p>
        </p:txBody>
      </p:sp>
      <p:sp>
        <p:nvSpPr>
          <p:cNvPr id="9" name="Text Placeholder 2">
            <a:extLst>
              <a:ext uri="{FF2B5EF4-FFF2-40B4-BE49-F238E27FC236}">
                <a16:creationId xmlns:a16="http://schemas.microsoft.com/office/drawing/2014/main" id="{9DA8F992-7750-4566-AB4F-B2E8F3794CA3}"/>
              </a:ext>
            </a:extLst>
          </p:cNvPr>
          <p:cNvSpPr>
            <a:spLocks noGrp="1"/>
          </p:cNvSpPr>
          <p:nvPr>
            <p:ph type="body" idx="1"/>
          </p:nvPr>
        </p:nvSpPr>
        <p:spPr>
          <a:xfrm>
            <a:off x="838200" y="3347808"/>
            <a:ext cx="6258889" cy="788054"/>
          </a:xfrm>
        </p:spPr>
        <p:txBody>
          <a:bodyPr/>
          <a:lstStyle>
            <a:lvl1pPr marL="0" indent="0" algn="l">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15" name="Picture Placeholder 15">
            <a:extLst>
              <a:ext uri="{FF2B5EF4-FFF2-40B4-BE49-F238E27FC236}">
                <a16:creationId xmlns:a16="http://schemas.microsoft.com/office/drawing/2014/main" id="{33CC49E4-6647-47F5-895A-9CFC416CE1C4}"/>
              </a:ext>
            </a:extLst>
          </p:cNvPr>
          <p:cNvSpPr>
            <a:spLocks noGrp="1"/>
          </p:cNvSpPr>
          <p:nvPr>
            <p:ph type="pic" sz="quarter" idx="13"/>
          </p:nvPr>
        </p:nvSpPr>
        <p:spPr>
          <a:xfrm>
            <a:off x="10020300" y="3745843"/>
            <a:ext cx="1333500" cy="1333500"/>
          </a:xfrm>
          <a:prstGeom prst="ellipse">
            <a:avLst/>
          </a:prstGeom>
          <a:solidFill>
            <a:schemeClr val="bg1"/>
          </a:solidFill>
        </p:spPr>
        <p:txBody>
          <a:bodyPr anchor="ctr">
            <a:normAutofit/>
          </a:bodyPr>
          <a:lstStyle>
            <a:lvl1pPr marL="0" indent="0" algn="ctr">
              <a:buNone/>
              <a:defRPr sz="1400">
                <a:solidFill>
                  <a:schemeClr val="tx1">
                    <a:lumMod val="50000"/>
                  </a:schemeClr>
                </a:solidFill>
              </a:defRPr>
            </a:lvl1pPr>
          </a:lstStyle>
          <a:p>
            <a:r>
              <a:rPr lang="it-IT"/>
              <a:t>Fare clic sull'icona per inserire un'immagine</a:t>
            </a:r>
            <a:endParaRPr lang="en-US"/>
          </a:p>
        </p:txBody>
      </p:sp>
      <p:sp>
        <p:nvSpPr>
          <p:cNvPr id="16" name="Text Placeholder 17">
            <a:extLst>
              <a:ext uri="{FF2B5EF4-FFF2-40B4-BE49-F238E27FC236}">
                <a16:creationId xmlns:a16="http://schemas.microsoft.com/office/drawing/2014/main" id="{A537F86F-E8D6-44FF-939F-7EB5A46935EE}"/>
              </a:ext>
            </a:extLst>
          </p:cNvPr>
          <p:cNvSpPr>
            <a:spLocks noGrp="1"/>
          </p:cNvSpPr>
          <p:nvPr>
            <p:ph type="body" sz="quarter" idx="14" hasCustomPrompt="1"/>
          </p:nvPr>
        </p:nvSpPr>
        <p:spPr>
          <a:xfrm>
            <a:off x="9652000" y="5262547"/>
            <a:ext cx="1701800" cy="228600"/>
          </a:xfrm>
          <a:noFill/>
        </p:spPr>
        <p:txBody>
          <a:bodyPr anchor="ctr">
            <a:noAutofit/>
          </a:bodyPr>
          <a:lstStyle>
            <a:lvl1pPr marL="0" indent="0" algn="r">
              <a:buNone/>
              <a:defRPr sz="1200">
                <a:solidFill>
                  <a:schemeClr val="bg1">
                    <a:lumMod val="50000"/>
                  </a:schemeClr>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id="{17C97F11-0CC0-4E01-8422-614383043296}"/>
              </a:ext>
            </a:extLst>
          </p:cNvPr>
          <p:cNvSpPr>
            <a:spLocks noGrp="1"/>
          </p:cNvSpPr>
          <p:nvPr>
            <p:ph type="body" sz="quarter" idx="15" hasCustomPrompt="1"/>
          </p:nvPr>
        </p:nvSpPr>
        <p:spPr>
          <a:xfrm>
            <a:off x="9652000" y="5489880"/>
            <a:ext cx="1701800" cy="228600"/>
          </a:xfrm>
          <a:noFill/>
        </p:spPr>
        <p:txBody>
          <a:bodyPr anchor="ctr">
            <a:noAutofit/>
          </a:bodyPr>
          <a:lstStyle>
            <a:lvl1pPr marL="0" indent="0" algn="r">
              <a:buNone/>
              <a:defRPr sz="1200">
                <a:solidFill>
                  <a:schemeClr val="bg1">
                    <a:lumMod val="50000"/>
                  </a:schemeClr>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id="{322609FE-C556-4394-9CD9-CACD20BC7261}"/>
              </a:ext>
            </a:extLst>
          </p:cNvPr>
          <p:cNvSpPr>
            <a:spLocks noGrp="1"/>
          </p:cNvSpPr>
          <p:nvPr>
            <p:ph type="body" sz="quarter" idx="16" hasCustomPrompt="1"/>
          </p:nvPr>
        </p:nvSpPr>
        <p:spPr>
          <a:xfrm>
            <a:off x="9652000" y="5717213"/>
            <a:ext cx="1701800" cy="228600"/>
          </a:xfrm>
          <a:noFill/>
        </p:spPr>
        <p:txBody>
          <a:bodyPr anchor="ctr">
            <a:noAutofit/>
          </a:bodyPr>
          <a:lstStyle>
            <a:lvl1pPr marL="0" indent="0" algn="r">
              <a:buNone/>
              <a:defRPr sz="1200">
                <a:solidFill>
                  <a:schemeClr val="bg1">
                    <a:lumMod val="50000"/>
                  </a:schemeClr>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
        <p:nvSpPr>
          <p:cNvPr id="2" name="Date Placeholder 3">
            <a:extLst>
              <a:ext uri="{FF2B5EF4-FFF2-40B4-BE49-F238E27FC236}">
                <a16:creationId xmlns:a16="http://schemas.microsoft.com/office/drawing/2014/main" id="{FCE4E427-9DC8-F2A9-D2F1-4487E164C921}"/>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4C12BA2E-5B78-367E-BFBA-376FC426B617}"/>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9BE75FDB-C307-D84D-32D1-0AA4CAE9952D}"/>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2216046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lor and Typography">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D08B00A-9A13-4AB1-A72D-2F499BA2EBAB}"/>
              </a:ext>
            </a:extLst>
          </p:cNvPr>
          <p:cNvSpPr>
            <a:spLocks noGrp="1"/>
          </p:cNvSpPr>
          <p:nvPr userDrawn="1">
            <p:ph type="title"/>
          </p:nvPr>
        </p:nvSpPr>
        <p:spPr>
          <a:xfrm>
            <a:off x="838200" y="365125"/>
            <a:ext cx="10515600" cy="1325563"/>
          </a:xfrm>
        </p:spPr>
        <p:txBody>
          <a:bodyPr/>
          <a:lstStyle/>
          <a:p>
            <a:r>
              <a:rPr lang="it-IT"/>
              <a:t>Fare clic per modificare lo stile del titolo dello schema</a:t>
            </a:r>
            <a:endParaRPr lang="en-US" dirty="0"/>
          </a:p>
        </p:txBody>
      </p:sp>
      <p:sp>
        <p:nvSpPr>
          <p:cNvPr id="88" name="Text Placeholder 2">
            <a:extLst>
              <a:ext uri="{FF2B5EF4-FFF2-40B4-BE49-F238E27FC236}">
                <a16:creationId xmlns:a16="http://schemas.microsoft.com/office/drawing/2014/main" id="{BB3FC47E-3339-49A8-AEF2-ECC3BF1514FB}"/>
              </a:ext>
            </a:extLst>
          </p:cNvPr>
          <p:cNvSpPr>
            <a:spLocks noGrp="1"/>
          </p:cNvSpPr>
          <p:nvPr userDrawn="1">
            <p:ph type="body" sz="quarter" idx="10"/>
          </p:nvPr>
        </p:nvSpPr>
        <p:spPr>
          <a:xfrm>
            <a:off x="838199" y="3709150"/>
            <a:ext cx="10515600" cy="1325880"/>
          </a:xfrm>
        </p:spPr>
        <p:txBody>
          <a:bodyPr vert="horz" lIns="91440" tIns="45720" rIns="91440" bIns="45720" rtlCol="0" anchor="ctr">
            <a:normAutofit/>
          </a:bodyPr>
          <a:lstStyle>
            <a:lvl1pPr marL="0" indent="0">
              <a:buNone/>
              <a:defRPr lang="en-US" sz="4400" b="1" dirty="0">
                <a:solidFill>
                  <a:schemeClr val="bg1"/>
                </a:solidFill>
                <a:latin typeface="+mn-lt"/>
                <a:ea typeface="+mj-ea"/>
                <a:cs typeface="+mj-cs"/>
              </a:defRPr>
            </a:lvl1pPr>
          </a:lstStyle>
          <a:p>
            <a:pPr marL="228600" lvl="0" indent="-228600">
              <a:spcBef>
                <a:spcPct val="0"/>
              </a:spcBef>
            </a:pPr>
            <a:r>
              <a:rPr lang="it-IT"/>
              <a:t>Fare clic per modificare gli stili del testo dello schema</a:t>
            </a:r>
          </a:p>
        </p:txBody>
      </p:sp>
      <p:sp>
        <p:nvSpPr>
          <p:cNvPr id="89" name="TextBox 88">
            <a:extLst>
              <a:ext uri="{FF2B5EF4-FFF2-40B4-BE49-F238E27FC236}">
                <a16:creationId xmlns:a16="http://schemas.microsoft.com/office/drawing/2014/main" id="{829D5438-3BC8-4817-9C86-A9AAA6047492}"/>
              </a:ext>
            </a:extLst>
          </p:cNvPr>
          <p:cNvSpPr txBox="1"/>
          <p:nvPr userDrawn="1"/>
        </p:nvSpPr>
        <p:spPr>
          <a:xfrm>
            <a:off x="4677206" y="4033186"/>
            <a:ext cx="2435282" cy="2646878"/>
          </a:xfrm>
          <a:prstGeom prst="rect">
            <a:avLst/>
          </a:prstGeom>
          <a:noFill/>
        </p:spPr>
        <p:txBody>
          <a:bodyPr wrap="none" rtlCol="0">
            <a:spAutoFit/>
          </a:bodyPr>
          <a:lstStyle/>
          <a:p>
            <a:pPr algn="ctr"/>
            <a:r>
              <a:rPr lang="en-US" sz="16600" dirty="0">
                <a:solidFill>
                  <a:schemeClr val="bg1"/>
                </a:solidFill>
              </a:rPr>
              <a:t>Aa</a:t>
            </a:r>
          </a:p>
        </p:txBody>
      </p:sp>
      <p:sp>
        <p:nvSpPr>
          <p:cNvPr id="90" name="Text Placeholder 7">
            <a:extLst>
              <a:ext uri="{FF2B5EF4-FFF2-40B4-BE49-F238E27FC236}">
                <a16:creationId xmlns:a16="http://schemas.microsoft.com/office/drawing/2014/main" id="{676EAA04-3941-4EEF-875A-DA2DBBB0CA82}"/>
              </a:ext>
            </a:extLst>
          </p:cNvPr>
          <p:cNvSpPr>
            <a:spLocks noGrp="1"/>
          </p:cNvSpPr>
          <p:nvPr userDrawn="1">
            <p:ph type="body" sz="quarter" idx="11" hasCustomPrompt="1"/>
          </p:nvPr>
        </p:nvSpPr>
        <p:spPr>
          <a:xfrm>
            <a:off x="4697757" y="6124726"/>
            <a:ext cx="2394180" cy="564999"/>
          </a:xfrm>
        </p:spPr>
        <p:txBody>
          <a:bodyPr anchor="ctr"/>
          <a:lstStyle>
            <a:lvl1pPr marL="0" indent="0" algn="ctr">
              <a:buNone/>
              <a:defRPr>
                <a:solidFill>
                  <a:schemeClr val="bg1"/>
                </a:solidFill>
              </a:defRPr>
            </a:lvl1pPr>
          </a:lstStyle>
          <a:p>
            <a:pPr lvl="0"/>
            <a:r>
              <a:rPr lang="en-US" dirty="0"/>
              <a:t>Font name</a:t>
            </a:r>
          </a:p>
        </p:txBody>
      </p:sp>
      <p:sp>
        <p:nvSpPr>
          <p:cNvPr id="2" name="Rectangle 1">
            <a:extLst>
              <a:ext uri="{FF2B5EF4-FFF2-40B4-BE49-F238E27FC236}">
                <a16:creationId xmlns:a16="http://schemas.microsoft.com/office/drawing/2014/main" id="{614DAA6C-07CE-2F22-8EF4-9DC5AFD807AB}"/>
              </a:ext>
            </a:extLst>
          </p:cNvPr>
          <p:cNvSpPr/>
          <p:nvPr userDrawn="1"/>
        </p:nvSpPr>
        <p:spPr>
          <a:xfrm>
            <a:off x="838199" y="1830763"/>
            <a:ext cx="894312" cy="17411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 name="Rectangle 2">
            <a:extLst>
              <a:ext uri="{FF2B5EF4-FFF2-40B4-BE49-F238E27FC236}">
                <a16:creationId xmlns:a16="http://schemas.microsoft.com/office/drawing/2014/main" id="{D2136862-9125-065B-80E7-F373BC55FEAD}"/>
              </a:ext>
            </a:extLst>
          </p:cNvPr>
          <p:cNvSpPr/>
          <p:nvPr userDrawn="1"/>
        </p:nvSpPr>
        <p:spPr>
          <a:xfrm>
            <a:off x="838199" y="1830763"/>
            <a:ext cx="894312" cy="1551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 name="Rectangle 3">
            <a:extLst>
              <a:ext uri="{FF2B5EF4-FFF2-40B4-BE49-F238E27FC236}">
                <a16:creationId xmlns:a16="http://schemas.microsoft.com/office/drawing/2014/main" id="{A275D1F5-00BA-CE3A-8B43-2B9EC6A19157}"/>
              </a:ext>
            </a:extLst>
          </p:cNvPr>
          <p:cNvSpPr/>
          <p:nvPr userDrawn="1"/>
        </p:nvSpPr>
        <p:spPr>
          <a:xfrm>
            <a:off x="838199" y="1830763"/>
            <a:ext cx="894312" cy="136148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 name="Rectangle 4">
            <a:extLst>
              <a:ext uri="{FF2B5EF4-FFF2-40B4-BE49-F238E27FC236}">
                <a16:creationId xmlns:a16="http://schemas.microsoft.com/office/drawing/2014/main" id="{845C6D17-78D6-15B2-4B75-79E93476085F}"/>
              </a:ext>
            </a:extLst>
          </p:cNvPr>
          <p:cNvSpPr/>
          <p:nvPr userDrawn="1"/>
        </p:nvSpPr>
        <p:spPr>
          <a:xfrm>
            <a:off x="838199" y="1830763"/>
            <a:ext cx="894312" cy="11716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 name="Rectangle 5">
            <a:extLst>
              <a:ext uri="{FF2B5EF4-FFF2-40B4-BE49-F238E27FC236}">
                <a16:creationId xmlns:a16="http://schemas.microsoft.com/office/drawing/2014/main" id="{D0C2CA89-F743-E0C3-A0EC-4AC8730BAE40}"/>
              </a:ext>
            </a:extLst>
          </p:cNvPr>
          <p:cNvSpPr/>
          <p:nvPr userDrawn="1"/>
        </p:nvSpPr>
        <p:spPr>
          <a:xfrm>
            <a:off x="838199" y="1830763"/>
            <a:ext cx="894312" cy="9818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 name="Rectangle 6">
            <a:extLst>
              <a:ext uri="{FF2B5EF4-FFF2-40B4-BE49-F238E27FC236}">
                <a16:creationId xmlns:a16="http://schemas.microsoft.com/office/drawing/2014/main" id="{85BA824A-CF72-9390-6B85-491A987A4347}"/>
              </a:ext>
            </a:extLst>
          </p:cNvPr>
          <p:cNvSpPr/>
          <p:nvPr userDrawn="1"/>
        </p:nvSpPr>
        <p:spPr>
          <a:xfrm>
            <a:off x="838200" y="1830763"/>
            <a:ext cx="894312"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 name="Rectangle 7">
            <a:extLst>
              <a:ext uri="{FF2B5EF4-FFF2-40B4-BE49-F238E27FC236}">
                <a16:creationId xmlns:a16="http://schemas.microsoft.com/office/drawing/2014/main" id="{BC1347E5-46E6-0FA2-14FF-0306C7C6C0B9}"/>
              </a:ext>
            </a:extLst>
          </p:cNvPr>
          <p:cNvSpPr/>
          <p:nvPr userDrawn="1"/>
        </p:nvSpPr>
        <p:spPr>
          <a:xfrm>
            <a:off x="1907231" y="1830763"/>
            <a:ext cx="894312" cy="17411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 name="Rectangle 8">
            <a:extLst>
              <a:ext uri="{FF2B5EF4-FFF2-40B4-BE49-F238E27FC236}">
                <a16:creationId xmlns:a16="http://schemas.microsoft.com/office/drawing/2014/main" id="{2A9D9148-EA34-5E90-6848-E13E02EF9E52}"/>
              </a:ext>
            </a:extLst>
          </p:cNvPr>
          <p:cNvSpPr/>
          <p:nvPr userDrawn="1"/>
        </p:nvSpPr>
        <p:spPr>
          <a:xfrm>
            <a:off x="1907231" y="1830763"/>
            <a:ext cx="894312" cy="15513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 name="Rectangle 9">
            <a:extLst>
              <a:ext uri="{FF2B5EF4-FFF2-40B4-BE49-F238E27FC236}">
                <a16:creationId xmlns:a16="http://schemas.microsoft.com/office/drawing/2014/main" id="{657B07BB-0C3D-7486-7983-F1A4B7114C10}"/>
              </a:ext>
            </a:extLst>
          </p:cNvPr>
          <p:cNvSpPr/>
          <p:nvPr userDrawn="1"/>
        </p:nvSpPr>
        <p:spPr>
          <a:xfrm>
            <a:off x="1907231" y="1830763"/>
            <a:ext cx="894312" cy="136148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 name="Rectangle 10">
            <a:extLst>
              <a:ext uri="{FF2B5EF4-FFF2-40B4-BE49-F238E27FC236}">
                <a16:creationId xmlns:a16="http://schemas.microsoft.com/office/drawing/2014/main" id="{3CE4940D-2584-9D0B-014A-A0FD050848D8}"/>
              </a:ext>
            </a:extLst>
          </p:cNvPr>
          <p:cNvSpPr/>
          <p:nvPr userDrawn="1"/>
        </p:nvSpPr>
        <p:spPr>
          <a:xfrm>
            <a:off x="1907231" y="1830763"/>
            <a:ext cx="894312" cy="117166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3" name="Rectangle 12">
            <a:extLst>
              <a:ext uri="{FF2B5EF4-FFF2-40B4-BE49-F238E27FC236}">
                <a16:creationId xmlns:a16="http://schemas.microsoft.com/office/drawing/2014/main" id="{7E02C50E-6BCC-35D0-399E-0B64EF007DF5}"/>
              </a:ext>
            </a:extLst>
          </p:cNvPr>
          <p:cNvSpPr/>
          <p:nvPr userDrawn="1"/>
        </p:nvSpPr>
        <p:spPr>
          <a:xfrm>
            <a:off x="1907231" y="1830763"/>
            <a:ext cx="894312" cy="98184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4" name="Rectangle 13">
            <a:extLst>
              <a:ext uri="{FF2B5EF4-FFF2-40B4-BE49-F238E27FC236}">
                <a16:creationId xmlns:a16="http://schemas.microsoft.com/office/drawing/2014/main" id="{EB18428C-05FE-39A1-57BC-77ACFDA22B61}"/>
              </a:ext>
            </a:extLst>
          </p:cNvPr>
          <p:cNvSpPr/>
          <p:nvPr userDrawn="1"/>
        </p:nvSpPr>
        <p:spPr>
          <a:xfrm>
            <a:off x="1907232" y="1830763"/>
            <a:ext cx="894312" cy="7882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5" name="Rectangle 14">
            <a:extLst>
              <a:ext uri="{FF2B5EF4-FFF2-40B4-BE49-F238E27FC236}">
                <a16:creationId xmlns:a16="http://schemas.microsoft.com/office/drawing/2014/main" id="{2476E024-93C8-8160-6C31-8E72D756EB4C}"/>
              </a:ext>
            </a:extLst>
          </p:cNvPr>
          <p:cNvSpPr/>
          <p:nvPr userDrawn="1"/>
        </p:nvSpPr>
        <p:spPr>
          <a:xfrm>
            <a:off x="2976263" y="1830763"/>
            <a:ext cx="894312" cy="174112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6" name="Rectangle 15">
            <a:extLst>
              <a:ext uri="{FF2B5EF4-FFF2-40B4-BE49-F238E27FC236}">
                <a16:creationId xmlns:a16="http://schemas.microsoft.com/office/drawing/2014/main" id="{C3828698-ACF5-D741-838B-EC69648272C6}"/>
              </a:ext>
            </a:extLst>
          </p:cNvPr>
          <p:cNvSpPr/>
          <p:nvPr userDrawn="1"/>
        </p:nvSpPr>
        <p:spPr>
          <a:xfrm>
            <a:off x="2976263" y="1830763"/>
            <a:ext cx="894312" cy="15513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 name="Rectangle 16">
            <a:extLst>
              <a:ext uri="{FF2B5EF4-FFF2-40B4-BE49-F238E27FC236}">
                <a16:creationId xmlns:a16="http://schemas.microsoft.com/office/drawing/2014/main" id="{B2077E0E-4AAF-813B-810A-99F21A7360F9}"/>
              </a:ext>
            </a:extLst>
          </p:cNvPr>
          <p:cNvSpPr/>
          <p:nvPr userDrawn="1"/>
        </p:nvSpPr>
        <p:spPr>
          <a:xfrm>
            <a:off x="2976263" y="1830763"/>
            <a:ext cx="894312" cy="136148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 name="Rectangle 17">
            <a:extLst>
              <a:ext uri="{FF2B5EF4-FFF2-40B4-BE49-F238E27FC236}">
                <a16:creationId xmlns:a16="http://schemas.microsoft.com/office/drawing/2014/main" id="{05BD201A-7852-3FD3-2439-467D701C0A49}"/>
              </a:ext>
            </a:extLst>
          </p:cNvPr>
          <p:cNvSpPr/>
          <p:nvPr userDrawn="1"/>
        </p:nvSpPr>
        <p:spPr>
          <a:xfrm>
            <a:off x="2976263" y="1830763"/>
            <a:ext cx="894312" cy="11716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 name="Rectangle 18">
            <a:extLst>
              <a:ext uri="{FF2B5EF4-FFF2-40B4-BE49-F238E27FC236}">
                <a16:creationId xmlns:a16="http://schemas.microsoft.com/office/drawing/2014/main" id="{7C0555DA-6EFE-665F-A8D9-EF421D387900}"/>
              </a:ext>
            </a:extLst>
          </p:cNvPr>
          <p:cNvSpPr/>
          <p:nvPr userDrawn="1"/>
        </p:nvSpPr>
        <p:spPr>
          <a:xfrm>
            <a:off x="2976263" y="1830763"/>
            <a:ext cx="894312" cy="98184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 name="Rectangle 19">
            <a:extLst>
              <a:ext uri="{FF2B5EF4-FFF2-40B4-BE49-F238E27FC236}">
                <a16:creationId xmlns:a16="http://schemas.microsoft.com/office/drawing/2014/main" id="{225DB72C-E7CA-9586-B1F6-27012FCC58F4}"/>
              </a:ext>
            </a:extLst>
          </p:cNvPr>
          <p:cNvSpPr/>
          <p:nvPr userDrawn="1"/>
        </p:nvSpPr>
        <p:spPr>
          <a:xfrm>
            <a:off x="2976264" y="1830763"/>
            <a:ext cx="894312" cy="788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 name="Rectangle 20">
            <a:extLst>
              <a:ext uri="{FF2B5EF4-FFF2-40B4-BE49-F238E27FC236}">
                <a16:creationId xmlns:a16="http://schemas.microsoft.com/office/drawing/2014/main" id="{808EE21C-F742-CD1F-EAE0-CD6C10F02C65}"/>
              </a:ext>
            </a:extLst>
          </p:cNvPr>
          <p:cNvSpPr/>
          <p:nvPr userDrawn="1"/>
        </p:nvSpPr>
        <p:spPr>
          <a:xfrm>
            <a:off x="4045295" y="1830763"/>
            <a:ext cx="894312" cy="1741127"/>
          </a:xfrm>
          <a:prstGeom prst="rect">
            <a:avLst/>
          </a:prstGeom>
          <a:solidFill>
            <a:schemeClr val="tx2">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 name="Rectangle 21">
            <a:extLst>
              <a:ext uri="{FF2B5EF4-FFF2-40B4-BE49-F238E27FC236}">
                <a16:creationId xmlns:a16="http://schemas.microsoft.com/office/drawing/2014/main" id="{01579767-FB98-BC7E-A935-BB7B5514526B}"/>
              </a:ext>
            </a:extLst>
          </p:cNvPr>
          <p:cNvSpPr/>
          <p:nvPr userDrawn="1"/>
        </p:nvSpPr>
        <p:spPr>
          <a:xfrm>
            <a:off x="4045295" y="1830763"/>
            <a:ext cx="894312" cy="1551307"/>
          </a:xfrm>
          <a:prstGeom prst="rect">
            <a:avLst/>
          </a:prstGeom>
          <a:solidFill>
            <a:schemeClr val="tx2">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 name="Rectangle 22">
            <a:extLst>
              <a:ext uri="{FF2B5EF4-FFF2-40B4-BE49-F238E27FC236}">
                <a16:creationId xmlns:a16="http://schemas.microsoft.com/office/drawing/2014/main" id="{E033ACB4-5573-2676-8B14-9D057A593CE4}"/>
              </a:ext>
            </a:extLst>
          </p:cNvPr>
          <p:cNvSpPr/>
          <p:nvPr userDrawn="1"/>
        </p:nvSpPr>
        <p:spPr>
          <a:xfrm>
            <a:off x="4045295" y="1830763"/>
            <a:ext cx="894312" cy="1361486"/>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4" name="Rectangle 23">
            <a:extLst>
              <a:ext uri="{FF2B5EF4-FFF2-40B4-BE49-F238E27FC236}">
                <a16:creationId xmlns:a16="http://schemas.microsoft.com/office/drawing/2014/main" id="{67F27270-08C5-7AF6-9C42-2395489BFEB9}"/>
              </a:ext>
            </a:extLst>
          </p:cNvPr>
          <p:cNvSpPr/>
          <p:nvPr userDrawn="1"/>
        </p:nvSpPr>
        <p:spPr>
          <a:xfrm>
            <a:off x="4045295" y="1830763"/>
            <a:ext cx="894312" cy="1171666"/>
          </a:xfrm>
          <a:prstGeom prst="rect">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5" name="Rectangle 24">
            <a:extLst>
              <a:ext uri="{FF2B5EF4-FFF2-40B4-BE49-F238E27FC236}">
                <a16:creationId xmlns:a16="http://schemas.microsoft.com/office/drawing/2014/main" id="{1498A99F-2813-3144-7BAC-7F009ED84FB1}"/>
              </a:ext>
            </a:extLst>
          </p:cNvPr>
          <p:cNvSpPr/>
          <p:nvPr userDrawn="1"/>
        </p:nvSpPr>
        <p:spPr>
          <a:xfrm>
            <a:off x="4045295" y="1830763"/>
            <a:ext cx="894312" cy="981846"/>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6" name="Rectangle 25">
            <a:extLst>
              <a:ext uri="{FF2B5EF4-FFF2-40B4-BE49-F238E27FC236}">
                <a16:creationId xmlns:a16="http://schemas.microsoft.com/office/drawing/2014/main" id="{46E39819-F9AA-FD24-8424-AF98C3B7AC30}"/>
              </a:ext>
            </a:extLst>
          </p:cNvPr>
          <p:cNvSpPr/>
          <p:nvPr userDrawn="1"/>
        </p:nvSpPr>
        <p:spPr>
          <a:xfrm>
            <a:off x="4045296" y="1830763"/>
            <a:ext cx="894312" cy="7882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7" name="Rectangle 26">
            <a:extLst>
              <a:ext uri="{FF2B5EF4-FFF2-40B4-BE49-F238E27FC236}">
                <a16:creationId xmlns:a16="http://schemas.microsoft.com/office/drawing/2014/main" id="{24C591B8-EB78-2D06-F90E-7E57C928AE9C}"/>
              </a:ext>
            </a:extLst>
          </p:cNvPr>
          <p:cNvSpPr/>
          <p:nvPr userDrawn="1"/>
        </p:nvSpPr>
        <p:spPr>
          <a:xfrm>
            <a:off x="5114327" y="1830763"/>
            <a:ext cx="894312" cy="1741127"/>
          </a:xfrm>
          <a:prstGeom prst="rect">
            <a:avLst/>
          </a:prstGeom>
          <a:solidFill>
            <a:schemeClr val="accent1">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8" name="Rectangle 27">
            <a:extLst>
              <a:ext uri="{FF2B5EF4-FFF2-40B4-BE49-F238E27FC236}">
                <a16:creationId xmlns:a16="http://schemas.microsoft.com/office/drawing/2014/main" id="{6147734A-1B60-2295-B4F5-6C49FA985E8E}"/>
              </a:ext>
            </a:extLst>
          </p:cNvPr>
          <p:cNvSpPr/>
          <p:nvPr userDrawn="1"/>
        </p:nvSpPr>
        <p:spPr>
          <a:xfrm>
            <a:off x="5114327" y="1830763"/>
            <a:ext cx="894312" cy="1551307"/>
          </a:xfrm>
          <a:prstGeom prst="rect">
            <a:avLst/>
          </a:prstGeom>
          <a:solidFill>
            <a:schemeClr val="accent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9" name="Rectangle 28">
            <a:extLst>
              <a:ext uri="{FF2B5EF4-FFF2-40B4-BE49-F238E27FC236}">
                <a16:creationId xmlns:a16="http://schemas.microsoft.com/office/drawing/2014/main" id="{69048875-BCE3-DA5C-80C2-171B6F4A6E9C}"/>
              </a:ext>
            </a:extLst>
          </p:cNvPr>
          <p:cNvSpPr/>
          <p:nvPr userDrawn="1"/>
        </p:nvSpPr>
        <p:spPr>
          <a:xfrm>
            <a:off x="5114327" y="1830763"/>
            <a:ext cx="894312" cy="136148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0" name="Rectangle 29">
            <a:extLst>
              <a:ext uri="{FF2B5EF4-FFF2-40B4-BE49-F238E27FC236}">
                <a16:creationId xmlns:a16="http://schemas.microsoft.com/office/drawing/2014/main" id="{EB47F295-187D-5142-E49C-9DBF9EF9F511}"/>
              </a:ext>
            </a:extLst>
          </p:cNvPr>
          <p:cNvSpPr/>
          <p:nvPr userDrawn="1"/>
        </p:nvSpPr>
        <p:spPr>
          <a:xfrm>
            <a:off x="5114327" y="1830763"/>
            <a:ext cx="894312" cy="117166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1" name="Rectangle 30">
            <a:extLst>
              <a:ext uri="{FF2B5EF4-FFF2-40B4-BE49-F238E27FC236}">
                <a16:creationId xmlns:a16="http://schemas.microsoft.com/office/drawing/2014/main" id="{E8CC46D4-3CD3-4434-746E-9FCF92D0FC37}"/>
              </a:ext>
            </a:extLst>
          </p:cNvPr>
          <p:cNvSpPr/>
          <p:nvPr userDrawn="1"/>
        </p:nvSpPr>
        <p:spPr>
          <a:xfrm>
            <a:off x="5114327" y="1830763"/>
            <a:ext cx="894312" cy="981846"/>
          </a:xfrm>
          <a:prstGeom prst="rect">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2" name="Rectangle 31">
            <a:extLst>
              <a:ext uri="{FF2B5EF4-FFF2-40B4-BE49-F238E27FC236}">
                <a16:creationId xmlns:a16="http://schemas.microsoft.com/office/drawing/2014/main" id="{3262909C-D1B8-4767-F9A3-28F08F5C4106}"/>
              </a:ext>
            </a:extLst>
          </p:cNvPr>
          <p:cNvSpPr/>
          <p:nvPr userDrawn="1"/>
        </p:nvSpPr>
        <p:spPr>
          <a:xfrm>
            <a:off x="5114328" y="1830763"/>
            <a:ext cx="894312" cy="7882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3" name="Rectangle 32">
            <a:extLst>
              <a:ext uri="{FF2B5EF4-FFF2-40B4-BE49-F238E27FC236}">
                <a16:creationId xmlns:a16="http://schemas.microsoft.com/office/drawing/2014/main" id="{998BCDB8-3232-3C07-5023-F1CA36D9512E}"/>
              </a:ext>
            </a:extLst>
          </p:cNvPr>
          <p:cNvSpPr/>
          <p:nvPr userDrawn="1"/>
        </p:nvSpPr>
        <p:spPr>
          <a:xfrm>
            <a:off x="6183359" y="1830763"/>
            <a:ext cx="894312" cy="174112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4" name="Rectangle 33">
            <a:extLst>
              <a:ext uri="{FF2B5EF4-FFF2-40B4-BE49-F238E27FC236}">
                <a16:creationId xmlns:a16="http://schemas.microsoft.com/office/drawing/2014/main" id="{CBC66BC4-B646-26AE-10E8-168D79AC3C5F}"/>
              </a:ext>
            </a:extLst>
          </p:cNvPr>
          <p:cNvSpPr/>
          <p:nvPr userDrawn="1"/>
        </p:nvSpPr>
        <p:spPr>
          <a:xfrm>
            <a:off x="6183359" y="1830763"/>
            <a:ext cx="894312" cy="15513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5" name="Rectangle 34">
            <a:extLst>
              <a:ext uri="{FF2B5EF4-FFF2-40B4-BE49-F238E27FC236}">
                <a16:creationId xmlns:a16="http://schemas.microsoft.com/office/drawing/2014/main" id="{1696CA5F-2E55-7B80-8A86-7E64012A6CB3}"/>
              </a:ext>
            </a:extLst>
          </p:cNvPr>
          <p:cNvSpPr/>
          <p:nvPr userDrawn="1"/>
        </p:nvSpPr>
        <p:spPr>
          <a:xfrm>
            <a:off x="6183359" y="1830763"/>
            <a:ext cx="894312" cy="136148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6" name="Rectangle 35">
            <a:extLst>
              <a:ext uri="{FF2B5EF4-FFF2-40B4-BE49-F238E27FC236}">
                <a16:creationId xmlns:a16="http://schemas.microsoft.com/office/drawing/2014/main" id="{72E0F93F-198C-6354-D4B3-C326464E8657}"/>
              </a:ext>
            </a:extLst>
          </p:cNvPr>
          <p:cNvSpPr/>
          <p:nvPr userDrawn="1"/>
        </p:nvSpPr>
        <p:spPr>
          <a:xfrm>
            <a:off x="6183359" y="1830763"/>
            <a:ext cx="894312" cy="11716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7" name="Rectangle 36">
            <a:extLst>
              <a:ext uri="{FF2B5EF4-FFF2-40B4-BE49-F238E27FC236}">
                <a16:creationId xmlns:a16="http://schemas.microsoft.com/office/drawing/2014/main" id="{A742E61C-BF5D-7C11-7A45-D9D621B36E9C}"/>
              </a:ext>
            </a:extLst>
          </p:cNvPr>
          <p:cNvSpPr/>
          <p:nvPr userDrawn="1"/>
        </p:nvSpPr>
        <p:spPr>
          <a:xfrm>
            <a:off x="6183359" y="1830763"/>
            <a:ext cx="894312" cy="98184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8" name="Rectangle 37">
            <a:extLst>
              <a:ext uri="{FF2B5EF4-FFF2-40B4-BE49-F238E27FC236}">
                <a16:creationId xmlns:a16="http://schemas.microsoft.com/office/drawing/2014/main" id="{B13A271E-7318-8953-6A77-331D00AC687C}"/>
              </a:ext>
            </a:extLst>
          </p:cNvPr>
          <p:cNvSpPr/>
          <p:nvPr userDrawn="1"/>
        </p:nvSpPr>
        <p:spPr>
          <a:xfrm>
            <a:off x="6183360" y="1830763"/>
            <a:ext cx="894312" cy="7882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9" name="Rectangle 38">
            <a:extLst>
              <a:ext uri="{FF2B5EF4-FFF2-40B4-BE49-F238E27FC236}">
                <a16:creationId xmlns:a16="http://schemas.microsoft.com/office/drawing/2014/main" id="{5EFA1AA0-0F52-B789-B051-2B1180FC2339}"/>
              </a:ext>
            </a:extLst>
          </p:cNvPr>
          <p:cNvSpPr/>
          <p:nvPr userDrawn="1"/>
        </p:nvSpPr>
        <p:spPr>
          <a:xfrm>
            <a:off x="7252391" y="1830763"/>
            <a:ext cx="894312" cy="174112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0" name="Rectangle 39">
            <a:extLst>
              <a:ext uri="{FF2B5EF4-FFF2-40B4-BE49-F238E27FC236}">
                <a16:creationId xmlns:a16="http://schemas.microsoft.com/office/drawing/2014/main" id="{0006AE2F-9A8F-0659-E2C8-15A780B59D8B}"/>
              </a:ext>
            </a:extLst>
          </p:cNvPr>
          <p:cNvSpPr/>
          <p:nvPr userDrawn="1"/>
        </p:nvSpPr>
        <p:spPr>
          <a:xfrm>
            <a:off x="7252391" y="1830763"/>
            <a:ext cx="894312" cy="155130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1" name="Rectangle 40">
            <a:extLst>
              <a:ext uri="{FF2B5EF4-FFF2-40B4-BE49-F238E27FC236}">
                <a16:creationId xmlns:a16="http://schemas.microsoft.com/office/drawing/2014/main" id="{B22EBCDC-1C7B-69B6-4660-C89682366052}"/>
              </a:ext>
            </a:extLst>
          </p:cNvPr>
          <p:cNvSpPr/>
          <p:nvPr userDrawn="1"/>
        </p:nvSpPr>
        <p:spPr>
          <a:xfrm>
            <a:off x="7252391" y="1830763"/>
            <a:ext cx="894312" cy="1361486"/>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2" name="Rectangle 41">
            <a:extLst>
              <a:ext uri="{FF2B5EF4-FFF2-40B4-BE49-F238E27FC236}">
                <a16:creationId xmlns:a16="http://schemas.microsoft.com/office/drawing/2014/main" id="{D7D0C806-5834-C876-6EA7-F1C6430D44AE}"/>
              </a:ext>
            </a:extLst>
          </p:cNvPr>
          <p:cNvSpPr/>
          <p:nvPr userDrawn="1"/>
        </p:nvSpPr>
        <p:spPr>
          <a:xfrm>
            <a:off x="7252391" y="1830763"/>
            <a:ext cx="894312" cy="117166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3" name="Rectangle 42">
            <a:extLst>
              <a:ext uri="{FF2B5EF4-FFF2-40B4-BE49-F238E27FC236}">
                <a16:creationId xmlns:a16="http://schemas.microsoft.com/office/drawing/2014/main" id="{F8D921BE-B78B-FA28-C137-238E1C5F84D9}"/>
              </a:ext>
            </a:extLst>
          </p:cNvPr>
          <p:cNvSpPr/>
          <p:nvPr userDrawn="1"/>
        </p:nvSpPr>
        <p:spPr>
          <a:xfrm>
            <a:off x="7252391" y="1830763"/>
            <a:ext cx="894312" cy="98184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4" name="Rectangle 43">
            <a:extLst>
              <a:ext uri="{FF2B5EF4-FFF2-40B4-BE49-F238E27FC236}">
                <a16:creationId xmlns:a16="http://schemas.microsoft.com/office/drawing/2014/main" id="{AA5F35A1-AFDE-197C-FC59-59FE7CA47493}"/>
              </a:ext>
            </a:extLst>
          </p:cNvPr>
          <p:cNvSpPr/>
          <p:nvPr userDrawn="1"/>
        </p:nvSpPr>
        <p:spPr>
          <a:xfrm>
            <a:off x="7252392" y="1830763"/>
            <a:ext cx="894312" cy="788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5" name="Rectangle 44">
            <a:extLst>
              <a:ext uri="{FF2B5EF4-FFF2-40B4-BE49-F238E27FC236}">
                <a16:creationId xmlns:a16="http://schemas.microsoft.com/office/drawing/2014/main" id="{F40F8FDB-F95B-7BBD-4C77-A2B9DB59BB42}"/>
              </a:ext>
            </a:extLst>
          </p:cNvPr>
          <p:cNvSpPr/>
          <p:nvPr userDrawn="1"/>
        </p:nvSpPr>
        <p:spPr>
          <a:xfrm>
            <a:off x="8321423" y="1830763"/>
            <a:ext cx="894312" cy="1741127"/>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6" name="Rectangle 45">
            <a:extLst>
              <a:ext uri="{FF2B5EF4-FFF2-40B4-BE49-F238E27FC236}">
                <a16:creationId xmlns:a16="http://schemas.microsoft.com/office/drawing/2014/main" id="{45F3802D-17B5-9889-BC9F-B943AA467CC8}"/>
              </a:ext>
            </a:extLst>
          </p:cNvPr>
          <p:cNvSpPr/>
          <p:nvPr userDrawn="1"/>
        </p:nvSpPr>
        <p:spPr>
          <a:xfrm>
            <a:off x="8321423" y="1830763"/>
            <a:ext cx="894312" cy="155130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7" name="Rectangle 46">
            <a:extLst>
              <a:ext uri="{FF2B5EF4-FFF2-40B4-BE49-F238E27FC236}">
                <a16:creationId xmlns:a16="http://schemas.microsoft.com/office/drawing/2014/main" id="{2671B7AF-7FEB-0EC8-5143-B88959AC512E}"/>
              </a:ext>
            </a:extLst>
          </p:cNvPr>
          <p:cNvSpPr/>
          <p:nvPr userDrawn="1"/>
        </p:nvSpPr>
        <p:spPr>
          <a:xfrm>
            <a:off x="8321423" y="1830763"/>
            <a:ext cx="894312" cy="136148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8" name="Rectangle 47">
            <a:extLst>
              <a:ext uri="{FF2B5EF4-FFF2-40B4-BE49-F238E27FC236}">
                <a16:creationId xmlns:a16="http://schemas.microsoft.com/office/drawing/2014/main" id="{09DBD8C9-496C-E632-04ED-3B441315E5F4}"/>
              </a:ext>
            </a:extLst>
          </p:cNvPr>
          <p:cNvSpPr/>
          <p:nvPr userDrawn="1"/>
        </p:nvSpPr>
        <p:spPr>
          <a:xfrm>
            <a:off x="8321423" y="1830763"/>
            <a:ext cx="894312" cy="117166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9" name="Rectangle 48">
            <a:extLst>
              <a:ext uri="{FF2B5EF4-FFF2-40B4-BE49-F238E27FC236}">
                <a16:creationId xmlns:a16="http://schemas.microsoft.com/office/drawing/2014/main" id="{36573E84-F433-47C3-437C-0272CE23DF53}"/>
              </a:ext>
            </a:extLst>
          </p:cNvPr>
          <p:cNvSpPr/>
          <p:nvPr userDrawn="1"/>
        </p:nvSpPr>
        <p:spPr>
          <a:xfrm>
            <a:off x="8321423" y="1830763"/>
            <a:ext cx="894312" cy="98184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0" name="Rectangle 49">
            <a:extLst>
              <a:ext uri="{FF2B5EF4-FFF2-40B4-BE49-F238E27FC236}">
                <a16:creationId xmlns:a16="http://schemas.microsoft.com/office/drawing/2014/main" id="{0EDCFE2E-4E05-3245-938F-20AD935CC173}"/>
              </a:ext>
            </a:extLst>
          </p:cNvPr>
          <p:cNvSpPr/>
          <p:nvPr userDrawn="1"/>
        </p:nvSpPr>
        <p:spPr>
          <a:xfrm>
            <a:off x="8321424" y="1830763"/>
            <a:ext cx="894312" cy="78825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1" name="Rectangle 50">
            <a:extLst>
              <a:ext uri="{FF2B5EF4-FFF2-40B4-BE49-F238E27FC236}">
                <a16:creationId xmlns:a16="http://schemas.microsoft.com/office/drawing/2014/main" id="{1F734CAD-A967-61F8-7B06-37D6DB266702}"/>
              </a:ext>
            </a:extLst>
          </p:cNvPr>
          <p:cNvSpPr/>
          <p:nvPr userDrawn="1"/>
        </p:nvSpPr>
        <p:spPr>
          <a:xfrm>
            <a:off x="9390455" y="1830763"/>
            <a:ext cx="894312" cy="174112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2" name="Rectangle 51">
            <a:extLst>
              <a:ext uri="{FF2B5EF4-FFF2-40B4-BE49-F238E27FC236}">
                <a16:creationId xmlns:a16="http://schemas.microsoft.com/office/drawing/2014/main" id="{993FE1C2-BFC9-ED21-89C9-502E2DC29985}"/>
              </a:ext>
            </a:extLst>
          </p:cNvPr>
          <p:cNvSpPr/>
          <p:nvPr userDrawn="1"/>
        </p:nvSpPr>
        <p:spPr>
          <a:xfrm>
            <a:off x="9390455" y="1830763"/>
            <a:ext cx="894312" cy="15513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3" name="Rectangle 52">
            <a:extLst>
              <a:ext uri="{FF2B5EF4-FFF2-40B4-BE49-F238E27FC236}">
                <a16:creationId xmlns:a16="http://schemas.microsoft.com/office/drawing/2014/main" id="{3AFB2C96-B958-96C9-9C4F-AF31EA0492F2}"/>
              </a:ext>
            </a:extLst>
          </p:cNvPr>
          <p:cNvSpPr/>
          <p:nvPr userDrawn="1"/>
        </p:nvSpPr>
        <p:spPr>
          <a:xfrm>
            <a:off x="9390455" y="1830763"/>
            <a:ext cx="894312" cy="136148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4" name="Rectangle 53">
            <a:extLst>
              <a:ext uri="{FF2B5EF4-FFF2-40B4-BE49-F238E27FC236}">
                <a16:creationId xmlns:a16="http://schemas.microsoft.com/office/drawing/2014/main" id="{DD7ECE24-1A75-94A3-6EB3-B6DF92CB572A}"/>
              </a:ext>
            </a:extLst>
          </p:cNvPr>
          <p:cNvSpPr/>
          <p:nvPr userDrawn="1"/>
        </p:nvSpPr>
        <p:spPr>
          <a:xfrm>
            <a:off x="9390455" y="1830763"/>
            <a:ext cx="894312" cy="117166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5" name="Rectangle 54">
            <a:extLst>
              <a:ext uri="{FF2B5EF4-FFF2-40B4-BE49-F238E27FC236}">
                <a16:creationId xmlns:a16="http://schemas.microsoft.com/office/drawing/2014/main" id="{957D7B3A-41FF-085B-A56D-1CE38BD54133}"/>
              </a:ext>
            </a:extLst>
          </p:cNvPr>
          <p:cNvSpPr/>
          <p:nvPr userDrawn="1"/>
        </p:nvSpPr>
        <p:spPr>
          <a:xfrm>
            <a:off x="9390455" y="1830763"/>
            <a:ext cx="894312" cy="98184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6" name="Rectangle 55">
            <a:extLst>
              <a:ext uri="{FF2B5EF4-FFF2-40B4-BE49-F238E27FC236}">
                <a16:creationId xmlns:a16="http://schemas.microsoft.com/office/drawing/2014/main" id="{C95EA1B2-0213-3377-900B-3E110F26F809}"/>
              </a:ext>
            </a:extLst>
          </p:cNvPr>
          <p:cNvSpPr/>
          <p:nvPr userDrawn="1"/>
        </p:nvSpPr>
        <p:spPr>
          <a:xfrm>
            <a:off x="9390456" y="1830763"/>
            <a:ext cx="894312" cy="78825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7" name="Rectangle 56">
            <a:extLst>
              <a:ext uri="{FF2B5EF4-FFF2-40B4-BE49-F238E27FC236}">
                <a16:creationId xmlns:a16="http://schemas.microsoft.com/office/drawing/2014/main" id="{490FED5A-7C19-733B-6723-DE682461171D}"/>
              </a:ext>
            </a:extLst>
          </p:cNvPr>
          <p:cNvSpPr/>
          <p:nvPr userDrawn="1"/>
        </p:nvSpPr>
        <p:spPr>
          <a:xfrm>
            <a:off x="10459488" y="1830763"/>
            <a:ext cx="894312" cy="174112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8" name="Rectangle 57">
            <a:extLst>
              <a:ext uri="{FF2B5EF4-FFF2-40B4-BE49-F238E27FC236}">
                <a16:creationId xmlns:a16="http://schemas.microsoft.com/office/drawing/2014/main" id="{877E193F-C77F-1D64-BADD-A4B10C70FCD1}"/>
              </a:ext>
            </a:extLst>
          </p:cNvPr>
          <p:cNvSpPr/>
          <p:nvPr userDrawn="1"/>
        </p:nvSpPr>
        <p:spPr>
          <a:xfrm>
            <a:off x="10459488" y="1830763"/>
            <a:ext cx="894312" cy="15513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9" name="Rectangle 58">
            <a:extLst>
              <a:ext uri="{FF2B5EF4-FFF2-40B4-BE49-F238E27FC236}">
                <a16:creationId xmlns:a16="http://schemas.microsoft.com/office/drawing/2014/main" id="{DB8721EC-D970-4225-8AEB-E32671A840AE}"/>
              </a:ext>
            </a:extLst>
          </p:cNvPr>
          <p:cNvSpPr/>
          <p:nvPr userDrawn="1"/>
        </p:nvSpPr>
        <p:spPr>
          <a:xfrm>
            <a:off x="10459488" y="1830763"/>
            <a:ext cx="894312" cy="13614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0" name="Rectangle 59">
            <a:extLst>
              <a:ext uri="{FF2B5EF4-FFF2-40B4-BE49-F238E27FC236}">
                <a16:creationId xmlns:a16="http://schemas.microsoft.com/office/drawing/2014/main" id="{868C5271-59E9-5E4A-9AA9-B7EE7BF274A4}"/>
              </a:ext>
            </a:extLst>
          </p:cNvPr>
          <p:cNvSpPr/>
          <p:nvPr userDrawn="1"/>
        </p:nvSpPr>
        <p:spPr>
          <a:xfrm>
            <a:off x="10459488" y="1830763"/>
            <a:ext cx="894312" cy="11716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1" name="Rectangle 60">
            <a:extLst>
              <a:ext uri="{FF2B5EF4-FFF2-40B4-BE49-F238E27FC236}">
                <a16:creationId xmlns:a16="http://schemas.microsoft.com/office/drawing/2014/main" id="{DBD9E4CD-4429-80FD-513D-AA95CFDAE4EA}"/>
              </a:ext>
            </a:extLst>
          </p:cNvPr>
          <p:cNvSpPr/>
          <p:nvPr userDrawn="1"/>
        </p:nvSpPr>
        <p:spPr>
          <a:xfrm>
            <a:off x="10459488" y="1830763"/>
            <a:ext cx="894312" cy="98184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2" name="Rectangle 61">
            <a:extLst>
              <a:ext uri="{FF2B5EF4-FFF2-40B4-BE49-F238E27FC236}">
                <a16:creationId xmlns:a16="http://schemas.microsoft.com/office/drawing/2014/main" id="{A99C4A65-47D7-E09F-6164-0ED8061BE347}"/>
              </a:ext>
            </a:extLst>
          </p:cNvPr>
          <p:cNvSpPr/>
          <p:nvPr userDrawn="1"/>
        </p:nvSpPr>
        <p:spPr>
          <a:xfrm>
            <a:off x="10459487" y="1830763"/>
            <a:ext cx="894312" cy="7882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Tree>
    <p:extLst>
      <p:ext uri="{BB962C8B-B14F-4D97-AF65-F5344CB8AC3E}">
        <p14:creationId xmlns:p14="http://schemas.microsoft.com/office/powerpoint/2010/main" val="41439119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2A6FDFB-46FD-4D32-A054-BC9C55F6A02B}"/>
              </a:ext>
            </a:extLst>
          </p:cNvPr>
          <p:cNvSpPr>
            <a:spLocks noGrp="1"/>
          </p:cNvSpPr>
          <p:nvPr>
            <p:ph type="ctrTitle"/>
          </p:nvPr>
        </p:nvSpPr>
        <p:spPr>
          <a:xfrm>
            <a:off x="838200" y="694452"/>
            <a:ext cx="5388980" cy="2536586"/>
          </a:xfrm>
        </p:spPr>
        <p:txBody>
          <a:bodyPr anchor="b">
            <a:noAutofit/>
          </a:bodyPr>
          <a:lstStyle>
            <a:lvl1pPr algn="l">
              <a:defRPr sz="6600"/>
            </a:lvl1pPr>
          </a:lstStyle>
          <a:p>
            <a:r>
              <a:rPr lang="it-IT"/>
              <a:t>Fare clic per modificare lo stile del titolo dello schema</a:t>
            </a:r>
            <a:endParaRPr lang="en-US" dirty="0"/>
          </a:p>
        </p:txBody>
      </p:sp>
      <p:sp>
        <p:nvSpPr>
          <p:cNvPr id="20" name="Subtitle 2">
            <a:extLst>
              <a:ext uri="{FF2B5EF4-FFF2-40B4-BE49-F238E27FC236}">
                <a16:creationId xmlns:a16="http://schemas.microsoft.com/office/drawing/2014/main" id="{C1F0D0AA-12EA-49AC-BF55-4B2556467E4C}"/>
              </a:ext>
            </a:extLst>
          </p:cNvPr>
          <p:cNvSpPr>
            <a:spLocks noGrp="1"/>
          </p:cNvSpPr>
          <p:nvPr>
            <p:ph type="subTitle" idx="1"/>
          </p:nvPr>
        </p:nvSpPr>
        <p:spPr>
          <a:xfrm>
            <a:off x="838201" y="3429000"/>
            <a:ext cx="4520878" cy="1889760"/>
          </a:xfrm>
        </p:spPr>
        <p:txBody>
          <a:bodyPr>
            <a:normAutofit/>
          </a:bodyPr>
          <a:lstStyle>
            <a:lvl1pPr marL="0" indent="0" algn="l">
              <a:buNone/>
              <a:defRPr sz="32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21" name="Date Placeholder 3">
            <a:extLst>
              <a:ext uri="{FF2B5EF4-FFF2-40B4-BE49-F238E27FC236}">
                <a16:creationId xmlns:a16="http://schemas.microsoft.com/office/drawing/2014/main" id="{D611355A-2485-4AA5-91FA-EA5F3157B7B3}"/>
              </a:ext>
            </a:extLst>
          </p:cNvPr>
          <p:cNvSpPr>
            <a:spLocks noGrp="1"/>
          </p:cNvSpPr>
          <p:nvPr>
            <p:ph type="dt" sz="half" idx="10"/>
          </p:nvPr>
        </p:nvSpPr>
        <p:spPr>
          <a:xfrm>
            <a:off x="838200" y="6356350"/>
            <a:ext cx="2743200" cy="365125"/>
          </a:xfrm>
        </p:spPr>
        <p:txBody>
          <a:bodyPr/>
          <a:lstStyle/>
          <a:p>
            <a:r>
              <a:rPr lang="en-US"/>
              <a:t>Date</a:t>
            </a:r>
          </a:p>
        </p:txBody>
      </p:sp>
      <p:sp>
        <p:nvSpPr>
          <p:cNvPr id="23" name="Footer Placeholder 4">
            <a:extLst>
              <a:ext uri="{FF2B5EF4-FFF2-40B4-BE49-F238E27FC236}">
                <a16:creationId xmlns:a16="http://schemas.microsoft.com/office/drawing/2014/main" id="{64A10338-DE30-4CA9-A21B-D50D6579B160}"/>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4" name="Slide Number Placeholder 5">
            <a:extLst>
              <a:ext uri="{FF2B5EF4-FFF2-40B4-BE49-F238E27FC236}">
                <a16:creationId xmlns:a16="http://schemas.microsoft.com/office/drawing/2014/main" id="{49D5EB62-2B81-475B-92EC-DEB93DC3B249}"/>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8084445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D08B00A-9A13-4AB1-A72D-2F499BA2EBAB}"/>
              </a:ext>
            </a:extLst>
          </p:cNvPr>
          <p:cNvSpPr>
            <a:spLocks noGrp="1"/>
          </p:cNvSpPr>
          <p:nvPr>
            <p:ph type="title"/>
          </p:nvPr>
        </p:nvSpPr>
        <p:spPr>
          <a:xfrm>
            <a:off x="4358326" y="365125"/>
            <a:ext cx="6995474" cy="1325563"/>
          </a:xfrm>
        </p:spPr>
        <p:txBody>
          <a:bodyPr/>
          <a:lstStyle/>
          <a:p>
            <a:r>
              <a:rPr lang="it-IT"/>
              <a:t>Fare clic per modificare lo stile del titolo dello schema</a:t>
            </a:r>
            <a:endParaRPr lang="en-US" dirty="0"/>
          </a:p>
        </p:txBody>
      </p:sp>
      <p:sp>
        <p:nvSpPr>
          <p:cNvPr id="18" name="Content Placeholder 2">
            <a:extLst>
              <a:ext uri="{FF2B5EF4-FFF2-40B4-BE49-F238E27FC236}">
                <a16:creationId xmlns:a16="http://schemas.microsoft.com/office/drawing/2014/main" id="{489DC5E6-DDCD-4B67-B47F-0BD6C54B83D2}"/>
              </a:ext>
            </a:extLst>
          </p:cNvPr>
          <p:cNvSpPr>
            <a:spLocks noGrp="1"/>
          </p:cNvSpPr>
          <p:nvPr>
            <p:ph idx="1"/>
          </p:nvPr>
        </p:nvSpPr>
        <p:spPr>
          <a:xfrm>
            <a:off x="4358325" y="1782764"/>
            <a:ext cx="6995473" cy="4351817"/>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9" name="Date Placeholder 3">
            <a:extLst>
              <a:ext uri="{FF2B5EF4-FFF2-40B4-BE49-F238E27FC236}">
                <a16:creationId xmlns:a16="http://schemas.microsoft.com/office/drawing/2014/main" id="{768C53B7-7FCD-400A-9752-7BFFD8BB3D75}"/>
              </a:ext>
            </a:extLst>
          </p:cNvPr>
          <p:cNvSpPr>
            <a:spLocks noGrp="1"/>
          </p:cNvSpPr>
          <p:nvPr>
            <p:ph type="dt" sz="half" idx="10"/>
          </p:nvPr>
        </p:nvSpPr>
        <p:spPr>
          <a:xfrm>
            <a:off x="838200" y="6356350"/>
            <a:ext cx="2743200" cy="365125"/>
          </a:xfrm>
        </p:spPr>
        <p:txBody>
          <a:bodyPr/>
          <a:lstStyle/>
          <a:p>
            <a:r>
              <a:rPr lang="en-US"/>
              <a:t>Date</a:t>
            </a:r>
          </a:p>
        </p:txBody>
      </p:sp>
      <p:sp>
        <p:nvSpPr>
          <p:cNvPr id="20" name="Footer Placeholder 4">
            <a:extLst>
              <a:ext uri="{FF2B5EF4-FFF2-40B4-BE49-F238E27FC236}">
                <a16:creationId xmlns:a16="http://schemas.microsoft.com/office/drawing/2014/main" id="{10C428BE-FED7-45A5-9425-7445C51F35BB}"/>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12012043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838200" y="365125"/>
            <a:ext cx="7315200" cy="1279525"/>
          </a:xfrm>
        </p:spPr>
        <p:txBody>
          <a:bodyPr/>
          <a:lstStyle/>
          <a:p>
            <a:r>
              <a:rPr lang="it-IT"/>
              <a:t>Fare clic per modificare lo stile del titolo dello schema</a:t>
            </a:r>
            <a:endParaRPr lang="en-US" dirty="0"/>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838199" y="1736726"/>
            <a:ext cx="7315200" cy="443258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9" name="Date Placeholder 3">
            <a:extLst>
              <a:ext uri="{FF2B5EF4-FFF2-40B4-BE49-F238E27FC236}">
                <a16:creationId xmlns:a16="http://schemas.microsoft.com/office/drawing/2014/main" id="{7A8A3FA1-377F-4383-B7E8-14D9409AF64B}"/>
              </a:ext>
            </a:extLst>
          </p:cNvPr>
          <p:cNvSpPr>
            <a:spLocks noGrp="1"/>
          </p:cNvSpPr>
          <p:nvPr>
            <p:ph type="dt" sz="half" idx="10"/>
          </p:nvPr>
        </p:nvSpPr>
        <p:spPr>
          <a:xfrm>
            <a:off x="838200" y="6356350"/>
            <a:ext cx="2743200" cy="365125"/>
          </a:xfrm>
        </p:spPr>
        <p:txBody>
          <a:bodyPr/>
          <a:lstStyle/>
          <a:p>
            <a:r>
              <a:rPr lang="en-US"/>
              <a:t>Date</a:t>
            </a:r>
          </a:p>
        </p:txBody>
      </p:sp>
      <p:sp>
        <p:nvSpPr>
          <p:cNvPr id="20" name="Footer Placeholder 4">
            <a:extLst>
              <a:ext uri="{FF2B5EF4-FFF2-40B4-BE49-F238E27FC236}">
                <a16:creationId xmlns:a16="http://schemas.microsoft.com/office/drawing/2014/main" id="{566F5CF8-699B-4A09-9AD0-718B0175E486}"/>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29727523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7E228BF-1CA5-4856-ADE1-3CF4E8475976}"/>
              </a:ext>
            </a:extLst>
          </p:cNvPr>
          <p:cNvSpPr>
            <a:spLocks noGrp="1"/>
          </p:cNvSpPr>
          <p:nvPr>
            <p:ph type="title"/>
          </p:nvPr>
        </p:nvSpPr>
        <p:spPr>
          <a:xfrm>
            <a:off x="6238754" y="1406799"/>
            <a:ext cx="5115045" cy="1837845"/>
          </a:xfrm>
        </p:spPr>
        <p:txBody>
          <a:bodyPr anchor="b"/>
          <a:lstStyle>
            <a:lvl1pPr algn="r">
              <a:defRPr sz="6000"/>
            </a:lvl1pPr>
          </a:lstStyle>
          <a:p>
            <a:r>
              <a:rPr lang="it-IT"/>
              <a:t>Fare clic per modificare lo stile del titolo dello schema</a:t>
            </a:r>
            <a:endParaRPr lang="en-US" dirty="0"/>
          </a:p>
        </p:txBody>
      </p:sp>
      <p:sp>
        <p:nvSpPr>
          <p:cNvPr id="9" name="Text Placeholder 2">
            <a:extLst>
              <a:ext uri="{FF2B5EF4-FFF2-40B4-BE49-F238E27FC236}">
                <a16:creationId xmlns:a16="http://schemas.microsoft.com/office/drawing/2014/main" id="{A75560DB-B208-41C1-AC26-ACACF8AE7CCD}"/>
              </a:ext>
            </a:extLst>
          </p:cNvPr>
          <p:cNvSpPr>
            <a:spLocks noGrp="1"/>
          </p:cNvSpPr>
          <p:nvPr>
            <p:ph type="body" idx="1"/>
          </p:nvPr>
        </p:nvSpPr>
        <p:spPr>
          <a:xfrm>
            <a:off x="6238754" y="3336720"/>
            <a:ext cx="5115046" cy="741835"/>
          </a:xfrm>
        </p:spPr>
        <p:txBody>
          <a:bodyPr/>
          <a:lstStyle>
            <a:lvl1pPr marL="0" indent="0" algn="r">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2" name="Date Placeholder 3">
            <a:extLst>
              <a:ext uri="{FF2B5EF4-FFF2-40B4-BE49-F238E27FC236}">
                <a16:creationId xmlns:a16="http://schemas.microsoft.com/office/drawing/2014/main" id="{0BE4794E-B8B9-45F1-346F-E7297097AAB7}"/>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16DD4566-751E-E458-97E3-FDF901394015}"/>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E5969B7F-7392-2D98-F2DD-7EC3980E899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29367517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4985E82-8BBB-4140-ADE7-3211B76C0426}"/>
              </a:ext>
            </a:extLst>
          </p:cNvPr>
          <p:cNvSpPr>
            <a:spLocks noGrp="1"/>
          </p:cNvSpPr>
          <p:nvPr>
            <p:ph type="title"/>
          </p:nvPr>
        </p:nvSpPr>
        <p:spPr>
          <a:xfrm>
            <a:off x="838199" y="1885361"/>
            <a:ext cx="6580695" cy="1954802"/>
          </a:xfrm>
        </p:spPr>
        <p:txBody>
          <a:bodyPr anchor="b"/>
          <a:lstStyle>
            <a:lvl1pPr algn="l">
              <a:defRPr sz="6000"/>
            </a:lvl1pPr>
          </a:lstStyle>
          <a:p>
            <a:r>
              <a:rPr lang="it-IT"/>
              <a:t>Fare clic per modificare lo stile del titolo dello schema</a:t>
            </a:r>
            <a:endParaRPr lang="en-US" dirty="0"/>
          </a:p>
        </p:txBody>
      </p:sp>
      <p:sp>
        <p:nvSpPr>
          <p:cNvPr id="9" name="Text Placeholder 2">
            <a:extLst>
              <a:ext uri="{FF2B5EF4-FFF2-40B4-BE49-F238E27FC236}">
                <a16:creationId xmlns:a16="http://schemas.microsoft.com/office/drawing/2014/main" id="{BE5281E8-502B-4754-B5F5-7C62E11011CF}"/>
              </a:ext>
            </a:extLst>
          </p:cNvPr>
          <p:cNvSpPr>
            <a:spLocks noGrp="1"/>
          </p:cNvSpPr>
          <p:nvPr>
            <p:ph type="body" idx="1"/>
          </p:nvPr>
        </p:nvSpPr>
        <p:spPr>
          <a:xfrm>
            <a:off x="838200" y="3932238"/>
            <a:ext cx="6580694" cy="696323"/>
          </a:xfrm>
        </p:spPr>
        <p:txBody>
          <a:bodyPr/>
          <a:lstStyle>
            <a:lvl1pPr marL="0" indent="0" algn="l">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2" name="Date Placeholder 3">
            <a:extLst>
              <a:ext uri="{FF2B5EF4-FFF2-40B4-BE49-F238E27FC236}">
                <a16:creationId xmlns:a16="http://schemas.microsoft.com/office/drawing/2014/main" id="{08A6F9C6-84D1-561D-B117-D97F3735A06B}"/>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092AC689-5953-34D0-2444-AC89D4AC5400}"/>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E20C0D48-72D0-9B1C-7F45-71EC7D8EAEB8}"/>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31935334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907DC5D-4F3E-4A99-A621-6F93F32265C8}"/>
              </a:ext>
            </a:extLst>
          </p:cNvPr>
          <p:cNvSpPr>
            <a:spLocks noGrp="1"/>
          </p:cNvSpPr>
          <p:nvPr>
            <p:ph type="title"/>
          </p:nvPr>
        </p:nvSpPr>
        <p:spPr>
          <a:xfrm>
            <a:off x="4247909" y="878545"/>
            <a:ext cx="7105891" cy="1965111"/>
          </a:xfrm>
        </p:spPr>
        <p:txBody>
          <a:bodyPr anchor="b"/>
          <a:lstStyle>
            <a:lvl1pPr algn="r">
              <a:defRPr sz="6000"/>
            </a:lvl1pPr>
          </a:lstStyle>
          <a:p>
            <a:r>
              <a:rPr lang="it-IT"/>
              <a:t>Fare clic per modificare lo stile del titolo dello schema</a:t>
            </a:r>
            <a:endParaRPr lang="en-US" dirty="0"/>
          </a:p>
        </p:txBody>
      </p:sp>
      <p:sp>
        <p:nvSpPr>
          <p:cNvPr id="9" name="Text Placeholder 2">
            <a:extLst>
              <a:ext uri="{FF2B5EF4-FFF2-40B4-BE49-F238E27FC236}">
                <a16:creationId xmlns:a16="http://schemas.microsoft.com/office/drawing/2014/main" id="{9DA8F992-7750-4566-AB4F-B2E8F3794CA3}"/>
              </a:ext>
            </a:extLst>
          </p:cNvPr>
          <p:cNvSpPr>
            <a:spLocks noGrp="1"/>
          </p:cNvSpPr>
          <p:nvPr>
            <p:ph type="body" idx="1"/>
          </p:nvPr>
        </p:nvSpPr>
        <p:spPr>
          <a:xfrm>
            <a:off x="4247908" y="3020428"/>
            <a:ext cx="7105891" cy="788054"/>
          </a:xfrm>
        </p:spPr>
        <p:txBody>
          <a:bodyPr/>
          <a:lstStyle>
            <a:lvl1pPr marL="0" indent="0" algn="r">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15" name="Picture Placeholder 15">
            <a:extLst>
              <a:ext uri="{FF2B5EF4-FFF2-40B4-BE49-F238E27FC236}">
                <a16:creationId xmlns:a16="http://schemas.microsoft.com/office/drawing/2014/main" id="{33CC49E4-6647-47F5-895A-9CFC416CE1C4}"/>
              </a:ext>
            </a:extLst>
          </p:cNvPr>
          <p:cNvSpPr>
            <a:spLocks noGrp="1"/>
          </p:cNvSpPr>
          <p:nvPr>
            <p:ph type="pic" sz="quarter" idx="13"/>
          </p:nvPr>
        </p:nvSpPr>
        <p:spPr>
          <a:xfrm>
            <a:off x="10020300" y="4605627"/>
            <a:ext cx="1333500" cy="1333500"/>
          </a:xfrm>
          <a:prstGeom prst="ellipse">
            <a:avLst/>
          </a:prstGeom>
          <a:solidFill>
            <a:schemeClr val="bg1"/>
          </a:solidFill>
        </p:spPr>
        <p:txBody>
          <a:bodyPr anchor="ctr">
            <a:normAutofit/>
          </a:bodyPr>
          <a:lstStyle>
            <a:lvl1pPr marL="0" indent="0" algn="ctr">
              <a:buNone/>
              <a:defRPr sz="1400">
                <a:solidFill>
                  <a:schemeClr val="tx1">
                    <a:lumMod val="50000"/>
                  </a:schemeClr>
                </a:solidFill>
              </a:defRPr>
            </a:lvl1pPr>
          </a:lstStyle>
          <a:p>
            <a:r>
              <a:rPr lang="it-IT"/>
              <a:t>Fare clic sull'icona per inserire un'immagine</a:t>
            </a:r>
            <a:endParaRPr lang="en-US"/>
          </a:p>
        </p:txBody>
      </p:sp>
      <p:sp>
        <p:nvSpPr>
          <p:cNvPr id="16" name="Text Placeholder 17">
            <a:extLst>
              <a:ext uri="{FF2B5EF4-FFF2-40B4-BE49-F238E27FC236}">
                <a16:creationId xmlns:a16="http://schemas.microsoft.com/office/drawing/2014/main" id="{A537F86F-E8D6-44FF-939F-7EB5A46935EE}"/>
              </a:ext>
            </a:extLst>
          </p:cNvPr>
          <p:cNvSpPr>
            <a:spLocks noGrp="1"/>
          </p:cNvSpPr>
          <p:nvPr>
            <p:ph type="body" sz="quarter" idx="14" hasCustomPrompt="1"/>
          </p:nvPr>
        </p:nvSpPr>
        <p:spPr>
          <a:xfrm>
            <a:off x="8153400" y="4931817"/>
            <a:ext cx="1701800" cy="228600"/>
          </a:xfrm>
          <a:noFill/>
        </p:spPr>
        <p:txBody>
          <a:bodyPr anchor="ctr">
            <a:noAutofit/>
          </a:bodyPr>
          <a:lstStyle>
            <a:lvl1pPr marL="0" indent="0" algn="r">
              <a:buNone/>
              <a:defRPr sz="1200">
                <a:solidFill>
                  <a:schemeClr val="accent2"/>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id="{17C97F11-0CC0-4E01-8422-614383043296}"/>
              </a:ext>
            </a:extLst>
          </p:cNvPr>
          <p:cNvSpPr>
            <a:spLocks noGrp="1"/>
          </p:cNvSpPr>
          <p:nvPr>
            <p:ph type="body" sz="quarter" idx="15" hasCustomPrompt="1"/>
          </p:nvPr>
        </p:nvSpPr>
        <p:spPr>
          <a:xfrm>
            <a:off x="8153400" y="5159150"/>
            <a:ext cx="1701800" cy="228600"/>
          </a:xfrm>
          <a:noFill/>
        </p:spPr>
        <p:txBody>
          <a:bodyPr anchor="ctr">
            <a:noAutofit/>
          </a:bodyPr>
          <a:lstStyle>
            <a:lvl1pPr marL="0" indent="0" algn="r">
              <a:buNone/>
              <a:defRPr sz="1200">
                <a:solidFill>
                  <a:schemeClr val="accent2"/>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id="{322609FE-C556-4394-9CD9-CACD20BC7261}"/>
              </a:ext>
            </a:extLst>
          </p:cNvPr>
          <p:cNvSpPr>
            <a:spLocks noGrp="1"/>
          </p:cNvSpPr>
          <p:nvPr>
            <p:ph type="body" sz="quarter" idx="16" hasCustomPrompt="1"/>
          </p:nvPr>
        </p:nvSpPr>
        <p:spPr>
          <a:xfrm>
            <a:off x="8153400" y="5386483"/>
            <a:ext cx="1701800" cy="228600"/>
          </a:xfrm>
          <a:noFill/>
        </p:spPr>
        <p:txBody>
          <a:bodyPr anchor="ctr">
            <a:noAutofit/>
          </a:bodyPr>
          <a:lstStyle>
            <a:lvl1pPr marL="0" indent="0" algn="r">
              <a:buNone/>
              <a:defRPr sz="1200">
                <a:solidFill>
                  <a:schemeClr val="accent2"/>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
        <p:nvSpPr>
          <p:cNvPr id="2" name="Date Placeholder 3">
            <a:extLst>
              <a:ext uri="{FF2B5EF4-FFF2-40B4-BE49-F238E27FC236}">
                <a16:creationId xmlns:a16="http://schemas.microsoft.com/office/drawing/2014/main" id="{FCE4E427-9DC8-F2A9-D2F1-4487E164C921}"/>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4C12BA2E-5B78-367E-BFBA-376FC426B617}"/>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9BE75FDB-C307-D84D-32D1-0AA4CAE9952D}"/>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23565475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lor and Typography">
    <p:bg>
      <p:bgPr>
        <a:solidFill>
          <a:schemeClr val="tx2">
            <a:lumMod val="50000"/>
          </a:schemeClr>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D08B00A-9A13-4AB1-A72D-2F499BA2EBAB}"/>
              </a:ext>
            </a:extLst>
          </p:cNvPr>
          <p:cNvSpPr>
            <a:spLocks noGrp="1"/>
          </p:cNvSpPr>
          <p:nvPr userDrawn="1">
            <p:ph type="title"/>
          </p:nvPr>
        </p:nvSpPr>
        <p:spPr>
          <a:xfrm>
            <a:off x="838200" y="365125"/>
            <a:ext cx="10515600" cy="1325563"/>
          </a:xfrm>
        </p:spPr>
        <p:txBody>
          <a:bodyPr/>
          <a:lstStyle/>
          <a:p>
            <a:r>
              <a:rPr lang="it-IT"/>
              <a:t>Fare clic per modificare lo stile del titolo dello schema</a:t>
            </a:r>
            <a:endParaRPr lang="en-US" dirty="0"/>
          </a:p>
        </p:txBody>
      </p:sp>
      <p:sp>
        <p:nvSpPr>
          <p:cNvPr id="88" name="Text Placeholder 2">
            <a:extLst>
              <a:ext uri="{FF2B5EF4-FFF2-40B4-BE49-F238E27FC236}">
                <a16:creationId xmlns:a16="http://schemas.microsoft.com/office/drawing/2014/main" id="{BB3FC47E-3339-49A8-AEF2-ECC3BF1514FB}"/>
              </a:ext>
            </a:extLst>
          </p:cNvPr>
          <p:cNvSpPr>
            <a:spLocks noGrp="1"/>
          </p:cNvSpPr>
          <p:nvPr userDrawn="1">
            <p:ph type="body" sz="quarter" idx="10"/>
          </p:nvPr>
        </p:nvSpPr>
        <p:spPr>
          <a:xfrm>
            <a:off x="838199" y="3709150"/>
            <a:ext cx="10515600" cy="1325880"/>
          </a:xfrm>
        </p:spPr>
        <p:txBody>
          <a:bodyPr vert="horz" lIns="91440" tIns="45720" rIns="91440" bIns="45720" rtlCol="0" anchor="ctr">
            <a:normAutofit/>
          </a:bodyPr>
          <a:lstStyle>
            <a:lvl1pPr marL="0" indent="0">
              <a:buNone/>
              <a:defRPr lang="en-US" sz="4400" b="1" dirty="0">
                <a:solidFill>
                  <a:schemeClr val="bg1"/>
                </a:solidFill>
                <a:latin typeface="+mn-lt"/>
                <a:ea typeface="+mj-ea"/>
                <a:cs typeface="+mj-cs"/>
              </a:defRPr>
            </a:lvl1pPr>
          </a:lstStyle>
          <a:p>
            <a:pPr marL="228600" lvl="0" indent="-228600">
              <a:spcBef>
                <a:spcPct val="0"/>
              </a:spcBef>
            </a:pPr>
            <a:r>
              <a:rPr lang="it-IT"/>
              <a:t>Fare clic per modificare gli stili del testo dello schema</a:t>
            </a:r>
          </a:p>
        </p:txBody>
      </p:sp>
      <p:sp>
        <p:nvSpPr>
          <p:cNvPr id="89" name="TextBox 88">
            <a:extLst>
              <a:ext uri="{FF2B5EF4-FFF2-40B4-BE49-F238E27FC236}">
                <a16:creationId xmlns:a16="http://schemas.microsoft.com/office/drawing/2014/main" id="{829D5438-3BC8-4817-9C86-A9AAA6047492}"/>
              </a:ext>
            </a:extLst>
          </p:cNvPr>
          <p:cNvSpPr txBox="1"/>
          <p:nvPr userDrawn="1"/>
        </p:nvSpPr>
        <p:spPr>
          <a:xfrm>
            <a:off x="4677206" y="4033186"/>
            <a:ext cx="2435282" cy="2646878"/>
          </a:xfrm>
          <a:prstGeom prst="rect">
            <a:avLst/>
          </a:prstGeom>
          <a:noFill/>
        </p:spPr>
        <p:txBody>
          <a:bodyPr wrap="none" rtlCol="0">
            <a:spAutoFit/>
          </a:bodyPr>
          <a:lstStyle/>
          <a:p>
            <a:pPr algn="ctr"/>
            <a:r>
              <a:rPr lang="en-US" sz="16600" dirty="0">
                <a:solidFill>
                  <a:schemeClr val="accent2"/>
                </a:solidFill>
              </a:rPr>
              <a:t>Aa</a:t>
            </a:r>
          </a:p>
        </p:txBody>
      </p:sp>
      <p:sp>
        <p:nvSpPr>
          <p:cNvPr id="90" name="Text Placeholder 7">
            <a:extLst>
              <a:ext uri="{FF2B5EF4-FFF2-40B4-BE49-F238E27FC236}">
                <a16:creationId xmlns:a16="http://schemas.microsoft.com/office/drawing/2014/main" id="{676EAA04-3941-4EEF-875A-DA2DBBB0CA82}"/>
              </a:ext>
            </a:extLst>
          </p:cNvPr>
          <p:cNvSpPr>
            <a:spLocks noGrp="1"/>
          </p:cNvSpPr>
          <p:nvPr userDrawn="1">
            <p:ph type="body" sz="quarter" idx="11" hasCustomPrompt="1"/>
          </p:nvPr>
        </p:nvSpPr>
        <p:spPr>
          <a:xfrm>
            <a:off x="4697757" y="6124726"/>
            <a:ext cx="2394180" cy="564999"/>
          </a:xfrm>
        </p:spPr>
        <p:txBody>
          <a:bodyPr anchor="ctr"/>
          <a:lstStyle>
            <a:lvl1pPr marL="0" indent="0" algn="ctr">
              <a:buNone/>
              <a:defRPr>
                <a:solidFill>
                  <a:schemeClr val="accent2"/>
                </a:solidFill>
              </a:defRPr>
            </a:lvl1pPr>
          </a:lstStyle>
          <a:p>
            <a:pPr lvl="0"/>
            <a:r>
              <a:rPr lang="en-US" dirty="0"/>
              <a:t>Font name</a:t>
            </a:r>
          </a:p>
        </p:txBody>
      </p:sp>
      <p:grpSp>
        <p:nvGrpSpPr>
          <p:cNvPr id="2" name="Group 1">
            <a:extLst>
              <a:ext uri="{FF2B5EF4-FFF2-40B4-BE49-F238E27FC236}">
                <a16:creationId xmlns:a16="http://schemas.microsoft.com/office/drawing/2014/main" id="{5791EC36-DEB9-4FB7-8D9D-A5D102383B8F}"/>
              </a:ext>
            </a:extLst>
          </p:cNvPr>
          <p:cNvGrpSpPr/>
          <p:nvPr userDrawn="1"/>
        </p:nvGrpSpPr>
        <p:grpSpPr>
          <a:xfrm>
            <a:off x="838199" y="1830763"/>
            <a:ext cx="10515601" cy="1741127"/>
            <a:chOff x="838199" y="1830763"/>
            <a:chExt cx="10515601" cy="1741127"/>
          </a:xfrm>
        </p:grpSpPr>
        <p:sp>
          <p:nvSpPr>
            <p:cNvPr id="3" name="Rectangle 2">
              <a:extLst>
                <a:ext uri="{FF2B5EF4-FFF2-40B4-BE49-F238E27FC236}">
                  <a16:creationId xmlns:a16="http://schemas.microsoft.com/office/drawing/2014/main" id="{C39624BE-8E08-2F42-72CD-1B503122F4AF}"/>
                </a:ext>
              </a:extLst>
            </p:cNvPr>
            <p:cNvSpPr/>
            <p:nvPr userDrawn="1"/>
          </p:nvSpPr>
          <p:spPr>
            <a:xfrm>
              <a:off x="838199" y="1830763"/>
              <a:ext cx="894312" cy="17411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 name="Rectangle 3">
              <a:extLst>
                <a:ext uri="{FF2B5EF4-FFF2-40B4-BE49-F238E27FC236}">
                  <a16:creationId xmlns:a16="http://schemas.microsoft.com/office/drawing/2014/main" id="{008B3D76-3DE4-0298-83FF-B56999D6C921}"/>
                </a:ext>
              </a:extLst>
            </p:cNvPr>
            <p:cNvSpPr/>
            <p:nvPr userDrawn="1"/>
          </p:nvSpPr>
          <p:spPr>
            <a:xfrm>
              <a:off x="838199" y="1830763"/>
              <a:ext cx="894312" cy="1551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 name="Rectangle 4">
              <a:extLst>
                <a:ext uri="{FF2B5EF4-FFF2-40B4-BE49-F238E27FC236}">
                  <a16:creationId xmlns:a16="http://schemas.microsoft.com/office/drawing/2014/main" id="{5853B7A0-E201-C9BA-ECBD-A5F3654B9329}"/>
                </a:ext>
              </a:extLst>
            </p:cNvPr>
            <p:cNvSpPr/>
            <p:nvPr userDrawn="1"/>
          </p:nvSpPr>
          <p:spPr>
            <a:xfrm>
              <a:off x="838199" y="1830763"/>
              <a:ext cx="894312" cy="136148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 name="Rectangle 5">
              <a:extLst>
                <a:ext uri="{FF2B5EF4-FFF2-40B4-BE49-F238E27FC236}">
                  <a16:creationId xmlns:a16="http://schemas.microsoft.com/office/drawing/2014/main" id="{D25AB1A9-4DBC-425A-CEE8-1AA155E95559}"/>
                </a:ext>
              </a:extLst>
            </p:cNvPr>
            <p:cNvSpPr/>
            <p:nvPr userDrawn="1"/>
          </p:nvSpPr>
          <p:spPr>
            <a:xfrm>
              <a:off x="838199" y="1830763"/>
              <a:ext cx="894312" cy="11716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 name="Rectangle 6">
              <a:extLst>
                <a:ext uri="{FF2B5EF4-FFF2-40B4-BE49-F238E27FC236}">
                  <a16:creationId xmlns:a16="http://schemas.microsoft.com/office/drawing/2014/main" id="{1143748C-5AFF-D78B-2572-57F5F190F45A}"/>
                </a:ext>
              </a:extLst>
            </p:cNvPr>
            <p:cNvSpPr/>
            <p:nvPr userDrawn="1"/>
          </p:nvSpPr>
          <p:spPr>
            <a:xfrm>
              <a:off x="838199" y="1830763"/>
              <a:ext cx="894312" cy="9818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 name="Rectangle 7">
              <a:extLst>
                <a:ext uri="{FF2B5EF4-FFF2-40B4-BE49-F238E27FC236}">
                  <a16:creationId xmlns:a16="http://schemas.microsoft.com/office/drawing/2014/main" id="{7EB329DB-53AF-68E0-46E8-12B27C52F22F}"/>
                </a:ext>
              </a:extLst>
            </p:cNvPr>
            <p:cNvSpPr/>
            <p:nvPr userDrawn="1"/>
          </p:nvSpPr>
          <p:spPr>
            <a:xfrm>
              <a:off x="838200" y="1830763"/>
              <a:ext cx="894312"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 name="Rectangle 8">
              <a:extLst>
                <a:ext uri="{FF2B5EF4-FFF2-40B4-BE49-F238E27FC236}">
                  <a16:creationId xmlns:a16="http://schemas.microsoft.com/office/drawing/2014/main" id="{BFD0B791-EB2B-BD8A-EA46-CA29FCEFB8AD}"/>
                </a:ext>
              </a:extLst>
            </p:cNvPr>
            <p:cNvSpPr/>
            <p:nvPr userDrawn="1"/>
          </p:nvSpPr>
          <p:spPr>
            <a:xfrm>
              <a:off x="1907231" y="1830763"/>
              <a:ext cx="894312" cy="17411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 name="Rectangle 9">
              <a:extLst>
                <a:ext uri="{FF2B5EF4-FFF2-40B4-BE49-F238E27FC236}">
                  <a16:creationId xmlns:a16="http://schemas.microsoft.com/office/drawing/2014/main" id="{737A5664-D5FD-4D1F-F050-4CD459D4B86F}"/>
                </a:ext>
              </a:extLst>
            </p:cNvPr>
            <p:cNvSpPr/>
            <p:nvPr userDrawn="1"/>
          </p:nvSpPr>
          <p:spPr>
            <a:xfrm>
              <a:off x="1907231" y="1830763"/>
              <a:ext cx="894312" cy="15513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 name="Rectangle 10">
              <a:extLst>
                <a:ext uri="{FF2B5EF4-FFF2-40B4-BE49-F238E27FC236}">
                  <a16:creationId xmlns:a16="http://schemas.microsoft.com/office/drawing/2014/main" id="{A4B9ED3D-4ECA-2F38-1A65-03A2B39B8510}"/>
                </a:ext>
              </a:extLst>
            </p:cNvPr>
            <p:cNvSpPr/>
            <p:nvPr userDrawn="1"/>
          </p:nvSpPr>
          <p:spPr>
            <a:xfrm>
              <a:off x="1907231" y="1830763"/>
              <a:ext cx="894312" cy="136148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3" name="Rectangle 12">
              <a:extLst>
                <a:ext uri="{FF2B5EF4-FFF2-40B4-BE49-F238E27FC236}">
                  <a16:creationId xmlns:a16="http://schemas.microsoft.com/office/drawing/2014/main" id="{60285B24-A096-72C8-F90B-310D0E1BFD47}"/>
                </a:ext>
              </a:extLst>
            </p:cNvPr>
            <p:cNvSpPr/>
            <p:nvPr userDrawn="1"/>
          </p:nvSpPr>
          <p:spPr>
            <a:xfrm>
              <a:off x="1907231" y="1830763"/>
              <a:ext cx="894312" cy="117166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4" name="Rectangle 13">
              <a:extLst>
                <a:ext uri="{FF2B5EF4-FFF2-40B4-BE49-F238E27FC236}">
                  <a16:creationId xmlns:a16="http://schemas.microsoft.com/office/drawing/2014/main" id="{5F252760-23E5-2D6D-70E0-B71FD5782DD3}"/>
                </a:ext>
              </a:extLst>
            </p:cNvPr>
            <p:cNvSpPr/>
            <p:nvPr userDrawn="1"/>
          </p:nvSpPr>
          <p:spPr>
            <a:xfrm>
              <a:off x="1907231" y="1830763"/>
              <a:ext cx="894312" cy="98184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5" name="Rectangle 14">
              <a:extLst>
                <a:ext uri="{FF2B5EF4-FFF2-40B4-BE49-F238E27FC236}">
                  <a16:creationId xmlns:a16="http://schemas.microsoft.com/office/drawing/2014/main" id="{B4803630-60F3-F329-F286-8B707E98C852}"/>
                </a:ext>
              </a:extLst>
            </p:cNvPr>
            <p:cNvSpPr/>
            <p:nvPr userDrawn="1"/>
          </p:nvSpPr>
          <p:spPr>
            <a:xfrm>
              <a:off x="1907232" y="1830763"/>
              <a:ext cx="894312" cy="7882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6" name="Rectangle 15">
              <a:extLst>
                <a:ext uri="{FF2B5EF4-FFF2-40B4-BE49-F238E27FC236}">
                  <a16:creationId xmlns:a16="http://schemas.microsoft.com/office/drawing/2014/main" id="{E23FBE20-ECDD-C999-A5DE-0E0CD9B3F52A}"/>
                </a:ext>
              </a:extLst>
            </p:cNvPr>
            <p:cNvSpPr/>
            <p:nvPr userDrawn="1"/>
          </p:nvSpPr>
          <p:spPr>
            <a:xfrm>
              <a:off x="2976263" y="1830763"/>
              <a:ext cx="894312" cy="174112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 name="Rectangle 16">
              <a:extLst>
                <a:ext uri="{FF2B5EF4-FFF2-40B4-BE49-F238E27FC236}">
                  <a16:creationId xmlns:a16="http://schemas.microsoft.com/office/drawing/2014/main" id="{FC400D46-3681-4F0A-111A-C3029EC07D8E}"/>
                </a:ext>
              </a:extLst>
            </p:cNvPr>
            <p:cNvSpPr/>
            <p:nvPr userDrawn="1"/>
          </p:nvSpPr>
          <p:spPr>
            <a:xfrm>
              <a:off x="2976263" y="1830763"/>
              <a:ext cx="894312" cy="15513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 name="Rectangle 17">
              <a:extLst>
                <a:ext uri="{FF2B5EF4-FFF2-40B4-BE49-F238E27FC236}">
                  <a16:creationId xmlns:a16="http://schemas.microsoft.com/office/drawing/2014/main" id="{1343718A-30B0-A093-4261-31A1D3AE03F3}"/>
                </a:ext>
              </a:extLst>
            </p:cNvPr>
            <p:cNvSpPr/>
            <p:nvPr userDrawn="1"/>
          </p:nvSpPr>
          <p:spPr>
            <a:xfrm>
              <a:off x="2976263" y="1830763"/>
              <a:ext cx="894312" cy="136148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 name="Rectangle 18">
              <a:extLst>
                <a:ext uri="{FF2B5EF4-FFF2-40B4-BE49-F238E27FC236}">
                  <a16:creationId xmlns:a16="http://schemas.microsoft.com/office/drawing/2014/main" id="{3887D2FD-F47C-6A72-3AAD-13DB320A16E7}"/>
                </a:ext>
              </a:extLst>
            </p:cNvPr>
            <p:cNvSpPr/>
            <p:nvPr userDrawn="1"/>
          </p:nvSpPr>
          <p:spPr>
            <a:xfrm>
              <a:off x="2976263" y="1830763"/>
              <a:ext cx="894312" cy="11716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 name="Rectangle 19">
              <a:extLst>
                <a:ext uri="{FF2B5EF4-FFF2-40B4-BE49-F238E27FC236}">
                  <a16:creationId xmlns:a16="http://schemas.microsoft.com/office/drawing/2014/main" id="{C5646DF1-4D73-4B60-8B4A-18D7D6B64D2A}"/>
                </a:ext>
              </a:extLst>
            </p:cNvPr>
            <p:cNvSpPr/>
            <p:nvPr userDrawn="1"/>
          </p:nvSpPr>
          <p:spPr>
            <a:xfrm>
              <a:off x="2976263" y="1830763"/>
              <a:ext cx="894312" cy="98184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 name="Rectangle 20">
              <a:extLst>
                <a:ext uri="{FF2B5EF4-FFF2-40B4-BE49-F238E27FC236}">
                  <a16:creationId xmlns:a16="http://schemas.microsoft.com/office/drawing/2014/main" id="{01E877D8-6EB1-A5BC-DABD-4BC80CD09357}"/>
                </a:ext>
              </a:extLst>
            </p:cNvPr>
            <p:cNvSpPr/>
            <p:nvPr userDrawn="1"/>
          </p:nvSpPr>
          <p:spPr>
            <a:xfrm>
              <a:off x="2976264" y="1830763"/>
              <a:ext cx="894312" cy="788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 name="Rectangle 21">
              <a:extLst>
                <a:ext uri="{FF2B5EF4-FFF2-40B4-BE49-F238E27FC236}">
                  <a16:creationId xmlns:a16="http://schemas.microsoft.com/office/drawing/2014/main" id="{C09754E9-A145-FEA2-E012-78A83AC6D447}"/>
                </a:ext>
              </a:extLst>
            </p:cNvPr>
            <p:cNvSpPr/>
            <p:nvPr userDrawn="1"/>
          </p:nvSpPr>
          <p:spPr>
            <a:xfrm>
              <a:off x="4045295" y="1830763"/>
              <a:ext cx="894312" cy="174112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 name="Rectangle 22">
              <a:extLst>
                <a:ext uri="{FF2B5EF4-FFF2-40B4-BE49-F238E27FC236}">
                  <a16:creationId xmlns:a16="http://schemas.microsoft.com/office/drawing/2014/main" id="{749BAD43-BE14-D6A4-23AD-A93871DF8791}"/>
                </a:ext>
              </a:extLst>
            </p:cNvPr>
            <p:cNvSpPr/>
            <p:nvPr userDrawn="1"/>
          </p:nvSpPr>
          <p:spPr>
            <a:xfrm>
              <a:off x="4045295" y="1830763"/>
              <a:ext cx="894312" cy="155130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4" name="Rectangle 23">
              <a:extLst>
                <a:ext uri="{FF2B5EF4-FFF2-40B4-BE49-F238E27FC236}">
                  <a16:creationId xmlns:a16="http://schemas.microsoft.com/office/drawing/2014/main" id="{F67B4475-E641-5D46-5845-B0C8456B08D7}"/>
                </a:ext>
              </a:extLst>
            </p:cNvPr>
            <p:cNvSpPr/>
            <p:nvPr userDrawn="1"/>
          </p:nvSpPr>
          <p:spPr>
            <a:xfrm>
              <a:off x="4045295" y="1830763"/>
              <a:ext cx="894312" cy="1361486"/>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5" name="Rectangle 24">
              <a:extLst>
                <a:ext uri="{FF2B5EF4-FFF2-40B4-BE49-F238E27FC236}">
                  <a16:creationId xmlns:a16="http://schemas.microsoft.com/office/drawing/2014/main" id="{6138BFD4-3BDD-71BA-DC48-0D0A8E3516E4}"/>
                </a:ext>
              </a:extLst>
            </p:cNvPr>
            <p:cNvSpPr/>
            <p:nvPr userDrawn="1"/>
          </p:nvSpPr>
          <p:spPr>
            <a:xfrm>
              <a:off x="4045295" y="1830763"/>
              <a:ext cx="894312" cy="117166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6" name="Rectangle 25">
              <a:extLst>
                <a:ext uri="{FF2B5EF4-FFF2-40B4-BE49-F238E27FC236}">
                  <a16:creationId xmlns:a16="http://schemas.microsoft.com/office/drawing/2014/main" id="{8BDF839A-BB4B-5007-C625-F9D95F482107}"/>
                </a:ext>
              </a:extLst>
            </p:cNvPr>
            <p:cNvSpPr/>
            <p:nvPr userDrawn="1"/>
          </p:nvSpPr>
          <p:spPr>
            <a:xfrm>
              <a:off x="4045295" y="1830763"/>
              <a:ext cx="894312" cy="98184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7" name="Rectangle 26">
              <a:extLst>
                <a:ext uri="{FF2B5EF4-FFF2-40B4-BE49-F238E27FC236}">
                  <a16:creationId xmlns:a16="http://schemas.microsoft.com/office/drawing/2014/main" id="{DBC59ED2-2FE5-AAB2-3757-43142E6C382D}"/>
                </a:ext>
              </a:extLst>
            </p:cNvPr>
            <p:cNvSpPr/>
            <p:nvPr userDrawn="1"/>
          </p:nvSpPr>
          <p:spPr>
            <a:xfrm>
              <a:off x="4045296" y="1830763"/>
              <a:ext cx="894312" cy="7882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8" name="Rectangle 27">
              <a:extLst>
                <a:ext uri="{FF2B5EF4-FFF2-40B4-BE49-F238E27FC236}">
                  <a16:creationId xmlns:a16="http://schemas.microsoft.com/office/drawing/2014/main" id="{430BB696-9962-3C9D-2C3E-18B762708325}"/>
                </a:ext>
              </a:extLst>
            </p:cNvPr>
            <p:cNvSpPr/>
            <p:nvPr userDrawn="1"/>
          </p:nvSpPr>
          <p:spPr>
            <a:xfrm>
              <a:off x="5114327" y="1830763"/>
              <a:ext cx="894312" cy="174112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9" name="Rectangle 28">
              <a:extLst>
                <a:ext uri="{FF2B5EF4-FFF2-40B4-BE49-F238E27FC236}">
                  <a16:creationId xmlns:a16="http://schemas.microsoft.com/office/drawing/2014/main" id="{D36F4D40-80DE-1227-E576-F97C49C791BC}"/>
                </a:ext>
              </a:extLst>
            </p:cNvPr>
            <p:cNvSpPr/>
            <p:nvPr userDrawn="1"/>
          </p:nvSpPr>
          <p:spPr>
            <a:xfrm>
              <a:off x="5114327" y="1830763"/>
              <a:ext cx="894312" cy="15513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0" name="Rectangle 29">
              <a:extLst>
                <a:ext uri="{FF2B5EF4-FFF2-40B4-BE49-F238E27FC236}">
                  <a16:creationId xmlns:a16="http://schemas.microsoft.com/office/drawing/2014/main" id="{51AF8639-C714-DBF4-E6E3-735E49AE3D21}"/>
                </a:ext>
              </a:extLst>
            </p:cNvPr>
            <p:cNvSpPr/>
            <p:nvPr userDrawn="1"/>
          </p:nvSpPr>
          <p:spPr>
            <a:xfrm>
              <a:off x="5114327" y="1830763"/>
              <a:ext cx="894312" cy="136148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1" name="Rectangle 30">
              <a:extLst>
                <a:ext uri="{FF2B5EF4-FFF2-40B4-BE49-F238E27FC236}">
                  <a16:creationId xmlns:a16="http://schemas.microsoft.com/office/drawing/2014/main" id="{B93DA4C9-3380-2CD8-92DA-1A221D6DC932}"/>
                </a:ext>
              </a:extLst>
            </p:cNvPr>
            <p:cNvSpPr/>
            <p:nvPr userDrawn="1"/>
          </p:nvSpPr>
          <p:spPr>
            <a:xfrm>
              <a:off x="5114327" y="1830763"/>
              <a:ext cx="894312" cy="117166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2" name="Rectangle 31">
              <a:extLst>
                <a:ext uri="{FF2B5EF4-FFF2-40B4-BE49-F238E27FC236}">
                  <a16:creationId xmlns:a16="http://schemas.microsoft.com/office/drawing/2014/main" id="{A0239C2A-71B3-2F46-F356-32ED65C23338}"/>
                </a:ext>
              </a:extLst>
            </p:cNvPr>
            <p:cNvSpPr/>
            <p:nvPr userDrawn="1"/>
          </p:nvSpPr>
          <p:spPr>
            <a:xfrm>
              <a:off x="5114327" y="1830763"/>
              <a:ext cx="894312" cy="98184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3" name="Rectangle 32">
              <a:extLst>
                <a:ext uri="{FF2B5EF4-FFF2-40B4-BE49-F238E27FC236}">
                  <a16:creationId xmlns:a16="http://schemas.microsoft.com/office/drawing/2014/main" id="{A147FF97-11AE-E5FD-FC83-0B248B49EE7C}"/>
                </a:ext>
              </a:extLst>
            </p:cNvPr>
            <p:cNvSpPr/>
            <p:nvPr userDrawn="1"/>
          </p:nvSpPr>
          <p:spPr>
            <a:xfrm>
              <a:off x="5114328" y="1830763"/>
              <a:ext cx="894312" cy="7882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4" name="Rectangle 33">
              <a:extLst>
                <a:ext uri="{FF2B5EF4-FFF2-40B4-BE49-F238E27FC236}">
                  <a16:creationId xmlns:a16="http://schemas.microsoft.com/office/drawing/2014/main" id="{D5C9F42D-9B09-4C79-DA21-A6AF23DB9274}"/>
                </a:ext>
              </a:extLst>
            </p:cNvPr>
            <p:cNvSpPr/>
            <p:nvPr userDrawn="1"/>
          </p:nvSpPr>
          <p:spPr>
            <a:xfrm>
              <a:off x="6183359" y="1830763"/>
              <a:ext cx="894312" cy="174112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5" name="Rectangle 34">
              <a:extLst>
                <a:ext uri="{FF2B5EF4-FFF2-40B4-BE49-F238E27FC236}">
                  <a16:creationId xmlns:a16="http://schemas.microsoft.com/office/drawing/2014/main" id="{6E4B9869-1637-9066-5552-4F72079A78BB}"/>
                </a:ext>
              </a:extLst>
            </p:cNvPr>
            <p:cNvSpPr/>
            <p:nvPr userDrawn="1"/>
          </p:nvSpPr>
          <p:spPr>
            <a:xfrm>
              <a:off x="6183359" y="1830763"/>
              <a:ext cx="894312" cy="15513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6" name="Rectangle 35">
              <a:extLst>
                <a:ext uri="{FF2B5EF4-FFF2-40B4-BE49-F238E27FC236}">
                  <a16:creationId xmlns:a16="http://schemas.microsoft.com/office/drawing/2014/main" id="{339C3016-AF1A-F3BA-1B9D-2935B073BF0C}"/>
                </a:ext>
              </a:extLst>
            </p:cNvPr>
            <p:cNvSpPr/>
            <p:nvPr userDrawn="1"/>
          </p:nvSpPr>
          <p:spPr>
            <a:xfrm>
              <a:off x="6183359" y="1830763"/>
              <a:ext cx="894312" cy="136148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7" name="Rectangle 36">
              <a:extLst>
                <a:ext uri="{FF2B5EF4-FFF2-40B4-BE49-F238E27FC236}">
                  <a16:creationId xmlns:a16="http://schemas.microsoft.com/office/drawing/2014/main" id="{E6D32EB5-9AA1-5EC7-8C87-C29FDCF81CED}"/>
                </a:ext>
              </a:extLst>
            </p:cNvPr>
            <p:cNvSpPr/>
            <p:nvPr userDrawn="1"/>
          </p:nvSpPr>
          <p:spPr>
            <a:xfrm>
              <a:off x="6183359" y="1830763"/>
              <a:ext cx="894312" cy="11716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8" name="Rectangle 37">
              <a:extLst>
                <a:ext uri="{FF2B5EF4-FFF2-40B4-BE49-F238E27FC236}">
                  <a16:creationId xmlns:a16="http://schemas.microsoft.com/office/drawing/2014/main" id="{AA4260D2-B6AD-A0C1-E79D-D9D052061D3C}"/>
                </a:ext>
              </a:extLst>
            </p:cNvPr>
            <p:cNvSpPr/>
            <p:nvPr userDrawn="1"/>
          </p:nvSpPr>
          <p:spPr>
            <a:xfrm>
              <a:off x="6183359" y="1830763"/>
              <a:ext cx="894312" cy="98184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9" name="Rectangle 38">
              <a:extLst>
                <a:ext uri="{FF2B5EF4-FFF2-40B4-BE49-F238E27FC236}">
                  <a16:creationId xmlns:a16="http://schemas.microsoft.com/office/drawing/2014/main" id="{470E7925-667D-D2D1-4E85-C9EA0946156B}"/>
                </a:ext>
              </a:extLst>
            </p:cNvPr>
            <p:cNvSpPr/>
            <p:nvPr userDrawn="1"/>
          </p:nvSpPr>
          <p:spPr>
            <a:xfrm>
              <a:off x="6183360" y="1830763"/>
              <a:ext cx="894312" cy="7882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0" name="Rectangle 39">
              <a:extLst>
                <a:ext uri="{FF2B5EF4-FFF2-40B4-BE49-F238E27FC236}">
                  <a16:creationId xmlns:a16="http://schemas.microsoft.com/office/drawing/2014/main" id="{88EFE314-442B-57B4-50AC-E298C5D674F5}"/>
                </a:ext>
              </a:extLst>
            </p:cNvPr>
            <p:cNvSpPr/>
            <p:nvPr userDrawn="1"/>
          </p:nvSpPr>
          <p:spPr>
            <a:xfrm>
              <a:off x="7252391" y="1830763"/>
              <a:ext cx="894312" cy="174112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1" name="Rectangle 40">
              <a:extLst>
                <a:ext uri="{FF2B5EF4-FFF2-40B4-BE49-F238E27FC236}">
                  <a16:creationId xmlns:a16="http://schemas.microsoft.com/office/drawing/2014/main" id="{C524EA9C-030D-AF68-0B09-EF4A4D831FB2}"/>
                </a:ext>
              </a:extLst>
            </p:cNvPr>
            <p:cNvSpPr/>
            <p:nvPr userDrawn="1"/>
          </p:nvSpPr>
          <p:spPr>
            <a:xfrm>
              <a:off x="7252391" y="1830763"/>
              <a:ext cx="894312" cy="155130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2" name="Rectangle 41">
              <a:extLst>
                <a:ext uri="{FF2B5EF4-FFF2-40B4-BE49-F238E27FC236}">
                  <a16:creationId xmlns:a16="http://schemas.microsoft.com/office/drawing/2014/main" id="{38D03AAF-CF1C-9AF8-4F59-7DDC97BA187C}"/>
                </a:ext>
              </a:extLst>
            </p:cNvPr>
            <p:cNvSpPr/>
            <p:nvPr userDrawn="1"/>
          </p:nvSpPr>
          <p:spPr>
            <a:xfrm>
              <a:off x="7252391" y="1830763"/>
              <a:ext cx="894312" cy="1361486"/>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3" name="Rectangle 42">
              <a:extLst>
                <a:ext uri="{FF2B5EF4-FFF2-40B4-BE49-F238E27FC236}">
                  <a16:creationId xmlns:a16="http://schemas.microsoft.com/office/drawing/2014/main" id="{05A299C2-939A-5A45-3A16-CD05E1552EB9}"/>
                </a:ext>
              </a:extLst>
            </p:cNvPr>
            <p:cNvSpPr/>
            <p:nvPr userDrawn="1"/>
          </p:nvSpPr>
          <p:spPr>
            <a:xfrm>
              <a:off x="7252391" y="1830763"/>
              <a:ext cx="894312" cy="117166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4" name="Rectangle 43">
              <a:extLst>
                <a:ext uri="{FF2B5EF4-FFF2-40B4-BE49-F238E27FC236}">
                  <a16:creationId xmlns:a16="http://schemas.microsoft.com/office/drawing/2014/main" id="{152F08F4-847A-FD1F-8044-9EE5E1412134}"/>
                </a:ext>
              </a:extLst>
            </p:cNvPr>
            <p:cNvSpPr/>
            <p:nvPr userDrawn="1"/>
          </p:nvSpPr>
          <p:spPr>
            <a:xfrm>
              <a:off x="7252391" y="1830763"/>
              <a:ext cx="894312" cy="98184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5" name="Rectangle 44">
              <a:extLst>
                <a:ext uri="{FF2B5EF4-FFF2-40B4-BE49-F238E27FC236}">
                  <a16:creationId xmlns:a16="http://schemas.microsoft.com/office/drawing/2014/main" id="{3F8AE23A-59A8-9F1E-D9B1-6E219EB7D1D0}"/>
                </a:ext>
              </a:extLst>
            </p:cNvPr>
            <p:cNvSpPr/>
            <p:nvPr userDrawn="1"/>
          </p:nvSpPr>
          <p:spPr>
            <a:xfrm>
              <a:off x="7252392" y="1830763"/>
              <a:ext cx="894312" cy="788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6" name="Rectangle 45">
              <a:extLst>
                <a:ext uri="{FF2B5EF4-FFF2-40B4-BE49-F238E27FC236}">
                  <a16:creationId xmlns:a16="http://schemas.microsoft.com/office/drawing/2014/main" id="{CFB1C2E0-C203-32A6-C889-8406E248D2C7}"/>
                </a:ext>
              </a:extLst>
            </p:cNvPr>
            <p:cNvSpPr/>
            <p:nvPr userDrawn="1"/>
          </p:nvSpPr>
          <p:spPr>
            <a:xfrm>
              <a:off x="8321423" y="1830763"/>
              <a:ext cx="894312" cy="1741127"/>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7" name="Rectangle 46">
              <a:extLst>
                <a:ext uri="{FF2B5EF4-FFF2-40B4-BE49-F238E27FC236}">
                  <a16:creationId xmlns:a16="http://schemas.microsoft.com/office/drawing/2014/main" id="{2E96AD90-D5AD-D09A-3122-E4167EF502BF}"/>
                </a:ext>
              </a:extLst>
            </p:cNvPr>
            <p:cNvSpPr/>
            <p:nvPr userDrawn="1"/>
          </p:nvSpPr>
          <p:spPr>
            <a:xfrm>
              <a:off x="8321423" y="1830763"/>
              <a:ext cx="894312" cy="155130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8" name="Rectangle 47">
              <a:extLst>
                <a:ext uri="{FF2B5EF4-FFF2-40B4-BE49-F238E27FC236}">
                  <a16:creationId xmlns:a16="http://schemas.microsoft.com/office/drawing/2014/main" id="{53881B0D-0962-14BC-C851-E61C4A0FB1F0}"/>
                </a:ext>
              </a:extLst>
            </p:cNvPr>
            <p:cNvSpPr/>
            <p:nvPr userDrawn="1"/>
          </p:nvSpPr>
          <p:spPr>
            <a:xfrm>
              <a:off x="8321423" y="1830763"/>
              <a:ext cx="894312" cy="136148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9" name="Rectangle 48">
              <a:extLst>
                <a:ext uri="{FF2B5EF4-FFF2-40B4-BE49-F238E27FC236}">
                  <a16:creationId xmlns:a16="http://schemas.microsoft.com/office/drawing/2014/main" id="{6F3C04EE-C192-C078-BF37-5E0FE7F8CEDA}"/>
                </a:ext>
              </a:extLst>
            </p:cNvPr>
            <p:cNvSpPr/>
            <p:nvPr userDrawn="1"/>
          </p:nvSpPr>
          <p:spPr>
            <a:xfrm>
              <a:off x="8321423" y="1830763"/>
              <a:ext cx="894312" cy="117166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50" name="Rectangle 49">
              <a:extLst>
                <a:ext uri="{FF2B5EF4-FFF2-40B4-BE49-F238E27FC236}">
                  <a16:creationId xmlns:a16="http://schemas.microsoft.com/office/drawing/2014/main" id="{135917C1-AC2D-71EE-4CEE-D08C7A441174}"/>
                </a:ext>
              </a:extLst>
            </p:cNvPr>
            <p:cNvSpPr/>
            <p:nvPr userDrawn="1"/>
          </p:nvSpPr>
          <p:spPr>
            <a:xfrm>
              <a:off x="8321423" y="1830763"/>
              <a:ext cx="894312" cy="98184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1" name="Rectangle 50">
              <a:extLst>
                <a:ext uri="{FF2B5EF4-FFF2-40B4-BE49-F238E27FC236}">
                  <a16:creationId xmlns:a16="http://schemas.microsoft.com/office/drawing/2014/main" id="{7D27DE1F-54CF-3018-18EF-2976EF3DC362}"/>
                </a:ext>
              </a:extLst>
            </p:cNvPr>
            <p:cNvSpPr/>
            <p:nvPr userDrawn="1"/>
          </p:nvSpPr>
          <p:spPr>
            <a:xfrm>
              <a:off x="8321424" y="1830763"/>
              <a:ext cx="894312" cy="78825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2" name="Rectangle 51">
              <a:extLst>
                <a:ext uri="{FF2B5EF4-FFF2-40B4-BE49-F238E27FC236}">
                  <a16:creationId xmlns:a16="http://schemas.microsoft.com/office/drawing/2014/main" id="{7DBD994A-366C-F44C-2F6A-4543219FC08D}"/>
                </a:ext>
              </a:extLst>
            </p:cNvPr>
            <p:cNvSpPr/>
            <p:nvPr userDrawn="1"/>
          </p:nvSpPr>
          <p:spPr>
            <a:xfrm>
              <a:off x="9390455" y="1830763"/>
              <a:ext cx="894312" cy="174112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3" name="Rectangle 52">
              <a:extLst>
                <a:ext uri="{FF2B5EF4-FFF2-40B4-BE49-F238E27FC236}">
                  <a16:creationId xmlns:a16="http://schemas.microsoft.com/office/drawing/2014/main" id="{E17A7B79-9CCB-A5A0-3A6C-C3C150728739}"/>
                </a:ext>
              </a:extLst>
            </p:cNvPr>
            <p:cNvSpPr/>
            <p:nvPr userDrawn="1"/>
          </p:nvSpPr>
          <p:spPr>
            <a:xfrm>
              <a:off x="9390455" y="1830763"/>
              <a:ext cx="894312" cy="15513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4" name="Rectangle 53">
              <a:extLst>
                <a:ext uri="{FF2B5EF4-FFF2-40B4-BE49-F238E27FC236}">
                  <a16:creationId xmlns:a16="http://schemas.microsoft.com/office/drawing/2014/main" id="{4CD57CFE-A7CE-2C56-5F10-D69F76D3459A}"/>
                </a:ext>
              </a:extLst>
            </p:cNvPr>
            <p:cNvSpPr/>
            <p:nvPr userDrawn="1"/>
          </p:nvSpPr>
          <p:spPr>
            <a:xfrm>
              <a:off x="9390455" y="1830763"/>
              <a:ext cx="894312" cy="136148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5" name="Rectangle 54">
              <a:extLst>
                <a:ext uri="{FF2B5EF4-FFF2-40B4-BE49-F238E27FC236}">
                  <a16:creationId xmlns:a16="http://schemas.microsoft.com/office/drawing/2014/main" id="{792A058F-DC7B-5895-1EDF-7437ED9F72C9}"/>
                </a:ext>
              </a:extLst>
            </p:cNvPr>
            <p:cNvSpPr/>
            <p:nvPr userDrawn="1"/>
          </p:nvSpPr>
          <p:spPr>
            <a:xfrm>
              <a:off x="9390455" y="1830763"/>
              <a:ext cx="894312" cy="117166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6" name="Rectangle 55">
              <a:extLst>
                <a:ext uri="{FF2B5EF4-FFF2-40B4-BE49-F238E27FC236}">
                  <a16:creationId xmlns:a16="http://schemas.microsoft.com/office/drawing/2014/main" id="{924A8265-00DD-CFD9-EA81-3BDDA480B342}"/>
                </a:ext>
              </a:extLst>
            </p:cNvPr>
            <p:cNvSpPr/>
            <p:nvPr userDrawn="1"/>
          </p:nvSpPr>
          <p:spPr>
            <a:xfrm>
              <a:off x="9390455" y="1830763"/>
              <a:ext cx="894312" cy="98184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7" name="Rectangle 56">
              <a:extLst>
                <a:ext uri="{FF2B5EF4-FFF2-40B4-BE49-F238E27FC236}">
                  <a16:creationId xmlns:a16="http://schemas.microsoft.com/office/drawing/2014/main" id="{08E3A196-990E-D367-3008-6FA73B712565}"/>
                </a:ext>
              </a:extLst>
            </p:cNvPr>
            <p:cNvSpPr/>
            <p:nvPr userDrawn="1"/>
          </p:nvSpPr>
          <p:spPr>
            <a:xfrm>
              <a:off x="9390456" y="1830763"/>
              <a:ext cx="894312" cy="78825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8" name="Rectangle 57">
              <a:extLst>
                <a:ext uri="{FF2B5EF4-FFF2-40B4-BE49-F238E27FC236}">
                  <a16:creationId xmlns:a16="http://schemas.microsoft.com/office/drawing/2014/main" id="{CD480E76-D91A-036F-980E-A01A30A2BC53}"/>
                </a:ext>
              </a:extLst>
            </p:cNvPr>
            <p:cNvSpPr/>
            <p:nvPr userDrawn="1"/>
          </p:nvSpPr>
          <p:spPr>
            <a:xfrm>
              <a:off x="10459488" y="1830763"/>
              <a:ext cx="894312" cy="174112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9" name="Rectangle 58">
              <a:extLst>
                <a:ext uri="{FF2B5EF4-FFF2-40B4-BE49-F238E27FC236}">
                  <a16:creationId xmlns:a16="http://schemas.microsoft.com/office/drawing/2014/main" id="{F0A53F9C-6610-BA8E-BE7A-8243180E73D7}"/>
                </a:ext>
              </a:extLst>
            </p:cNvPr>
            <p:cNvSpPr/>
            <p:nvPr userDrawn="1"/>
          </p:nvSpPr>
          <p:spPr>
            <a:xfrm>
              <a:off x="10459488" y="1830763"/>
              <a:ext cx="894312" cy="15513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0" name="Rectangle 59">
              <a:extLst>
                <a:ext uri="{FF2B5EF4-FFF2-40B4-BE49-F238E27FC236}">
                  <a16:creationId xmlns:a16="http://schemas.microsoft.com/office/drawing/2014/main" id="{8D2A3876-9456-1857-DD09-E8208934EB50}"/>
                </a:ext>
              </a:extLst>
            </p:cNvPr>
            <p:cNvSpPr/>
            <p:nvPr userDrawn="1"/>
          </p:nvSpPr>
          <p:spPr>
            <a:xfrm>
              <a:off x="10459488" y="1830763"/>
              <a:ext cx="894312" cy="13614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1" name="Rectangle 60">
              <a:extLst>
                <a:ext uri="{FF2B5EF4-FFF2-40B4-BE49-F238E27FC236}">
                  <a16:creationId xmlns:a16="http://schemas.microsoft.com/office/drawing/2014/main" id="{F234DCC1-703F-F44F-B19B-B88FFF69C277}"/>
                </a:ext>
              </a:extLst>
            </p:cNvPr>
            <p:cNvSpPr/>
            <p:nvPr userDrawn="1"/>
          </p:nvSpPr>
          <p:spPr>
            <a:xfrm>
              <a:off x="10459488" y="1830763"/>
              <a:ext cx="894312" cy="11716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2" name="Rectangle 61">
              <a:extLst>
                <a:ext uri="{FF2B5EF4-FFF2-40B4-BE49-F238E27FC236}">
                  <a16:creationId xmlns:a16="http://schemas.microsoft.com/office/drawing/2014/main" id="{B2D2A5E8-F8CE-DBA1-CBCB-2F678EB8E2D7}"/>
                </a:ext>
              </a:extLst>
            </p:cNvPr>
            <p:cNvSpPr/>
            <p:nvPr userDrawn="1"/>
          </p:nvSpPr>
          <p:spPr>
            <a:xfrm>
              <a:off x="10459488" y="1830763"/>
              <a:ext cx="894312" cy="98184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3" name="Rectangle 62">
              <a:extLst>
                <a:ext uri="{FF2B5EF4-FFF2-40B4-BE49-F238E27FC236}">
                  <a16:creationId xmlns:a16="http://schemas.microsoft.com/office/drawing/2014/main" id="{C06AB899-4886-C357-60A7-CB1FCCF756AF}"/>
                </a:ext>
              </a:extLst>
            </p:cNvPr>
            <p:cNvSpPr/>
            <p:nvPr userDrawn="1"/>
          </p:nvSpPr>
          <p:spPr>
            <a:xfrm>
              <a:off x="10459487" y="1830763"/>
              <a:ext cx="894312" cy="7882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grpSp>
    </p:spTree>
    <p:extLst>
      <p:ext uri="{BB962C8B-B14F-4D97-AF65-F5344CB8AC3E}">
        <p14:creationId xmlns:p14="http://schemas.microsoft.com/office/powerpoint/2010/main" val="12245269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58711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2A6FDFB-46FD-4D32-A054-BC9C55F6A02B}"/>
              </a:ext>
            </a:extLst>
          </p:cNvPr>
          <p:cNvSpPr>
            <a:spLocks noGrp="1"/>
          </p:cNvSpPr>
          <p:nvPr>
            <p:ph type="ctrTitle"/>
          </p:nvPr>
        </p:nvSpPr>
        <p:spPr>
          <a:xfrm>
            <a:off x="6839647" y="783771"/>
            <a:ext cx="4752278" cy="3357071"/>
          </a:xfrm>
        </p:spPr>
        <p:txBody>
          <a:bodyPr anchor="b"/>
          <a:lstStyle>
            <a:lvl1pPr algn="ctr">
              <a:defRPr sz="6600">
                <a:solidFill>
                  <a:schemeClr val="bg1"/>
                </a:solidFill>
              </a:defRPr>
            </a:lvl1pPr>
          </a:lstStyle>
          <a:p>
            <a:r>
              <a:rPr lang="it-IT"/>
              <a:t>Fare clic per modificare lo stile del titolo dello schema</a:t>
            </a:r>
            <a:endParaRPr lang="en-US" dirty="0"/>
          </a:p>
        </p:txBody>
      </p:sp>
      <p:sp>
        <p:nvSpPr>
          <p:cNvPr id="20" name="Subtitle 2">
            <a:extLst>
              <a:ext uri="{FF2B5EF4-FFF2-40B4-BE49-F238E27FC236}">
                <a16:creationId xmlns:a16="http://schemas.microsoft.com/office/drawing/2014/main" id="{C1F0D0AA-12EA-49AC-BF55-4B2556467E4C}"/>
              </a:ext>
            </a:extLst>
          </p:cNvPr>
          <p:cNvSpPr>
            <a:spLocks noGrp="1"/>
          </p:cNvSpPr>
          <p:nvPr>
            <p:ph type="subTitle" idx="1"/>
          </p:nvPr>
        </p:nvSpPr>
        <p:spPr>
          <a:xfrm>
            <a:off x="6839647" y="4279991"/>
            <a:ext cx="4752278" cy="1347307"/>
          </a:xfrm>
        </p:spPr>
        <p:txBody>
          <a:bodyPr>
            <a:normAutofit/>
          </a:bodyPr>
          <a:lstStyle>
            <a:lvl1pPr marL="0" indent="0" algn="ctr">
              <a:buNone/>
              <a:defRPr sz="3200">
                <a:solidFill>
                  <a:schemeClr val="tx2">
                    <a:lumMod val="25000"/>
                    <a:lumOff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21" name="Date Placeholder 3">
            <a:extLst>
              <a:ext uri="{FF2B5EF4-FFF2-40B4-BE49-F238E27FC236}">
                <a16:creationId xmlns:a16="http://schemas.microsoft.com/office/drawing/2014/main" id="{D611355A-2485-4AA5-91FA-EA5F3157B7B3}"/>
              </a:ext>
            </a:extLst>
          </p:cNvPr>
          <p:cNvSpPr>
            <a:spLocks noGrp="1"/>
          </p:cNvSpPr>
          <p:nvPr>
            <p:ph type="dt" sz="half" idx="10"/>
          </p:nvPr>
        </p:nvSpPr>
        <p:spPr>
          <a:xfrm>
            <a:off x="838200" y="6356350"/>
            <a:ext cx="2743200" cy="365125"/>
          </a:xfrm>
        </p:spPr>
        <p:txBody>
          <a:bodyPr/>
          <a:lstStyle/>
          <a:p>
            <a:r>
              <a:rPr lang="en-US"/>
              <a:t>Date</a:t>
            </a:r>
          </a:p>
        </p:txBody>
      </p:sp>
      <p:sp>
        <p:nvSpPr>
          <p:cNvPr id="23" name="Footer Placeholder 4">
            <a:extLst>
              <a:ext uri="{FF2B5EF4-FFF2-40B4-BE49-F238E27FC236}">
                <a16:creationId xmlns:a16="http://schemas.microsoft.com/office/drawing/2014/main" id="{64A10338-DE30-4CA9-A21B-D50D6579B160}"/>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4" name="Slide Number Placeholder 5">
            <a:extLst>
              <a:ext uri="{FF2B5EF4-FFF2-40B4-BE49-F238E27FC236}">
                <a16:creationId xmlns:a16="http://schemas.microsoft.com/office/drawing/2014/main" id="{49D5EB62-2B81-475B-92EC-DEB93DC3B249}"/>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41425706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D08B00A-9A13-4AB1-A72D-2F499BA2EBAB}"/>
              </a:ext>
            </a:extLst>
          </p:cNvPr>
          <p:cNvSpPr>
            <a:spLocks noGrp="1"/>
          </p:cNvSpPr>
          <p:nvPr>
            <p:ph type="title"/>
          </p:nvPr>
        </p:nvSpPr>
        <p:spPr>
          <a:xfrm>
            <a:off x="2449286" y="365126"/>
            <a:ext cx="8904513" cy="1088118"/>
          </a:xfrm>
        </p:spPr>
        <p:txBody>
          <a:bodyPr/>
          <a:lstStyle>
            <a:lvl1pPr algn="r">
              <a:defRPr>
                <a:solidFill>
                  <a:schemeClr val="tx2">
                    <a:lumMod val="25000"/>
                    <a:lumOff val="75000"/>
                  </a:schemeClr>
                </a:solidFill>
              </a:defRPr>
            </a:lvl1pPr>
          </a:lstStyle>
          <a:p>
            <a:r>
              <a:rPr lang="it-IT"/>
              <a:t>Fare clic per modificare lo stile del titolo dello schema</a:t>
            </a:r>
            <a:endParaRPr lang="en-US" dirty="0"/>
          </a:p>
        </p:txBody>
      </p:sp>
      <p:sp>
        <p:nvSpPr>
          <p:cNvPr id="18" name="Content Placeholder 2">
            <a:extLst>
              <a:ext uri="{FF2B5EF4-FFF2-40B4-BE49-F238E27FC236}">
                <a16:creationId xmlns:a16="http://schemas.microsoft.com/office/drawing/2014/main" id="{489DC5E6-DDCD-4B67-B47F-0BD6C54B83D2}"/>
              </a:ext>
            </a:extLst>
          </p:cNvPr>
          <p:cNvSpPr>
            <a:spLocks noGrp="1"/>
          </p:cNvSpPr>
          <p:nvPr>
            <p:ph idx="1"/>
          </p:nvPr>
        </p:nvSpPr>
        <p:spPr>
          <a:xfrm>
            <a:off x="4947555" y="1600200"/>
            <a:ext cx="6406243" cy="4601817"/>
          </a:xfrm>
        </p:spPr>
        <p:txBody>
          <a:bodyPr/>
          <a:lstStyle>
            <a:lvl1pPr algn="r">
              <a:defRPr>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9" name="Date Placeholder 3">
            <a:extLst>
              <a:ext uri="{FF2B5EF4-FFF2-40B4-BE49-F238E27FC236}">
                <a16:creationId xmlns:a16="http://schemas.microsoft.com/office/drawing/2014/main" id="{768C53B7-7FCD-400A-9752-7BFFD8BB3D75}"/>
              </a:ext>
            </a:extLst>
          </p:cNvPr>
          <p:cNvSpPr>
            <a:spLocks noGrp="1"/>
          </p:cNvSpPr>
          <p:nvPr>
            <p:ph type="dt" sz="half" idx="10"/>
          </p:nvPr>
        </p:nvSpPr>
        <p:spPr>
          <a:xfrm>
            <a:off x="838200" y="6356350"/>
            <a:ext cx="2743200" cy="365125"/>
          </a:xfrm>
        </p:spPr>
        <p:txBody>
          <a:bodyPr/>
          <a:lstStyle/>
          <a:p>
            <a:r>
              <a:rPr lang="en-US"/>
              <a:t>Date</a:t>
            </a:r>
          </a:p>
        </p:txBody>
      </p:sp>
      <p:sp>
        <p:nvSpPr>
          <p:cNvPr id="20" name="Footer Placeholder 4">
            <a:extLst>
              <a:ext uri="{FF2B5EF4-FFF2-40B4-BE49-F238E27FC236}">
                <a16:creationId xmlns:a16="http://schemas.microsoft.com/office/drawing/2014/main" id="{10C428BE-FED7-45A5-9425-7445C51F35BB}"/>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33404554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838200" y="365125"/>
            <a:ext cx="9231086" cy="990146"/>
          </a:xfrm>
        </p:spPr>
        <p:txBody>
          <a:bodyPr/>
          <a:lstStyle>
            <a:lvl1pPr algn="l">
              <a:defRPr>
                <a:solidFill>
                  <a:schemeClr val="tx2">
                    <a:lumMod val="25000"/>
                    <a:lumOff val="75000"/>
                  </a:schemeClr>
                </a:solidFill>
              </a:defRPr>
            </a:lvl1pPr>
          </a:lstStyle>
          <a:p>
            <a:r>
              <a:rPr lang="it-IT"/>
              <a:t>Fare clic per modificare lo stile del titolo dello schema</a:t>
            </a:r>
            <a:endParaRPr lang="en-US" dirty="0"/>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838200" y="1502229"/>
            <a:ext cx="5752171" cy="4689849"/>
          </a:xfrm>
        </p:spPr>
        <p:txBody>
          <a:bodyPr/>
          <a:lstStyle>
            <a:lvl1pPr algn="l">
              <a:defRPr>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9" name="Date Placeholder 3">
            <a:extLst>
              <a:ext uri="{FF2B5EF4-FFF2-40B4-BE49-F238E27FC236}">
                <a16:creationId xmlns:a16="http://schemas.microsoft.com/office/drawing/2014/main" id="{7A8A3FA1-377F-4383-B7E8-14D9409AF64B}"/>
              </a:ext>
            </a:extLst>
          </p:cNvPr>
          <p:cNvSpPr>
            <a:spLocks noGrp="1"/>
          </p:cNvSpPr>
          <p:nvPr>
            <p:ph type="dt" sz="half" idx="10"/>
          </p:nvPr>
        </p:nvSpPr>
        <p:spPr>
          <a:xfrm>
            <a:off x="838200" y="6356350"/>
            <a:ext cx="2743200" cy="365125"/>
          </a:xfrm>
        </p:spPr>
        <p:txBody>
          <a:bodyPr/>
          <a:lstStyle/>
          <a:p>
            <a:r>
              <a:rPr lang="en-US"/>
              <a:t>Date</a:t>
            </a:r>
          </a:p>
        </p:txBody>
      </p:sp>
      <p:sp>
        <p:nvSpPr>
          <p:cNvPr id="20" name="Footer Placeholder 4">
            <a:extLst>
              <a:ext uri="{FF2B5EF4-FFF2-40B4-BE49-F238E27FC236}">
                <a16:creationId xmlns:a16="http://schemas.microsoft.com/office/drawing/2014/main" id="{566F5CF8-699B-4A09-9AD0-718B0175E486}"/>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12122653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7E228BF-1CA5-4856-ADE1-3CF4E8475976}"/>
              </a:ext>
            </a:extLst>
          </p:cNvPr>
          <p:cNvSpPr>
            <a:spLocks noGrp="1"/>
          </p:cNvSpPr>
          <p:nvPr>
            <p:ph type="title"/>
          </p:nvPr>
        </p:nvSpPr>
        <p:spPr>
          <a:xfrm>
            <a:off x="7147932" y="751115"/>
            <a:ext cx="4205868" cy="2940752"/>
          </a:xfrm>
        </p:spPr>
        <p:txBody>
          <a:bodyPr anchor="b"/>
          <a:lstStyle>
            <a:lvl1pPr algn="r">
              <a:defRPr sz="6000">
                <a:solidFill>
                  <a:schemeClr val="bg1"/>
                </a:solidFill>
              </a:defRPr>
            </a:lvl1pPr>
          </a:lstStyle>
          <a:p>
            <a:r>
              <a:rPr lang="it-IT"/>
              <a:t>Fare clic per modificare lo stile del titolo dello schema</a:t>
            </a:r>
            <a:endParaRPr lang="en-US" dirty="0"/>
          </a:p>
        </p:txBody>
      </p:sp>
      <p:sp>
        <p:nvSpPr>
          <p:cNvPr id="9" name="Text Placeholder 2">
            <a:extLst>
              <a:ext uri="{FF2B5EF4-FFF2-40B4-BE49-F238E27FC236}">
                <a16:creationId xmlns:a16="http://schemas.microsoft.com/office/drawing/2014/main" id="{A75560DB-B208-41C1-AC26-ACACF8AE7CCD}"/>
              </a:ext>
            </a:extLst>
          </p:cNvPr>
          <p:cNvSpPr>
            <a:spLocks noGrp="1"/>
          </p:cNvSpPr>
          <p:nvPr>
            <p:ph type="body" idx="1"/>
          </p:nvPr>
        </p:nvSpPr>
        <p:spPr>
          <a:xfrm>
            <a:off x="7147932" y="3857663"/>
            <a:ext cx="4205868" cy="1374769"/>
          </a:xfrm>
        </p:spPr>
        <p:txBody>
          <a:bodyPr/>
          <a:lstStyle>
            <a:lvl1pPr marL="0" indent="0" algn="r">
              <a:buNone/>
              <a:defRPr sz="2400">
                <a:solidFill>
                  <a:schemeClr val="tx2">
                    <a:lumMod val="25000"/>
                    <a:lumOff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2" name="Date Placeholder 3">
            <a:extLst>
              <a:ext uri="{FF2B5EF4-FFF2-40B4-BE49-F238E27FC236}">
                <a16:creationId xmlns:a16="http://schemas.microsoft.com/office/drawing/2014/main" id="{0BE4794E-B8B9-45F1-346F-E7297097AAB7}"/>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16DD4566-751E-E458-97E3-FDF901394015}"/>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E5969B7F-7392-2D98-F2DD-7EC3980E899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24156372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8A6F9C6-84D1-561D-B117-D97F3735A06B}"/>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092AC689-5953-34D0-2444-AC89D4AC5400}"/>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E20C0D48-72D0-9B1C-7F45-71EC7D8EAEB8}"/>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
        <p:nvSpPr>
          <p:cNvPr id="5" name="Title 1">
            <a:extLst>
              <a:ext uri="{FF2B5EF4-FFF2-40B4-BE49-F238E27FC236}">
                <a16:creationId xmlns:a16="http://schemas.microsoft.com/office/drawing/2014/main" id="{B2C795C7-AA77-98C9-C8AD-1664D381C708}"/>
              </a:ext>
            </a:extLst>
          </p:cNvPr>
          <p:cNvSpPr>
            <a:spLocks noGrp="1"/>
          </p:cNvSpPr>
          <p:nvPr>
            <p:ph type="title"/>
          </p:nvPr>
        </p:nvSpPr>
        <p:spPr>
          <a:xfrm>
            <a:off x="6880303" y="1323305"/>
            <a:ext cx="4473498" cy="2368561"/>
          </a:xfrm>
        </p:spPr>
        <p:txBody>
          <a:bodyPr anchor="b"/>
          <a:lstStyle>
            <a:lvl1pPr algn="r">
              <a:defRPr sz="6000">
                <a:solidFill>
                  <a:schemeClr val="bg1"/>
                </a:solidFill>
              </a:defRPr>
            </a:lvl1pPr>
          </a:lstStyle>
          <a:p>
            <a:r>
              <a:rPr lang="it-IT"/>
              <a:t>Fare clic per modificare lo stile del titolo dello schema</a:t>
            </a:r>
            <a:endParaRPr lang="en-US" dirty="0"/>
          </a:p>
        </p:txBody>
      </p:sp>
      <p:sp>
        <p:nvSpPr>
          <p:cNvPr id="6" name="Text Placeholder 2">
            <a:extLst>
              <a:ext uri="{FF2B5EF4-FFF2-40B4-BE49-F238E27FC236}">
                <a16:creationId xmlns:a16="http://schemas.microsoft.com/office/drawing/2014/main" id="{D7EDE4BA-59FC-C803-C965-4306C641A64E}"/>
              </a:ext>
            </a:extLst>
          </p:cNvPr>
          <p:cNvSpPr>
            <a:spLocks noGrp="1"/>
          </p:cNvSpPr>
          <p:nvPr>
            <p:ph type="body" idx="1"/>
          </p:nvPr>
        </p:nvSpPr>
        <p:spPr>
          <a:xfrm>
            <a:off x="6880303" y="3857663"/>
            <a:ext cx="4473498" cy="1374769"/>
          </a:xfrm>
        </p:spPr>
        <p:txBody>
          <a:bodyPr/>
          <a:lstStyle>
            <a:lvl1pPr marL="0" indent="0" algn="r">
              <a:buNone/>
              <a:defRPr sz="2400">
                <a:solidFill>
                  <a:schemeClr val="tx2">
                    <a:lumMod val="25000"/>
                    <a:lumOff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Tree>
    <p:extLst>
      <p:ext uri="{BB962C8B-B14F-4D97-AF65-F5344CB8AC3E}">
        <p14:creationId xmlns:p14="http://schemas.microsoft.com/office/powerpoint/2010/main" val="41400979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907DC5D-4F3E-4A99-A621-6F93F32265C8}"/>
              </a:ext>
            </a:extLst>
          </p:cNvPr>
          <p:cNvSpPr>
            <a:spLocks noGrp="1"/>
          </p:cNvSpPr>
          <p:nvPr>
            <p:ph type="title"/>
          </p:nvPr>
        </p:nvSpPr>
        <p:spPr>
          <a:xfrm>
            <a:off x="838200" y="662989"/>
            <a:ext cx="4709374" cy="1869365"/>
          </a:xfrm>
        </p:spPr>
        <p:txBody>
          <a:bodyPr anchor="b"/>
          <a:lstStyle>
            <a:lvl1pPr algn="l">
              <a:defRPr sz="6000">
                <a:solidFill>
                  <a:schemeClr val="bg1"/>
                </a:solidFill>
              </a:defRPr>
            </a:lvl1pPr>
          </a:lstStyle>
          <a:p>
            <a:r>
              <a:rPr lang="it-IT"/>
              <a:t>Fare clic per modificare lo stile del titolo dello schema</a:t>
            </a:r>
            <a:endParaRPr lang="en-US" dirty="0"/>
          </a:p>
        </p:txBody>
      </p:sp>
      <p:sp>
        <p:nvSpPr>
          <p:cNvPr id="9" name="Text Placeholder 2">
            <a:extLst>
              <a:ext uri="{FF2B5EF4-FFF2-40B4-BE49-F238E27FC236}">
                <a16:creationId xmlns:a16="http://schemas.microsoft.com/office/drawing/2014/main" id="{9DA8F992-7750-4566-AB4F-B2E8F3794CA3}"/>
              </a:ext>
            </a:extLst>
          </p:cNvPr>
          <p:cNvSpPr>
            <a:spLocks noGrp="1"/>
          </p:cNvSpPr>
          <p:nvPr>
            <p:ph type="body" idx="1"/>
          </p:nvPr>
        </p:nvSpPr>
        <p:spPr>
          <a:xfrm>
            <a:off x="840652" y="2640946"/>
            <a:ext cx="4114800" cy="1016654"/>
          </a:xfrm>
        </p:spPr>
        <p:txBody>
          <a:bodyPr/>
          <a:lstStyle>
            <a:lvl1pPr marL="0" indent="0" algn="l">
              <a:buNone/>
              <a:defRPr sz="2400">
                <a:solidFill>
                  <a:schemeClr val="tx2">
                    <a:lumMod val="25000"/>
                    <a:lumOff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15" name="Picture Placeholder 15">
            <a:extLst>
              <a:ext uri="{FF2B5EF4-FFF2-40B4-BE49-F238E27FC236}">
                <a16:creationId xmlns:a16="http://schemas.microsoft.com/office/drawing/2014/main" id="{33CC49E4-6647-47F5-895A-9CFC416CE1C4}"/>
              </a:ext>
            </a:extLst>
          </p:cNvPr>
          <p:cNvSpPr>
            <a:spLocks noGrp="1"/>
          </p:cNvSpPr>
          <p:nvPr>
            <p:ph type="pic" sz="quarter" idx="13"/>
          </p:nvPr>
        </p:nvSpPr>
        <p:spPr>
          <a:xfrm>
            <a:off x="838200" y="4710097"/>
            <a:ext cx="1333500" cy="1333500"/>
          </a:xfrm>
          <a:prstGeom prst="ellipse">
            <a:avLst/>
          </a:prstGeom>
          <a:noFill/>
        </p:spPr>
        <p:txBody>
          <a:bodyPr anchor="ctr">
            <a:normAutofit/>
          </a:bodyPr>
          <a:lstStyle>
            <a:lvl1pPr marL="0" indent="0" algn="ctr">
              <a:buNone/>
              <a:defRPr sz="1400">
                <a:solidFill>
                  <a:schemeClr val="bg1"/>
                </a:solidFill>
              </a:defRPr>
            </a:lvl1pPr>
          </a:lstStyle>
          <a:p>
            <a:r>
              <a:rPr lang="it-IT"/>
              <a:t>Fare clic sull'icona per inserire un'immagine</a:t>
            </a:r>
            <a:endParaRPr lang="en-US"/>
          </a:p>
        </p:txBody>
      </p:sp>
      <p:sp>
        <p:nvSpPr>
          <p:cNvPr id="16" name="Text Placeholder 17">
            <a:extLst>
              <a:ext uri="{FF2B5EF4-FFF2-40B4-BE49-F238E27FC236}">
                <a16:creationId xmlns:a16="http://schemas.microsoft.com/office/drawing/2014/main" id="{A537F86F-E8D6-44FF-939F-7EB5A46935EE}"/>
              </a:ext>
            </a:extLst>
          </p:cNvPr>
          <p:cNvSpPr>
            <a:spLocks noGrp="1"/>
          </p:cNvSpPr>
          <p:nvPr>
            <p:ph type="body" sz="quarter" idx="14" hasCustomPrompt="1"/>
          </p:nvPr>
        </p:nvSpPr>
        <p:spPr>
          <a:xfrm>
            <a:off x="2336800" y="5002504"/>
            <a:ext cx="1701800" cy="228600"/>
          </a:xfrm>
          <a:noFill/>
        </p:spPr>
        <p:txBody>
          <a:bodyPr anchor="ctr">
            <a:noAutofit/>
          </a:bodyPr>
          <a:lstStyle>
            <a:lvl1pPr marL="0" indent="0" algn="l">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id="{17C97F11-0CC0-4E01-8422-614383043296}"/>
              </a:ext>
            </a:extLst>
          </p:cNvPr>
          <p:cNvSpPr>
            <a:spLocks noGrp="1"/>
          </p:cNvSpPr>
          <p:nvPr>
            <p:ph type="body" sz="quarter" idx="15" hasCustomPrompt="1"/>
          </p:nvPr>
        </p:nvSpPr>
        <p:spPr>
          <a:xfrm>
            <a:off x="2336800" y="5229837"/>
            <a:ext cx="1701800" cy="228600"/>
          </a:xfrm>
          <a:noFill/>
        </p:spPr>
        <p:txBody>
          <a:bodyPr anchor="ctr">
            <a:noAutofit/>
          </a:bodyPr>
          <a:lstStyle>
            <a:lvl1pPr marL="0" indent="0" algn="l">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id="{322609FE-C556-4394-9CD9-CACD20BC7261}"/>
              </a:ext>
            </a:extLst>
          </p:cNvPr>
          <p:cNvSpPr>
            <a:spLocks noGrp="1"/>
          </p:cNvSpPr>
          <p:nvPr>
            <p:ph type="body" sz="quarter" idx="16" hasCustomPrompt="1"/>
          </p:nvPr>
        </p:nvSpPr>
        <p:spPr>
          <a:xfrm>
            <a:off x="2336800" y="5457170"/>
            <a:ext cx="1701800" cy="228600"/>
          </a:xfrm>
          <a:noFill/>
        </p:spPr>
        <p:txBody>
          <a:bodyPr anchor="ctr">
            <a:noAutofit/>
          </a:bodyPr>
          <a:lstStyle>
            <a:lvl1pPr marL="0" indent="0" algn="l">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
        <p:nvSpPr>
          <p:cNvPr id="2" name="Date Placeholder 3">
            <a:extLst>
              <a:ext uri="{FF2B5EF4-FFF2-40B4-BE49-F238E27FC236}">
                <a16:creationId xmlns:a16="http://schemas.microsoft.com/office/drawing/2014/main" id="{FCE4E427-9DC8-F2A9-D2F1-4487E164C921}"/>
              </a:ext>
            </a:extLst>
          </p:cNvPr>
          <p:cNvSpPr>
            <a:spLocks noGrp="1"/>
          </p:cNvSpPr>
          <p:nvPr>
            <p:ph type="dt" sz="half" idx="10"/>
          </p:nvPr>
        </p:nvSpPr>
        <p:spPr>
          <a:xfrm>
            <a:off x="838200" y="6356350"/>
            <a:ext cx="2743200" cy="365125"/>
          </a:xfrm>
        </p:spPr>
        <p:txBody>
          <a:bodyPr/>
          <a:lstStyle/>
          <a:p>
            <a:r>
              <a:rPr lang="en-US"/>
              <a:t>Date</a:t>
            </a:r>
          </a:p>
        </p:txBody>
      </p:sp>
      <p:sp>
        <p:nvSpPr>
          <p:cNvPr id="3" name="Footer Placeholder 4">
            <a:extLst>
              <a:ext uri="{FF2B5EF4-FFF2-40B4-BE49-F238E27FC236}">
                <a16:creationId xmlns:a16="http://schemas.microsoft.com/office/drawing/2014/main" id="{4C12BA2E-5B78-367E-BFBA-376FC426B617}"/>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4" name="Slide Number Placeholder 5">
            <a:extLst>
              <a:ext uri="{FF2B5EF4-FFF2-40B4-BE49-F238E27FC236}">
                <a16:creationId xmlns:a16="http://schemas.microsoft.com/office/drawing/2014/main" id="{9BE75FDB-C307-D84D-32D1-0AA4CAE9952D}"/>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‹N›</a:t>
            </a:fld>
            <a:endParaRPr lang="en-US"/>
          </a:p>
        </p:txBody>
      </p:sp>
    </p:spTree>
    <p:extLst>
      <p:ext uri="{BB962C8B-B14F-4D97-AF65-F5344CB8AC3E}">
        <p14:creationId xmlns:p14="http://schemas.microsoft.com/office/powerpoint/2010/main" val="39064847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lor and Typography">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D08B00A-9A13-4AB1-A72D-2F499BA2EBAB}"/>
              </a:ext>
            </a:extLst>
          </p:cNvPr>
          <p:cNvSpPr>
            <a:spLocks noGrp="1"/>
          </p:cNvSpPr>
          <p:nvPr userDrawn="1">
            <p:ph type="title"/>
          </p:nvPr>
        </p:nvSpPr>
        <p:spPr>
          <a:xfrm>
            <a:off x="838200" y="365125"/>
            <a:ext cx="10515600" cy="1325563"/>
          </a:xfrm>
        </p:spPr>
        <p:txBody>
          <a:bodyPr/>
          <a:lstStyle>
            <a:lvl1pPr>
              <a:defRPr>
                <a:solidFill>
                  <a:schemeClr val="bg1"/>
                </a:solidFill>
              </a:defRPr>
            </a:lvl1pPr>
          </a:lstStyle>
          <a:p>
            <a:r>
              <a:rPr lang="it-IT"/>
              <a:t>Fare clic per modificare lo stile del titolo dello schema</a:t>
            </a:r>
            <a:endParaRPr lang="en-US" dirty="0"/>
          </a:p>
        </p:txBody>
      </p:sp>
      <p:sp>
        <p:nvSpPr>
          <p:cNvPr id="88" name="Text Placeholder 2">
            <a:extLst>
              <a:ext uri="{FF2B5EF4-FFF2-40B4-BE49-F238E27FC236}">
                <a16:creationId xmlns:a16="http://schemas.microsoft.com/office/drawing/2014/main" id="{BB3FC47E-3339-49A8-AEF2-ECC3BF1514FB}"/>
              </a:ext>
            </a:extLst>
          </p:cNvPr>
          <p:cNvSpPr>
            <a:spLocks noGrp="1"/>
          </p:cNvSpPr>
          <p:nvPr userDrawn="1">
            <p:ph type="body" sz="quarter" idx="10"/>
          </p:nvPr>
        </p:nvSpPr>
        <p:spPr>
          <a:xfrm>
            <a:off x="838199" y="3709150"/>
            <a:ext cx="10515600" cy="1325880"/>
          </a:xfrm>
        </p:spPr>
        <p:txBody>
          <a:bodyPr vert="horz" lIns="91440" tIns="45720" rIns="91440" bIns="45720" rtlCol="0" anchor="ctr">
            <a:normAutofit/>
          </a:bodyPr>
          <a:lstStyle>
            <a:lvl1pPr marL="0" indent="0">
              <a:buNone/>
              <a:defRPr lang="en-US" sz="4400" b="1" dirty="0">
                <a:solidFill>
                  <a:schemeClr val="bg1"/>
                </a:solidFill>
                <a:latin typeface="+mn-lt"/>
                <a:ea typeface="+mj-ea"/>
                <a:cs typeface="+mj-cs"/>
              </a:defRPr>
            </a:lvl1pPr>
          </a:lstStyle>
          <a:p>
            <a:pPr marL="228600" lvl="0" indent="-228600">
              <a:spcBef>
                <a:spcPct val="0"/>
              </a:spcBef>
            </a:pPr>
            <a:r>
              <a:rPr lang="it-IT"/>
              <a:t>Fare clic per modificare gli stili del testo dello schema</a:t>
            </a:r>
          </a:p>
        </p:txBody>
      </p:sp>
      <p:sp>
        <p:nvSpPr>
          <p:cNvPr id="89" name="TextBox 88">
            <a:extLst>
              <a:ext uri="{FF2B5EF4-FFF2-40B4-BE49-F238E27FC236}">
                <a16:creationId xmlns:a16="http://schemas.microsoft.com/office/drawing/2014/main" id="{829D5438-3BC8-4817-9C86-A9AAA6047492}"/>
              </a:ext>
            </a:extLst>
          </p:cNvPr>
          <p:cNvSpPr txBox="1"/>
          <p:nvPr userDrawn="1"/>
        </p:nvSpPr>
        <p:spPr>
          <a:xfrm>
            <a:off x="4677206" y="4033186"/>
            <a:ext cx="2435282" cy="2646878"/>
          </a:xfrm>
          <a:prstGeom prst="rect">
            <a:avLst/>
          </a:prstGeom>
          <a:noFill/>
        </p:spPr>
        <p:txBody>
          <a:bodyPr wrap="none" rtlCol="0">
            <a:spAutoFit/>
          </a:bodyPr>
          <a:lstStyle/>
          <a:p>
            <a:pPr algn="ctr"/>
            <a:r>
              <a:rPr lang="en-US" sz="16600" dirty="0">
                <a:solidFill>
                  <a:schemeClr val="tx2">
                    <a:lumMod val="25000"/>
                    <a:lumOff val="75000"/>
                  </a:schemeClr>
                </a:solidFill>
              </a:rPr>
              <a:t>Aa</a:t>
            </a:r>
          </a:p>
        </p:txBody>
      </p:sp>
      <p:sp>
        <p:nvSpPr>
          <p:cNvPr id="90" name="Text Placeholder 7">
            <a:extLst>
              <a:ext uri="{FF2B5EF4-FFF2-40B4-BE49-F238E27FC236}">
                <a16:creationId xmlns:a16="http://schemas.microsoft.com/office/drawing/2014/main" id="{676EAA04-3941-4EEF-875A-DA2DBBB0CA82}"/>
              </a:ext>
            </a:extLst>
          </p:cNvPr>
          <p:cNvSpPr>
            <a:spLocks noGrp="1"/>
          </p:cNvSpPr>
          <p:nvPr userDrawn="1">
            <p:ph type="body" sz="quarter" idx="11" hasCustomPrompt="1"/>
          </p:nvPr>
        </p:nvSpPr>
        <p:spPr>
          <a:xfrm>
            <a:off x="4697757" y="6124726"/>
            <a:ext cx="2394180" cy="564999"/>
          </a:xfrm>
        </p:spPr>
        <p:txBody>
          <a:bodyPr anchor="ctr"/>
          <a:lstStyle>
            <a:lvl1pPr marL="0" indent="0" algn="ctr">
              <a:buNone/>
              <a:defRPr>
                <a:solidFill>
                  <a:schemeClr val="tx2">
                    <a:lumMod val="25000"/>
                    <a:lumOff val="75000"/>
                  </a:schemeClr>
                </a:solidFill>
              </a:defRPr>
            </a:lvl1pPr>
          </a:lstStyle>
          <a:p>
            <a:pPr lvl="0"/>
            <a:r>
              <a:rPr lang="en-US" dirty="0"/>
              <a:t>Font name</a:t>
            </a:r>
          </a:p>
        </p:txBody>
      </p:sp>
      <p:sp>
        <p:nvSpPr>
          <p:cNvPr id="63" name="Rectangle 62">
            <a:extLst>
              <a:ext uri="{FF2B5EF4-FFF2-40B4-BE49-F238E27FC236}">
                <a16:creationId xmlns:a16="http://schemas.microsoft.com/office/drawing/2014/main" id="{2538B8F2-D43C-791B-7936-DEC2690A629E}"/>
              </a:ext>
            </a:extLst>
          </p:cNvPr>
          <p:cNvSpPr/>
          <p:nvPr userDrawn="1"/>
        </p:nvSpPr>
        <p:spPr>
          <a:xfrm>
            <a:off x="838199" y="1830763"/>
            <a:ext cx="894312" cy="17411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4" name="Rectangle 63">
            <a:extLst>
              <a:ext uri="{FF2B5EF4-FFF2-40B4-BE49-F238E27FC236}">
                <a16:creationId xmlns:a16="http://schemas.microsoft.com/office/drawing/2014/main" id="{6F0A3A5F-D32F-228E-2BEC-8CFE37D6D6A9}"/>
              </a:ext>
            </a:extLst>
          </p:cNvPr>
          <p:cNvSpPr/>
          <p:nvPr userDrawn="1"/>
        </p:nvSpPr>
        <p:spPr>
          <a:xfrm>
            <a:off x="838199" y="1830763"/>
            <a:ext cx="894312" cy="1551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5" name="Rectangle 64">
            <a:extLst>
              <a:ext uri="{FF2B5EF4-FFF2-40B4-BE49-F238E27FC236}">
                <a16:creationId xmlns:a16="http://schemas.microsoft.com/office/drawing/2014/main" id="{FEC854EC-86C5-3ECF-0FD1-73B3AC12D958}"/>
              </a:ext>
            </a:extLst>
          </p:cNvPr>
          <p:cNvSpPr/>
          <p:nvPr userDrawn="1"/>
        </p:nvSpPr>
        <p:spPr>
          <a:xfrm>
            <a:off x="838199" y="1830763"/>
            <a:ext cx="894312" cy="136148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6" name="Rectangle 65">
            <a:extLst>
              <a:ext uri="{FF2B5EF4-FFF2-40B4-BE49-F238E27FC236}">
                <a16:creationId xmlns:a16="http://schemas.microsoft.com/office/drawing/2014/main" id="{D52591A8-24CD-EB3B-E570-AC1A3A8E3FE2}"/>
              </a:ext>
            </a:extLst>
          </p:cNvPr>
          <p:cNvSpPr/>
          <p:nvPr userDrawn="1"/>
        </p:nvSpPr>
        <p:spPr>
          <a:xfrm>
            <a:off x="838199" y="1830763"/>
            <a:ext cx="894312" cy="11716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7" name="Rectangle 66">
            <a:extLst>
              <a:ext uri="{FF2B5EF4-FFF2-40B4-BE49-F238E27FC236}">
                <a16:creationId xmlns:a16="http://schemas.microsoft.com/office/drawing/2014/main" id="{DABCDF20-3589-F349-3654-411DDEC650AD}"/>
              </a:ext>
            </a:extLst>
          </p:cNvPr>
          <p:cNvSpPr/>
          <p:nvPr userDrawn="1"/>
        </p:nvSpPr>
        <p:spPr>
          <a:xfrm>
            <a:off x="838199" y="1830763"/>
            <a:ext cx="894312" cy="9818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8" name="Rectangle 67">
            <a:extLst>
              <a:ext uri="{FF2B5EF4-FFF2-40B4-BE49-F238E27FC236}">
                <a16:creationId xmlns:a16="http://schemas.microsoft.com/office/drawing/2014/main" id="{234E157F-863E-9AB2-DE13-7BB5A5111DF0}"/>
              </a:ext>
            </a:extLst>
          </p:cNvPr>
          <p:cNvSpPr/>
          <p:nvPr userDrawn="1"/>
        </p:nvSpPr>
        <p:spPr>
          <a:xfrm>
            <a:off x="838200" y="1830763"/>
            <a:ext cx="894312"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9" name="Rectangle 68">
            <a:extLst>
              <a:ext uri="{FF2B5EF4-FFF2-40B4-BE49-F238E27FC236}">
                <a16:creationId xmlns:a16="http://schemas.microsoft.com/office/drawing/2014/main" id="{ADD4BC12-DC42-6FB1-D2CD-CB0E9AAEF634}"/>
              </a:ext>
            </a:extLst>
          </p:cNvPr>
          <p:cNvSpPr/>
          <p:nvPr userDrawn="1"/>
        </p:nvSpPr>
        <p:spPr>
          <a:xfrm>
            <a:off x="1907231" y="1830763"/>
            <a:ext cx="894312" cy="17411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0" name="Rectangle 69">
            <a:extLst>
              <a:ext uri="{FF2B5EF4-FFF2-40B4-BE49-F238E27FC236}">
                <a16:creationId xmlns:a16="http://schemas.microsoft.com/office/drawing/2014/main" id="{840A44CF-6A1A-A6EA-D465-272BC284D849}"/>
              </a:ext>
            </a:extLst>
          </p:cNvPr>
          <p:cNvSpPr/>
          <p:nvPr userDrawn="1"/>
        </p:nvSpPr>
        <p:spPr>
          <a:xfrm>
            <a:off x="1907231" y="1830763"/>
            <a:ext cx="894312" cy="15513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1" name="Rectangle 70">
            <a:extLst>
              <a:ext uri="{FF2B5EF4-FFF2-40B4-BE49-F238E27FC236}">
                <a16:creationId xmlns:a16="http://schemas.microsoft.com/office/drawing/2014/main" id="{8AC9FE5A-999B-54F2-71C5-E2EE2C226020}"/>
              </a:ext>
            </a:extLst>
          </p:cNvPr>
          <p:cNvSpPr/>
          <p:nvPr userDrawn="1"/>
        </p:nvSpPr>
        <p:spPr>
          <a:xfrm>
            <a:off x="1907231" y="1830763"/>
            <a:ext cx="894312" cy="136148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2" name="Rectangle 71">
            <a:extLst>
              <a:ext uri="{FF2B5EF4-FFF2-40B4-BE49-F238E27FC236}">
                <a16:creationId xmlns:a16="http://schemas.microsoft.com/office/drawing/2014/main" id="{436BB032-EF97-8ED8-4BEB-3FAC52F310C8}"/>
              </a:ext>
            </a:extLst>
          </p:cNvPr>
          <p:cNvSpPr/>
          <p:nvPr userDrawn="1"/>
        </p:nvSpPr>
        <p:spPr>
          <a:xfrm>
            <a:off x="1907231" y="1830763"/>
            <a:ext cx="894312" cy="117166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3" name="Rectangle 72">
            <a:extLst>
              <a:ext uri="{FF2B5EF4-FFF2-40B4-BE49-F238E27FC236}">
                <a16:creationId xmlns:a16="http://schemas.microsoft.com/office/drawing/2014/main" id="{D1D8BE22-FAD8-E640-A24A-CB8D9C84761A}"/>
              </a:ext>
            </a:extLst>
          </p:cNvPr>
          <p:cNvSpPr/>
          <p:nvPr userDrawn="1"/>
        </p:nvSpPr>
        <p:spPr>
          <a:xfrm>
            <a:off x="1907231" y="1830763"/>
            <a:ext cx="894312" cy="98184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4" name="Rectangle 73">
            <a:extLst>
              <a:ext uri="{FF2B5EF4-FFF2-40B4-BE49-F238E27FC236}">
                <a16:creationId xmlns:a16="http://schemas.microsoft.com/office/drawing/2014/main" id="{80B11D7C-6A5A-3561-A1C4-79A2D9C2346E}"/>
              </a:ext>
            </a:extLst>
          </p:cNvPr>
          <p:cNvSpPr/>
          <p:nvPr userDrawn="1"/>
        </p:nvSpPr>
        <p:spPr>
          <a:xfrm>
            <a:off x="1907232" y="1830763"/>
            <a:ext cx="894312" cy="7882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5" name="Rectangle 74">
            <a:extLst>
              <a:ext uri="{FF2B5EF4-FFF2-40B4-BE49-F238E27FC236}">
                <a16:creationId xmlns:a16="http://schemas.microsoft.com/office/drawing/2014/main" id="{D86C951A-91A5-0114-D1F8-2DA42A8C9D14}"/>
              </a:ext>
            </a:extLst>
          </p:cNvPr>
          <p:cNvSpPr/>
          <p:nvPr userDrawn="1"/>
        </p:nvSpPr>
        <p:spPr>
          <a:xfrm>
            <a:off x="2976263" y="1830763"/>
            <a:ext cx="894312" cy="174112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6" name="Rectangle 75">
            <a:extLst>
              <a:ext uri="{FF2B5EF4-FFF2-40B4-BE49-F238E27FC236}">
                <a16:creationId xmlns:a16="http://schemas.microsoft.com/office/drawing/2014/main" id="{28D3B426-73DF-F2EE-D9F6-17844C3F933C}"/>
              </a:ext>
            </a:extLst>
          </p:cNvPr>
          <p:cNvSpPr/>
          <p:nvPr userDrawn="1"/>
        </p:nvSpPr>
        <p:spPr>
          <a:xfrm>
            <a:off x="2976263" y="1830763"/>
            <a:ext cx="894312" cy="15513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7" name="Rectangle 76">
            <a:extLst>
              <a:ext uri="{FF2B5EF4-FFF2-40B4-BE49-F238E27FC236}">
                <a16:creationId xmlns:a16="http://schemas.microsoft.com/office/drawing/2014/main" id="{343F11D1-B894-729E-3440-894F10345A32}"/>
              </a:ext>
            </a:extLst>
          </p:cNvPr>
          <p:cNvSpPr/>
          <p:nvPr userDrawn="1"/>
        </p:nvSpPr>
        <p:spPr>
          <a:xfrm>
            <a:off x="2976263" y="1830763"/>
            <a:ext cx="894312" cy="136148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8" name="Rectangle 77">
            <a:extLst>
              <a:ext uri="{FF2B5EF4-FFF2-40B4-BE49-F238E27FC236}">
                <a16:creationId xmlns:a16="http://schemas.microsoft.com/office/drawing/2014/main" id="{C94301CB-F2DE-C32D-3E1A-DD70D9315F04}"/>
              </a:ext>
            </a:extLst>
          </p:cNvPr>
          <p:cNvSpPr/>
          <p:nvPr userDrawn="1"/>
        </p:nvSpPr>
        <p:spPr>
          <a:xfrm>
            <a:off x="2976263" y="1830763"/>
            <a:ext cx="894312" cy="11716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9" name="Rectangle 78">
            <a:extLst>
              <a:ext uri="{FF2B5EF4-FFF2-40B4-BE49-F238E27FC236}">
                <a16:creationId xmlns:a16="http://schemas.microsoft.com/office/drawing/2014/main" id="{0A91EBD0-6556-1BBA-6F2D-A684F9A9973D}"/>
              </a:ext>
            </a:extLst>
          </p:cNvPr>
          <p:cNvSpPr/>
          <p:nvPr userDrawn="1"/>
        </p:nvSpPr>
        <p:spPr>
          <a:xfrm>
            <a:off x="2976263" y="1830763"/>
            <a:ext cx="894312" cy="98184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0" name="Rectangle 79">
            <a:extLst>
              <a:ext uri="{FF2B5EF4-FFF2-40B4-BE49-F238E27FC236}">
                <a16:creationId xmlns:a16="http://schemas.microsoft.com/office/drawing/2014/main" id="{11D40302-F997-1003-563A-BB3F95B384C5}"/>
              </a:ext>
            </a:extLst>
          </p:cNvPr>
          <p:cNvSpPr/>
          <p:nvPr userDrawn="1"/>
        </p:nvSpPr>
        <p:spPr>
          <a:xfrm>
            <a:off x="2976264" y="1830763"/>
            <a:ext cx="894312" cy="788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1" name="Rectangle 80">
            <a:extLst>
              <a:ext uri="{FF2B5EF4-FFF2-40B4-BE49-F238E27FC236}">
                <a16:creationId xmlns:a16="http://schemas.microsoft.com/office/drawing/2014/main" id="{1FEAE24D-C06E-626E-1F11-3D9D0BCA890F}"/>
              </a:ext>
            </a:extLst>
          </p:cNvPr>
          <p:cNvSpPr/>
          <p:nvPr userDrawn="1"/>
        </p:nvSpPr>
        <p:spPr>
          <a:xfrm>
            <a:off x="4045295" y="1830763"/>
            <a:ext cx="894312" cy="1741127"/>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2" name="Rectangle 81">
            <a:extLst>
              <a:ext uri="{FF2B5EF4-FFF2-40B4-BE49-F238E27FC236}">
                <a16:creationId xmlns:a16="http://schemas.microsoft.com/office/drawing/2014/main" id="{68BEFF9B-429D-D34C-4C01-88EF542EB0CB}"/>
              </a:ext>
            </a:extLst>
          </p:cNvPr>
          <p:cNvSpPr/>
          <p:nvPr userDrawn="1"/>
        </p:nvSpPr>
        <p:spPr>
          <a:xfrm>
            <a:off x="4045295" y="1830763"/>
            <a:ext cx="894312" cy="1551307"/>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3" name="Rectangle 82">
            <a:extLst>
              <a:ext uri="{FF2B5EF4-FFF2-40B4-BE49-F238E27FC236}">
                <a16:creationId xmlns:a16="http://schemas.microsoft.com/office/drawing/2014/main" id="{D8CFF3BE-6BAB-01C9-2EC5-E334EA4709AC}"/>
              </a:ext>
            </a:extLst>
          </p:cNvPr>
          <p:cNvSpPr/>
          <p:nvPr userDrawn="1"/>
        </p:nvSpPr>
        <p:spPr>
          <a:xfrm>
            <a:off x="4045295" y="1830763"/>
            <a:ext cx="894312" cy="1361486"/>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4" name="Rectangle 83">
            <a:extLst>
              <a:ext uri="{FF2B5EF4-FFF2-40B4-BE49-F238E27FC236}">
                <a16:creationId xmlns:a16="http://schemas.microsoft.com/office/drawing/2014/main" id="{099BA40D-8EB9-A8E5-2224-AD615BDFC863}"/>
              </a:ext>
            </a:extLst>
          </p:cNvPr>
          <p:cNvSpPr/>
          <p:nvPr userDrawn="1"/>
        </p:nvSpPr>
        <p:spPr>
          <a:xfrm>
            <a:off x="4045295" y="1830763"/>
            <a:ext cx="894312" cy="1171666"/>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5" name="Rectangle 84">
            <a:extLst>
              <a:ext uri="{FF2B5EF4-FFF2-40B4-BE49-F238E27FC236}">
                <a16:creationId xmlns:a16="http://schemas.microsoft.com/office/drawing/2014/main" id="{E4BB13AE-61ED-1ECD-851E-A70BFEC7D4E3}"/>
              </a:ext>
            </a:extLst>
          </p:cNvPr>
          <p:cNvSpPr/>
          <p:nvPr userDrawn="1"/>
        </p:nvSpPr>
        <p:spPr>
          <a:xfrm>
            <a:off x="4045295" y="1830763"/>
            <a:ext cx="894312" cy="981846"/>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6" name="Rectangle 85">
            <a:extLst>
              <a:ext uri="{FF2B5EF4-FFF2-40B4-BE49-F238E27FC236}">
                <a16:creationId xmlns:a16="http://schemas.microsoft.com/office/drawing/2014/main" id="{7B49E1EC-E38E-6E63-640A-8255169FF5C0}"/>
              </a:ext>
            </a:extLst>
          </p:cNvPr>
          <p:cNvSpPr/>
          <p:nvPr userDrawn="1"/>
        </p:nvSpPr>
        <p:spPr>
          <a:xfrm>
            <a:off x="4045296" y="1830763"/>
            <a:ext cx="894312" cy="7882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7" name="Rectangle 86">
            <a:extLst>
              <a:ext uri="{FF2B5EF4-FFF2-40B4-BE49-F238E27FC236}">
                <a16:creationId xmlns:a16="http://schemas.microsoft.com/office/drawing/2014/main" id="{DE91265B-8D62-29E3-CB0F-D1BAAE95C855}"/>
              </a:ext>
            </a:extLst>
          </p:cNvPr>
          <p:cNvSpPr/>
          <p:nvPr userDrawn="1"/>
        </p:nvSpPr>
        <p:spPr>
          <a:xfrm>
            <a:off x="5114327" y="1830763"/>
            <a:ext cx="894312" cy="174112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1" name="Rectangle 90">
            <a:extLst>
              <a:ext uri="{FF2B5EF4-FFF2-40B4-BE49-F238E27FC236}">
                <a16:creationId xmlns:a16="http://schemas.microsoft.com/office/drawing/2014/main" id="{F50FAC65-00A6-0854-6AF3-1FAF2646BEE5}"/>
              </a:ext>
            </a:extLst>
          </p:cNvPr>
          <p:cNvSpPr/>
          <p:nvPr userDrawn="1"/>
        </p:nvSpPr>
        <p:spPr>
          <a:xfrm>
            <a:off x="5114327" y="1830763"/>
            <a:ext cx="894312" cy="15513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2" name="Rectangle 91">
            <a:extLst>
              <a:ext uri="{FF2B5EF4-FFF2-40B4-BE49-F238E27FC236}">
                <a16:creationId xmlns:a16="http://schemas.microsoft.com/office/drawing/2014/main" id="{0FCB768F-8EDB-D888-BCD9-C5F1990A6F44}"/>
              </a:ext>
            </a:extLst>
          </p:cNvPr>
          <p:cNvSpPr/>
          <p:nvPr userDrawn="1"/>
        </p:nvSpPr>
        <p:spPr>
          <a:xfrm>
            <a:off x="5114327" y="1830763"/>
            <a:ext cx="894312" cy="136148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3" name="Rectangle 92">
            <a:extLst>
              <a:ext uri="{FF2B5EF4-FFF2-40B4-BE49-F238E27FC236}">
                <a16:creationId xmlns:a16="http://schemas.microsoft.com/office/drawing/2014/main" id="{1BCC9BC6-8CA5-03CF-AABF-BE8B2D37527C}"/>
              </a:ext>
            </a:extLst>
          </p:cNvPr>
          <p:cNvSpPr/>
          <p:nvPr userDrawn="1"/>
        </p:nvSpPr>
        <p:spPr>
          <a:xfrm>
            <a:off x="5114327" y="1830763"/>
            <a:ext cx="894312" cy="117166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4" name="Rectangle 93">
            <a:extLst>
              <a:ext uri="{FF2B5EF4-FFF2-40B4-BE49-F238E27FC236}">
                <a16:creationId xmlns:a16="http://schemas.microsoft.com/office/drawing/2014/main" id="{5013AE98-45AC-EED1-CE22-9D0C832F1172}"/>
              </a:ext>
            </a:extLst>
          </p:cNvPr>
          <p:cNvSpPr/>
          <p:nvPr userDrawn="1"/>
        </p:nvSpPr>
        <p:spPr>
          <a:xfrm>
            <a:off x="5114327" y="1830763"/>
            <a:ext cx="894312" cy="98184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5" name="Rectangle 94">
            <a:extLst>
              <a:ext uri="{FF2B5EF4-FFF2-40B4-BE49-F238E27FC236}">
                <a16:creationId xmlns:a16="http://schemas.microsoft.com/office/drawing/2014/main" id="{A23EDA75-BDE7-3EC7-F6D6-A8647F1BFF2C}"/>
              </a:ext>
            </a:extLst>
          </p:cNvPr>
          <p:cNvSpPr/>
          <p:nvPr userDrawn="1"/>
        </p:nvSpPr>
        <p:spPr>
          <a:xfrm>
            <a:off x="5114328" y="1830763"/>
            <a:ext cx="894312" cy="7882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6" name="Rectangle 95">
            <a:extLst>
              <a:ext uri="{FF2B5EF4-FFF2-40B4-BE49-F238E27FC236}">
                <a16:creationId xmlns:a16="http://schemas.microsoft.com/office/drawing/2014/main" id="{0BD43749-550B-FB97-C287-8BD947F357D1}"/>
              </a:ext>
            </a:extLst>
          </p:cNvPr>
          <p:cNvSpPr/>
          <p:nvPr userDrawn="1"/>
        </p:nvSpPr>
        <p:spPr>
          <a:xfrm>
            <a:off x="6183359" y="1830763"/>
            <a:ext cx="894312" cy="174112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7" name="Rectangle 96">
            <a:extLst>
              <a:ext uri="{FF2B5EF4-FFF2-40B4-BE49-F238E27FC236}">
                <a16:creationId xmlns:a16="http://schemas.microsoft.com/office/drawing/2014/main" id="{00387BD1-4D74-70F7-4E00-61F89547384B}"/>
              </a:ext>
            </a:extLst>
          </p:cNvPr>
          <p:cNvSpPr/>
          <p:nvPr userDrawn="1"/>
        </p:nvSpPr>
        <p:spPr>
          <a:xfrm>
            <a:off x="6183359" y="1830763"/>
            <a:ext cx="894312" cy="15513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8" name="Rectangle 97">
            <a:extLst>
              <a:ext uri="{FF2B5EF4-FFF2-40B4-BE49-F238E27FC236}">
                <a16:creationId xmlns:a16="http://schemas.microsoft.com/office/drawing/2014/main" id="{2F8EEFF1-A7B2-71FD-33DA-587F91530C45}"/>
              </a:ext>
            </a:extLst>
          </p:cNvPr>
          <p:cNvSpPr/>
          <p:nvPr userDrawn="1"/>
        </p:nvSpPr>
        <p:spPr>
          <a:xfrm>
            <a:off x="6183359" y="1830763"/>
            <a:ext cx="894312" cy="136148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9" name="Rectangle 98">
            <a:extLst>
              <a:ext uri="{FF2B5EF4-FFF2-40B4-BE49-F238E27FC236}">
                <a16:creationId xmlns:a16="http://schemas.microsoft.com/office/drawing/2014/main" id="{99F64BAA-A11C-A064-52E7-D8FDEC48B5D8}"/>
              </a:ext>
            </a:extLst>
          </p:cNvPr>
          <p:cNvSpPr/>
          <p:nvPr userDrawn="1"/>
        </p:nvSpPr>
        <p:spPr>
          <a:xfrm>
            <a:off x="6183359" y="1830763"/>
            <a:ext cx="894312" cy="11716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0" name="Rectangle 99">
            <a:extLst>
              <a:ext uri="{FF2B5EF4-FFF2-40B4-BE49-F238E27FC236}">
                <a16:creationId xmlns:a16="http://schemas.microsoft.com/office/drawing/2014/main" id="{2E964B2E-F416-E20A-4097-135288009F08}"/>
              </a:ext>
            </a:extLst>
          </p:cNvPr>
          <p:cNvSpPr/>
          <p:nvPr userDrawn="1"/>
        </p:nvSpPr>
        <p:spPr>
          <a:xfrm>
            <a:off x="6183359" y="1830763"/>
            <a:ext cx="894312" cy="98184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1" name="Rectangle 100">
            <a:extLst>
              <a:ext uri="{FF2B5EF4-FFF2-40B4-BE49-F238E27FC236}">
                <a16:creationId xmlns:a16="http://schemas.microsoft.com/office/drawing/2014/main" id="{AD66C834-F0F3-A379-36F6-5000EFF49405}"/>
              </a:ext>
            </a:extLst>
          </p:cNvPr>
          <p:cNvSpPr/>
          <p:nvPr userDrawn="1"/>
        </p:nvSpPr>
        <p:spPr>
          <a:xfrm>
            <a:off x="6183360" y="1830763"/>
            <a:ext cx="894312" cy="7882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2" name="Rectangle 101">
            <a:extLst>
              <a:ext uri="{FF2B5EF4-FFF2-40B4-BE49-F238E27FC236}">
                <a16:creationId xmlns:a16="http://schemas.microsoft.com/office/drawing/2014/main" id="{9D42A6A0-FA59-ED02-D757-B983D18F4628}"/>
              </a:ext>
            </a:extLst>
          </p:cNvPr>
          <p:cNvSpPr/>
          <p:nvPr userDrawn="1"/>
        </p:nvSpPr>
        <p:spPr>
          <a:xfrm>
            <a:off x="7252391" y="1830763"/>
            <a:ext cx="894312" cy="174112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3" name="Rectangle 102">
            <a:extLst>
              <a:ext uri="{FF2B5EF4-FFF2-40B4-BE49-F238E27FC236}">
                <a16:creationId xmlns:a16="http://schemas.microsoft.com/office/drawing/2014/main" id="{D006488A-1113-BA38-7747-0B8522D2D063}"/>
              </a:ext>
            </a:extLst>
          </p:cNvPr>
          <p:cNvSpPr/>
          <p:nvPr userDrawn="1"/>
        </p:nvSpPr>
        <p:spPr>
          <a:xfrm>
            <a:off x="7252391" y="1830763"/>
            <a:ext cx="894312" cy="155130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4" name="Rectangle 103">
            <a:extLst>
              <a:ext uri="{FF2B5EF4-FFF2-40B4-BE49-F238E27FC236}">
                <a16:creationId xmlns:a16="http://schemas.microsoft.com/office/drawing/2014/main" id="{9EEEDBF6-EF4E-2649-6E07-12B226D90B4D}"/>
              </a:ext>
            </a:extLst>
          </p:cNvPr>
          <p:cNvSpPr/>
          <p:nvPr userDrawn="1"/>
        </p:nvSpPr>
        <p:spPr>
          <a:xfrm>
            <a:off x="7252391" y="1830763"/>
            <a:ext cx="894312" cy="1361486"/>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5" name="Rectangle 104">
            <a:extLst>
              <a:ext uri="{FF2B5EF4-FFF2-40B4-BE49-F238E27FC236}">
                <a16:creationId xmlns:a16="http://schemas.microsoft.com/office/drawing/2014/main" id="{86F76F74-C78B-0B8E-18D4-C21DA43AC05F}"/>
              </a:ext>
            </a:extLst>
          </p:cNvPr>
          <p:cNvSpPr/>
          <p:nvPr userDrawn="1"/>
        </p:nvSpPr>
        <p:spPr>
          <a:xfrm>
            <a:off x="7252391" y="1830763"/>
            <a:ext cx="894312" cy="117166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6" name="Rectangle 105">
            <a:extLst>
              <a:ext uri="{FF2B5EF4-FFF2-40B4-BE49-F238E27FC236}">
                <a16:creationId xmlns:a16="http://schemas.microsoft.com/office/drawing/2014/main" id="{A60FCD94-A8DF-43B6-693B-B813DDE7822B}"/>
              </a:ext>
            </a:extLst>
          </p:cNvPr>
          <p:cNvSpPr/>
          <p:nvPr userDrawn="1"/>
        </p:nvSpPr>
        <p:spPr>
          <a:xfrm>
            <a:off x="7252391" y="1830763"/>
            <a:ext cx="894312" cy="98184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7" name="Rectangle 106">
            <a:extLst>
              <a:ext uri="{FF2B5EF4-FFF2-40B4-BE49-F238E27FC236}">
                <a16:creationId xmlns:a16="http://schemas.microsoft.com/office/drawing/2014/main" id="{6EADD105-EE5C-AE8B-EBB6-A7C1A47F43D1}"/>
              </a:ext>
            </a:extLst>
          </p:cNvPr>
          <p:cNvSpPr/>
          <p:nvPr userDrawn="1"/>
        </p:nvSpPr>
        <p:spPr>
          <a:xfrm>
            <a:off x="7252392" y="1830763"/>
            <a:ext cx="894312" cy="788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8" name="Rectangle 107">
            <a:extLst>
              <a:ext uri="{FF2B5EF4-FFF2-40B4-BE49-F238E27FC236}">
                <a16:creationId xmlns:a16="http://schemas.microsoft.com/office/drawing/2014/main" id="{8278B478-87E7-186E-35EC-424309F42143}"/>
              </a:ext>
            </a:extLst>
          </p:cNvPr>
          <p:cNvSpPr/>
          <p:nvPr userDrawn="1"/>
        </p:nvSpPr>
        <p:spPr>
          <a:xfrm>
            <a:off x="8321423" y="1830763"/>
            <a:ext cx="894312" cy="1741127"/>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109" name="Rectangle 108">
            <a:extLst>
              <a:ext uri="{FF2B5EF4-FFF2-40B4-BE49-F238E27FC236}">
                <a16:creationId xmlns:a16="http://schemas.microsoft.com/office/drawing/2014/main" id="{E45234B3-8D12-A33E-F672-E5BCD0F06A1B}"/>
              </a:ext>
            </a:extLst>
          </p:cNvPr>
          <p:cNvSpPr/>
          <p:nvPr userDrawn="1"/>
        </p:nvSpPr>
        <p:spPr>
          <a:xfrm>
            <a:off x="8321423" y="1830763"/>
            <a:ext cx="894312" cy="155130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110" name="Rectangle 109">
            <a:extLst>
              <a:ext uri="{FF2B5EF4-FFF2-40B4-BE49-F238E27FC236}">
                <a16:creationId xmlns:a16="http://schemas.microsoft.com/office/drawing/2014/main" id="{7DDC573D-4D9B-0257-C32B-2457227E2B41}"/>
              </a:ext>
            </a:extLst>
          </p:cNvPr>
          <p:cNvSpPr/>
          <p:nvPr userDrawn="1"/>
        </p:nvSpPr>
        <p:spPr>
          <a:xfrm>
            <a:off x="8321423" y="1830763"/>
            <a:ext cx="894312" cy="136148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111" name="Rectangle 110">
            <a:extLst>
              <a:ext uri="{FF2B5EF4-FFF2-40B4-BE49-F238E27FC236}">
                <a16:creationId xmlns:a16="http://schemas.microsoft.com/office/drawing/2014/main" id="{5CED7CB1-9EB6-0EEA-BC00-6AC48D1BC580}"/>
              </a:ext>
            </a:extLst>
          </p:cNvPr>
          <p:cNvSpPr/>
          <p:nvPr userDrawn="1"/>
        </p:nvSpPr>
        <p:spPr>
          <a:xfrm>
            <a:off x="8321423" y="1830763"/>
            <a:ext cx="894312" cy="117166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112" name="Rectangle 111">
            <a:extLst>
              <a:ext uri="{FF2B5EF4-FFF2-40B4-BE49-F238E27FC236}">
                <a16:creationId xmlns:a16="http://schemas.microsoft.com/office/drawing/2014/main" id="{158AEF03-7BD6-7989-34A2-0CDA4598AC4E}"/>
              </a:ext>
            </a:extLst>
          </p:cNvPr>
          <p:cNvSpPr/>
          <p:nvPr userDrawn="1"/>
        </p:nvSpPr>
        <p:spPr>
          <a:xfrm>
            <a:off x="8321423" y="1830763"/>
            <a:ext cx="894312" cy="98184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3" name="Rectangle 112">
            <a:extLst>
              <a:ext uri="{FF2B5EF4-FFF2-40B4-BE49-F238E27FC236}">
                <a16:creationId xmlns:a16="http://schemas.microsoft.com/office/drawing/2014/main" id="{CFF60021-40E2-58FD-8684-D8FF8013E6E4}"/>
              </a:ext>
            </a:extLst>
          </p:cNvPr>
          <p:cNvSpPr/>
          <p:nvPr userDrawn="1"/>
        </p:nvSpPr>
        <p:spPr>
          <a:xfrm>
            <a:off x="8321424" y="1830763"/>
            <a:ext cx="894312" cy="78825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4" name="Rectangle 113">
            <a:extLst>
              <a:ext uri="{FF2B5EF4-FFF2-40B4-BE49-F238E27FC236}">
                <a16:creationId xmlns:a16="http://schemas.microsoft.com/office/drawing/2014/main" id="{1457D051-A6BB-3FA6-9CA5-F41F9F34D263}"/>
              </a:ext>
            </a:extLst>
          </p:cNvPr>
          <p:cNvSpPr/>
          <p:nvPr userDrawn="1"/>
        </p:nvSpPr>
        <p:spPr>
          <a:xfrm>
            <a:off x="9390455" y="1830763"/>
            <a:ext cx="894312" cy="174112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5" name="Rectangle 114">
            <a:extLst>
              <a:ext uri="{FF2B5EF4-FFF2-40B4-BE49-F238E27FC236}">
                <a16:creationId xmlns:a16="http://schemas.microsoft.com/office/drawing/2014/main" id="{E68167E5-EF2C-697E-1870-EE763E544CE3}"/>
              </a:ext>
            </a:extLst>
          </p:cNvPr>
          <p:cNvSpPr/>
          <p:nvPr userDrawn="1"/>
        </p:nvSpPr>
        <p:spPr>
          <a:xfrm>
            <a:off x="9390455" y="1830763"/>
            <a:ext cx="894312" cy="15513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6" name="Rectangle 115">
            <a:extLst>
              <a:ext uri="{FF2B5EF4-FFF2-40B4-BE49-F238E27FC236}">
                <a16:creationId xmlns:a16="http://schemas.microsoft.com/office/drawing/2014/main" id="{FFC3F932-4DA3-2BC8-089A-118FE4E010E9}"/>
              </a:ext>
            </a:extLst>
          </p:cNvPr>
          <p:cNvSpPr/>
          <p:nvPr userDrawn="1"/>
        </p:nvSpPr>
        <p:spPr>
          <a:xfrm>
            <a:off x="9390455" y="1830763"/>
            <a:ext cx="894312" cy="136148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7" name="Rectangle 116">
            <a:extLst>
              <a:ext uri="{FF2B5EF4-FFF2-40B4-BE49-F238E27FC236}">
                <a16:creationId xmlns:a16="http://schemas.microsoft.com/office/drawing/2014/main" id="{A4A68870-38A4-AE93-EB1B-82EE4F9DC36C}"/>
              </a:ext>
            </a:extLst>
          </p:cNvPr>
          <p:cNvSpPr/>
          <p:nvPr userDrawn="1"/>
        </p:nvSpPr>
        <p:spPr>
          <a:xfrm>
            <a:off x="9390455" y="1830763"/>
            <a:ext cx="894312" cy="117166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8" name="Rectangle 117">
            <a:extLst>
              <a:ext uri="{FF2B5EF4-FFF2-40B4-BE49-F238E27FC236}">
                <a16:creationId xmlns:a16="http://schemas.microsoft.com/office/drawing/2014/main" id="{B85F369C-1417-9566-2874-14B23A245B72}"/>
              </a:ext>
            </a:extLst>
          </p:cNvPr>
          <p:cNvSpPr/>
          <p:nvPr userDrawn="1"/>
        </p:nvSpPr>
        <p:spPr>
          <a:xfrm>
            <a:off x="9390455" y="1830763"/>
            <a:ext cx="894312" cy="98184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9" name="Rectangle 118">
            <a:extLst>
              <a:ext uri="{FF2B5EF4-FFF2-40B4-BE49-F238E27FC236}">
                <a16:creationId xmlns:a16="http://schemas.microsoft.com/office/drawing/2014/main" id="{3FE4C9D7-977D-2629-502A-149D9A90A86C}"/>
              </a:ext>
            </a:extLst>
          </p:cNvPr>
          <p:cNvSpPr/>
          <p:nvPr userDrawn="1"/>
        </p:nvSpPr>
        <p:spPr>
          <a:xfrm>
            <a:off x="9390456" y="1830763"/>
            <a:ext cx="894312" cy="78825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20" name="Rectangle 119">
            <a:extLst>
              <a:ext uri="{FF2B5EF4-FFF2-40B4-BE49-F238E27FC236}">
                <a16:creationId xmlns:a16="http://schemas.microsoft.com/office/drawing/2014/main" id="{6C380977-BDC1-73FD-1FAF-1E28A016C39C}"/>
              </a:ext>
            </a:extLst>
          </p:cNvPr>
          <p:cNvSpPr/>
          <p:nvPr userDrawn="1"/>
        </p:nvSpPr>
        <p:spPr>
          <a:xfrm>
            <a:off x="10459488" y="1830763"/>
            <a:ext cx="894312" cy="174112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21" name="Rectangle 120">
            <a:extLst>
              <a:ext uri="{FF2B5EF4-FFF2-40B4-BE49-F238E27FC236}">
                <a16:creationId xmlns:a16="http://schemas.microsoft.com/office/drawing/2014/main" id="{D330B038-96D3-6B5E-E366-FDD1BCBA13FE}"/>
              </a:ext>
            </a:extLst>
          </p:cNvPr>
          <p:cNvSpPr/>
          <p:nvPr userDrawn="1"/>
        </p:nvSpPr>
        <p:spPr>
          <a:xfrm>
            <a:off x="10459488" y="1830763"/>
            <a:ext cx="894312" cy="15513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22" name="Rectangle 121">
            <a:extLst>
              <a:ext uri="{FF2B5EF4-FFF2-40B4-BE49-F238E27FC236}">
                <a16:creationId xmlns:a16="http://schemas.microsoft.com/office/drawing/2014/main" id="{ACA8050A-8D5F-22EC-B952-234EC9628BDF}"/>
              </a:ext>
            </a:extLst>
          </p:cNvPr>
          <p:cNvSpPr/>
          <p:nvPr userDrawn="1"/>
        </p:nvSpPr>
        <p:spPr>
          <a:xfrm>
            <a:off x="10459488" y="1830763"/>
            <a:ext cx="894312" cy="13614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23" name="Rectangle 122">
            <a:extLst>
              <a:ext uri="{FF2B5EF4-FFF2-40B4-BE49-F238E27FC236}">
                <a16:creationId xmlns:a16="http://schemas.microsoft.com/office/drawing/2014/main" id="{34BA7525-70B1-E7E1-FDD6-99D3B59F12C9}"/>
              </a:ext>
            </a:extLst>
          </p:cNvPr>
          <p:cNvSpPr/>
          <p:nvPr userDrawn="1"/>
        </p:nvSpPr>
        <p:spPr>
          <a:xfrm>
            <a:off x="10459488" y="1830763"/>
            <a:ext cx="894312" cy="11716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24" name="Rectangle 123">
            <a:extLst>
              <a:ext uri="{FF2B5EF4-FFF2-40B4-BE49-F238E27FC236}">
                <a16:creationId xmlns:a16="http://schemas.microsoft.com/office/drawing/2014/main" id="{2F6C8760-2C4B-610A-5943-06AC710DF6A6}"/>
              </a:ext>
            </a:extLst>
          </p:cNvPr>
          <p:cNvSpPr/>
          <p:nvPr userDrawn="1"/>
        </p:nvSpPr>
        <p:spPr>
          <a:xfrm>
            <a:off x="10459488" y="1830763"/>
            <a:ext cx="894312" cy="98184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25" name="Rectangle 124">
            <a:extLst>
              <a:ext uri="{FF2B5EF4-FFF2-40B4-BE49-F238E27FC236}">
                <a16:creationId xmlns:a16="http://schemas.microsoft.com/office/drawing/2014/main" id="{743E8D44-EFB3-6138-3FB6-8E7C649CEE0B}"/>
              </a:ext>
            </a:extLst>
          </p:cNvPr>
          <p:cNvSpPr/>
          <p:nvPr userDrawn="1"/>
        </p:nvSpPr>
        <p:spPr>
          <a:xfrm>
            <a:off x="10459487" y="1830763"/>
            <a:ext cx="894312" cy="7882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Tree>
    <p:extLst>
      <p:ext uri="{BB962C8B-B14F-4D97-AF65-F5344CB8AC3E}">
        <p14:creationId xmlns:p14="http://schemas.microsoft.com/office/powerpoint/2010/main" val="839572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9" Type="http://schemas.openxmlformats.org/officeDocument/2006/relationships/hyperlink" Target="http://www.presentationgo.com/" TargetMode="Externa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10" Type="http://schemas.openxmlformats.org/officeDocument/2006/relationships/hyperlink" Target="http://www.presentationgo.com/" TargetMode="External"/><Relationship Id="rId4" Type="http://schemas.openxmlformats.org/officeDocument/2006/relationships/slideLayout" Target="../slideLayouts/slideLayout25.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 Id="rId9" Type="http://schemas.openxmlformats.org/officeDocument/2006/relationships/hyperlink" Target="http://www.presentationgo.com/"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18DDA03C-1247-EBAC-E239-C03B183572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8A6A8E9-6A2C-28D9-2126-7B9AFA7AFC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95056E0-28FF-C786-AF6E-2C69001E38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466E25-D72F-467B-84B5-B2F27E56FB9D}" type="datetimeFigureOut">
              <a:rPr lang="it-IT" smtClean="0"/>
              <a:t>06/11/2025</a:t>
            </a:fld>
            <a:endParaRPr lang="it-IT"/>
          </a:p>
        </p:txBody>
      </p:sp>
      <p:sp>
        <p:nvSpPr>
          <p:cNvPr id="5" name="Segnaposto piè di pagina 4">
            <a:extLst>
              <a:ext uri="{FF2B5EF4-FFF2-40B4-BE49-F238E27FC236}">
                <a16:creationId xmlns:a16="http://schemas.microsoft.com/office/drawing/2014/main" id="{90A65747-4687-0DCE-CFB0-C297913A7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46F050DD-BB29-68AE-7D65-6EC4645F0D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41B742-3383-422D-AE27-A47CCE7E2108}" type="slidenum">
              <a:rPr lang="it-IT" smtClean="0"/>
              <a:t>‹N›</a:t>
            </a:fld>
            <a:endParaRPr lang="it-IT"/>
          </a:p>
        </p:txBody>
      </p:sp>
    </p:spTree>
    <p:extLst>
      <p:ext uri="{BB962C8B-B14F-4D97-AF65-F5344CB8AC3E}">
        <p14:creationId xmlns:p14="http://schemas.microsoft.com/office/powerpoint/2010/main" val="2293226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6C7F94-AC2B-4ABA-8168-9102B651ED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a:extLst>
              <a:ext uri="{FF2B5EF4-FFF2-40B4-BE49-F238E27FC236}">
                <a16:creationId xmlns:a16="http://schemas.microsoft.com/office/drawing/2014/main" id="{C499E8B4-649E-4A8B-B6EE-CC6C44EF5A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a:extLst>
              <a:ext uri="{FF2B5EF4-FFF2-40B4-BE49-F238E27FC236}">
                <a16:creationId xmlns:a16="http://schemas.microsoft.com/office/drawing/2014/main" id="{534133B5-720F-4407-9AAB-3B5E07088D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lumMod val="50000"/>
                  </a:schemeClr>
                </a:solidFill>
              </a:defRPr>
            </a:lvl1pPr>
          </a:lstStyle>
          <a:p>
            <a:r>
              <a:rPr lang="en-US"/>
              <a:t>Date</a:t>
            </a:r>
          </a:p>
        </p:txBody>
      </p:sp>
      <p:sp>
        <p:nvSpPr>
          <p:cNvPr id="5" name="Footer Placeholder 4">
            <a:extLst>
              <a:ext uri="{FF2B5EF4-FFF2-40B4-BE49-F238E27FC236}">
                <a16:creationId xmlns:a16="http://schemas.microsoft.com/office/drawing/2014/main" id="{2091AE36-FE6A-4E21-B178-40F00D0FF5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lumMod val="50000"/>
                  </a:schemeClr>
                </a:solidFill>
              </a:defRPr>
            </a:lvl1pPr>
          </a:lstStyle>
          <a:p>
            <a:r>
              <a:rPr lang="en-US"/>
              <a:t>Your Footer Here</a:t>
            </a:r>
          </a:p>
        </p:txBody>
      </p:sp>
      <p:sp>
        <p:nvSpPr>
          <p:cNvPr id="6" name="Slide Number Placeholder 5">
            <a:extLst>
              <a:ext uri="{FF2B5EF4-FFF2-40B4-BE49-F238E27FC236}">
                <a16:creationId xmlns:a16="http://schemas.microsoft.com/office/drawing/2014/main" id="{A6154408-120E-4EFA-AC50-C50B6469D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lumMod val="50000"/>
                  </a:schemeClr>
                </a:solidFill>
              </a:defRPr>
            </a:lvl1pPr>
          </a:lstStyle>
          <a:p>
            <a:fld id="{672B7600-67E3-4D97-B453-880E2742B982}" type="slidenum">
              <a:rPr lang="en-US" smtClean="0"/>
              <a:pPr/>
              <a:t>‹N›</a:t>
            </a:fld>
            <a:endParaRPr lang="en-US"/>
          </a:p>
        </p:txBody>
      </p:sp>
      <p:grpSp>
        <p:nvGrpSpPr>
          <p:cNvPr id="12" name="Group 11">
            <a:extLst>
              <a:ext uri="{FF2B5EF4-FFF2-40B4-BE49-F238E27FC236}">
                <a16:creationId xmlns:a16="http://schemas.microsoft.com/office/drawing/2014/main" id="{E2410614-AD67-A1B8-2188-18AA53B12859}"/>
              </a:ext>
            </a:extLst>
          </p:cNvPr>
          <p:cNvGrpSpPr/>
          <p:nvPr userDrawn="1"/>
        </p:nvGrpSpPr>
        <p:grpSpPr>
          <a:xfrm>
            <a:off x="12313760" y="-58780"/>
            <a:ext cx="1738741" cy="604829"/>
            <a:chOff x="-1808527" y="-16654"/>
            <a:chExt cx="1738741" cy="604829"/>
          </a:xfrm>
        </p:grpSpPr>
        <p:grpSp>
          <p:nvGrpSpPr>
            <p:cNvPr id="13" name="Group 12">
              <a:extLst>
                <a:ext uri="{FF2B5EF4-FFF2-40B4-BE49-F238E27FC236}">
                  <a16:creationId xmlns:a16="http://schemas.microsoft.com/office/drawing/2014/main" id="{C748174B-C7A3-7CB0-60BE-F217DB306B75}"/>
                </a:ext>
              </a:extLst>
            </p:cNvPr>
            <p:cNvGrpSpPr/>
            <p:nvPr userDrawn="1"/>
          </p:nvGrpSpPr>
          <p:grpSpPr>
            <a:xfrm>
              <a:off x="-1808527" y="-16654"/>
              <a:ext cx="1738741" cy="604829"/>
              <a:chOff x="-2250002" y="21447"/>
              <a:chExt cx="1738741" cy="604829"/>
            </a:xfrm>
          </p:grpSpPr>
          <p:sp>
            <p:nvSpPr>
              <p:cNvPr id="17" name="TextBox 16">
                <a:extLst>
                  <a:ext uri="{FF2B5EF4-FFF2-40B4-BE49-F238E27FC236}">
                    <a16:creationId xmlns:a16="http://schemas.microsoft.com/office/drawing/2014/main" id="{3D689C4C-F2D8-275E-34C5-D53400CB0FEB}"/>
                  </a:ext>
                </a:extLst>
              </p:cNvPr>
              <p:cNvSpPr txBox="1"/>
              <p:nvPr userDrawn="1"/>
            </p:nvSpPr>
            <p:spPr>
              <a:xfrm>
                <a:off x="-2250002" y="21447"/>
                <a:ext cx="34336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By:</a:t>
                </a:r>
              </a:p>
            </p:txBody>
          </p:sp>
          <p:sp>
            <p:nvSpPr>
              <p:cNvPr id="18" name="TextBox 17">
                <a:extLst>
                  <a:ext uri="{FF2B5EF4-FFF2-40B4-BE49-F238E27FC236}">
                    <a16:creationId xmlns:a16="http://schemas.microsoft.com/office/drawing/2014/main" id="{41CE954A-C5CF-833F-B550-534A538735A4}"/>
                  </a:ext>
                </a:extLst>
              </p:cNvPr>
              <p:cNvSpPr txBox="1"/>
              <p:nvPr userDrawn="1"/>
            </p:nvSpPr>
            <p:spPr>
              <a:xfrm>
                <a:off x="-950805" y="380055"/>
                <a:ext cx="43954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.com</a:t>
                </a:r>
              </a:p>
            </p:txBody>
          </p:sp>
        </p:grpSp>
        <p:grpSp>
          <p:nvGrpSpPr>
            <p:cNvPr id="14" name="Group 13">
              <a:extLst>
                <a:ext uri="{FF2B5EF4-FFF2-40B4-BE49-F238E27FC236}">
                  <a16:creationId xmlns:a16="http://schemas.microsoft.com/office/drawing/2014/main" id="{F7836CFB-B425-F952-7EC0-F257F88D0409}"/>
                </a:ext>
              </a:extLst>
            </p:cNvPr>
            <p:cNvGrpSpPr/>
            <p:nvPr userDrawn="1"/>
          </p:nvGrpSpPr>
          <p:grpSpPr>
            <a:xfrm>
              <a:off x="-1719071" y="218885"/>
              <a:ext cx="1547194" cy="159662"/>
              <a:chOff x="757647" y="1021854"/>
              <a:chExt cx="5325710" cy="549583"/>
            </a:xfrm>
          </p:grpSpPr>
          <p:sp>
            <p:nvSpPr>
              <p:cNvPr id="15" name="Shape">
                <a:extLst>
                  <a:ext uri="{FF2B5EF4-FFF2-40B4-BE49-F238E27FC236}">
                    <a16:creationId xmlns:a16="http://schemas.microsoft.com/office/drawing/2014/main" id="{F2DC34CA-2B11-D3D8-1C3E-5C962AD37979}"/>
                  </a:ext>
                </a:extLst>
              </p:cNvPr>
              <p:cNvSpPr/>
              <p:nvPr userDrawn="1"/>
            </p:nvSpPr>
            <p:spPr>
              <a:xfrm>
                <a:off x="757647" y="1022945"/>
                <a:ext cx="4193833" cy="548492"/>
              </a:xfrm>
              <a:custGeom>
                <a:avLst/>
                <a:gdLst/>
                <a:ahLst/>
                <a:cxnLst>
                  <a:cxn ang="0">
                    <a:pos x="wd2" y="hd2"/>
                  </a:cxn>
                  <a:cxn ang="5400000">
                    <a:pos x="wd2" y="hd2"/>
                  </a:cxn>
                  <a:cxn ang="10800000">
                    <a:pos x="wd2" y="hd2"/>
                  </a:cxn>
                  <a:cxn ang="16200000">
                    <a:pos x="wd2" y="hd2"/>
                  </a:cxn>
                </a:cxnLst>
                <a:rect l="0" t="0" r="r" b="b"/>
                <a:pathLst>
                  <a:path w="21600" h="21600" extrusionOk="0">
                    <a:moveTo>
                      <a:pt x="0" y="2662"/>
                    </a:moveTo>
                    <a:lnTo>
                      <a:pt x="882" y="2662"/>
                    </a:lnTo>
                    <a:cubicBezTo>
                      <a:pt x="1028" y="2662"/>
                      <a:pt x="1163" y="2791"/>
                      <a:pt x="1280" y="3049"/>
                    </a:cubicBezTo>
                    <a:cubicBezTo>
                      <a:pt x="1398" y="3307"/>
                      <a:pt x="1500" y="3693"/>
                      <a:pt x="1584" y="4165"/>
                    </a:cubicBezTo>
                    <a:cubicBezTo>
                      <a:pt x="1668" y="4638"/>
                      <a:pt x="1730" y="5239"/>
                      <a:pt x="1775" y="5969"/>
                    </a:cubicBezTo>
                    <a:cubicBezTo>
                      <a:pt x="1820" y="6656"/>
                      <a:pt x="1842" y="7472"/>
                      <a:pt x="1842" y="8374"/>
                    </a:cubicBezTo>
                    <a:cubicBezTo>
                      <a:pt x="1842" y="9447"/>
                      <a:pt x="1814" y="10392"/>
                      <a:pt x="1763" y="11165"/>
                    </a:cubicBezTo>
                    <a:cubicBezTo>
                      <a:pt x="1707" y="11938"/>
                      <a:pt x="1634" y="12625"/>
                      <a:pt x="1544" y="13140"/>
                    </a:cubicBezTo>
                    <a:cubicBezTo>
                      <a:pt x="1455" y="13656"/>
                      <a:pt x="1348" y="14042"/>
                      <a:pt x="1224" y="14300"/>
                    </a:cubicBezTo>
                    <a:cubicBezTo>
                      <a:pt x="1101" y="14557"/>
                      <a:pt x="972" y="14686"/>
                      <a:pt x="837" y="14686"/>
                    </a:cubicBezTo>
                    <a:lnTo>
                      <a:pt x="590" y="14686"/>
                    </a:lnTo>
                    <a:lnTo>
                      <a:pt x="590" y="21299"/>
                    </a:lnTo>
                    <a:lnTo>
                      <a:pt x="0" y="21299"/>
                    </a:lnTo>
                    <a:lnTo>
                      <a:pt x="0" y="2662"/>
                    </a:lnTo>
                    <a:close/>
                    <a:moveTo>
                      <a:pt x="584" y="11251"/>
                    </a:moveTo>
                    <a:lnTo>
                      <a:pt x="798" y="11251"/>
                    </a:lnTo>
                    <a:cubicBezTo>
                      <a:pt x="854" y="11251"/>
                      <a:pt x="910" y="11208"/>
                      <a:pt x="966" y="11122"/>
                    </a:cubicBezTo>
                    <a:cubicBezTo>
                      <a:pt x="1022" y="11036"/>
                      <a:pt x="1067" y="10864"/>
                      <a:pt x="1106" y="10650"/>
                    </a:cubicBezTo>
                    <a:cubicBezTo>
                      <a:pt x="1146" y="10435"/>
                      <a:pt x="1179" y="10177"/>
                      <a:pt x="1202" y="9834"/>
                    </a:cubicBezTo>
                    <a:cubicBezTo>
                      <a:pt x="1224" y="9490"/>
                      <a:pt x="1241" y="9104"/>
                      <a:pt x="1241" y="8588"/>
                    </a:cubicBezTo>
                    <a:cubicBezTo>
                      <a:pt x="1241" y="7730"/>
                      <a:pt x="1202" y="7085"/>
                      <a:pt x="1129" y="6656"/>
                    </a:cubicBezTo>
                    <a:cubicBezTo>
                      <a:pt x="1050" y="6227"/>
                      <a:pt x="955" y="6012"/>
                      <a:pt x="826" y="6012"/>
                    </a:cubicBezTo>
                    <a:lnTo>
                      <a:pt x="590" y="6012"/>
                    </a:lnTo>
                    <a:lnTo>
                      <a:pt x="590" y="11251"/>
                    </a:lnTo>
                    <a:close/>
                    <a:moveTo>
                      <a:pt x="2179" y="21256"/>
                    </a:moveTo>
                    <a:lnTo>
                      <a:pt x="2179" y="7085"/>
                    </a:lnTo>
                    <a:lnTo>
                      <a:pt x="2628" y="7085"/>
                    </a:lnTo>
                    <a:lnTo>
                      <a:pt x="2685" y="9576"/>
                    </a:lnTo>
                    <a:cubicBezTo>
                      <a:pt x="2707" y="9233"/>
                      <a:pt x="2735" y="8889"/>
                      <a:pt x="2769" y="8546"/>
                    </a:cubicBezTo>
                    <a:cubicBezTo>
                      <a:pt x="2802" y="8202"/>
                      <a:pt x="2842" y="7901"/>
                      <a:pt x="2887" y="7644"/>
                    </a:cubicBezTo>
                    <a:cubicBezTo>
                      <a:pt x="2932" y="7386"/>
                      <a:pt x="2988" y="7171"/>
                      <a:pt x="3044" y="7043"/>
                    </a:cubicBezTo>
                    <a:cubicBezTo>
                      <a:pt x="3106" y="6871"/>
                      <a:pt x="3173" y="6828"/>
                      <a:pt x="3246" y="6828"/>
                    </a:cubicBezTo>
                    <a:cubicBezTo>
                      <a:pt x="3302" y="6828"/>
                      <a:pt x="3353" y="6871"/>
                      <a:pt x="3403" y="7000"/>
                    </a:cubicBezTo>
                    <a:cubicBezTo>
                      <a:pt x="3448" y="7128"/>
                      <a:pt x="3488" y="7214"/>
                      <a:pt x="3516" y="7386"/>
                    </a:cubicBezTo>
                    <a:lnTo>
                      <a:pt x="3426" y="10779"/>
                    </a:lnTo>
                    <a:cubicBezTo>
                      <a:pt x="3398" y="10650"/>
                      <a:pt x="3364" y="10564"/>
                      <a:pt x="3319" y="10435"/>
                    </a:cubicBezTo>
                    <a:cubicBezTo>
                      <a:pt x="3274" y="10349"/>
                      <a:pt x="3224" y="10306"/>
                      <a:pt x="3156" y="10306"/>
                    </a:cubicBezTo>
                    <a:cubicBezTo>
                      <a:pt x="3038" y="10306"/>
                      <a:pt x="2937" y="10607"/>
                      <a:pt x="2859" y="11208"/>
                    </a:cubicBezTo>
                    <a:cubicBezTo>
                      <a:pt x="2780" y="11809"/>
                      <a:pt x="2741" y="12840"/>
                      <a:pt x="2741" y="14257"/>
                    </a:cubicBezTo>
                    <a:lnTo>
                      <a:pt x="2741" y="21342"/>
                    </a:lnTo>
                    <a:lnTo>
                      <a:pt x="2179" y="21342"/>
                    </a:lnTo>
                    <a:close/>
                    <a:moveTo>
                      <a:pt x="5279" y="15416"/>
                    </a:moveTo>
                    <a:lnTo>
                      <a:pt x="4083" y="15416"/>
                    </a:lnTo>
                    <a:lnTo>
                      <a:pt x="4083" y="15545"/>
                    </a:lnTo>
                    <a:cubicBezTo>
                      <a:pt x="4083" y="16533"/>
                      <a:pt x="4134" y="17263"/>
                      <a:pt x="4235" y="17692"/>
                    </a:cubicBezTo>
                    <a:cubicBezTo>
                      <a:pt x="4336" y="18165"/>
                      <a:pt x="4459" y="18379"/>
                      <a:pt x="4611" y="18379"/>
                    </a:cubicBezTo>
                    <a:cubicBezTo>
                      <a:pt x="4718" y="18379"/>
                      <a:pt x="4807" y="18293"/>
                      <a:pt x="4886" y="18165"/>
                    </a:cubicBezTo>
                    <a:cubicBezTo>
                      <a:pt x="4965" y="17993"/>
                      <a:pt x="5032" y="17821"/>
                      <a:pt x="5088" y="17606"/>
                    </a:cubicBezTo>
                    <a:lnTo>
                      <a:pt x="5195" y="20612"/>
                    </a:lnTo>
                    <a:cubicBezTo>
                      <a:pt x="5128" y="20870"/>
                      <a:pt x="5038" y="21085"/>
                      <a:pt x="4931" y="21299"/>
                    </a:cubicBezTo>
                    <a:cubicBezTo>
                      <a:pt x="4824" y="21514"/>
                      <a:pt x="4695" y="21600"/>
                      <a:pt x="4538" y="21600"/>
                    </a:cubicBezTo>
                    <a:cubicBezTo>
                      <a:pt x="4398" y="21600"/>
                      <a:pt x="4268" y="21471"/>
                      <a:pt x="4145" y="21171"/>
                    </a:cubicBezTo>
                    <a:cubicBezTo>
                      <a:pt x="4021" y="20870"/>
                      <a:pt x="3909" y="20441"/>
                      <a:pt x="3819" y="19839"/>
                    </a:cubicBezTo>
                    <a:cubicBezTo>
                      <a:pt x="3724" y="19238"/>
                      <a:pt x="3651" y="18508"/>
                      <a:pt x="3594" y="17606"/>
                    </a:cubicBezTo>
                    <a:cubicBezTo>
                      <a:pt x="3538" y="16705"/>
                      <a:pt x="3510" y="15631"/>
                      <a:pt x="3510" y="14343"/>
                    </a:cubicBezTo>
                    <a:cubicBezTo>
                      <a:pt x="3510" y="13226"/>
                      <a:pt x="3533" y="12196"/>
                      <a:pt x="3578" y="11251"/>
                    </a:cubicBezTo>
                    <a:cubicBezTo>
                      <a:pt x="3622" y="10306"/>
                      <a:pt x="3684" y="9533"/>
                      <a:pt x="3768" y="8846"/>
                    </a:cubicBezTo>
                    <a:cubicBezTo>
                      <a:pt x="3853" y="8159"/>
                      <a:pt x="3948" y="7644"/>
                      <a:pt x="4066" y="7300"/>
                    </a:cubicBezTo>
                    <a:cubicBezTo>
                      <a:pt x="4178" y="6957"/>
                      <a:pt x="4308" y="6742"/>
                      <a:pt x="4448" y="6742"/>
                    </a:cubicBezTo>
                    <a:cubicBezTo>
                      <a:pt x="4701" y="6742"/>
                      <a:pt x="4903" y="7343"/>
                      <a:pt x="5060" y="8503"/>
                    </a:cubicBezTo>
                    <a:cubicBezTo>
                      <a:pt x="5212" y="9662"/>
                      <a:pt x="5290" y="11380"/>
                      <a:pt x="5290" y="13527"/>
                    </a:cubicBezTo>
                    <a:lnTo>
                      <a:pt x="5290" y="15416"/>
                    </a:lnTo>
                    <a:close/>
                    <a:moveTo>
                      <a:pt x="4695" y="12453"/>
                    </a:moveTo>
                    <a:cubicBezTo>
                      <a:pt x="4695" y="12110"/>
                      <a:pt x="4690" y="11809"/>
                      <a:pt x="4678" y="11466"/>
                    </a:cubicBezTo>
                    <a:cubicBezTo>
                      <a:pt x="4667" y="11165"/>
                      <a:pt x="4650" y="10864"/>
                      <a:pt x="4628" y="10607"/>
                    </a:cubicBezTo>
                    <a:cubicBezTo>
                      <a:pt x="4605" y="10349"/>
                      <a:pt x="4577" y="10177"/>
                      <a:pt x="4544" y="10006"/>
                    </a:cubicBezTo>
                    <a:cubicBezTo>
                      <a:pt x="4510" y="9877"/>
                      <a:pt x="4465" y="9791"/>
                      <a:pt x="4420" y="9791"/>
                    </a:cubicBezTo>
                    <a:cubicBezTo>
                      <a:pt x="4330" y="9791"/>
                      <a:pt x="4257" y="10049"/>
                      <a:pt x="4195" y="10521"/>
                    </a:cubicBezTo>
                    <a:cubicBezTo>
                      <a:pt x="4134" y="10993"/>
                      <a:pt x="4100" y="11637"/>
                      <a:pt x="4089" y="12496"/>
                    </a:cubicBezTo>
                    <a:lnTo>
                      <a:pt x="4695" y="12453"/>
                    </a:lnTo>
                    <a:close/>
                    <a:moveTo>
                      <a:pt x="6773" y="10693"/>
                    </a:moveTo>
                    <a:cubicBezTo>
                      <a:pt x="6706" y="10435"/>
                      <a:pt x="6633" y="10220"/>
                      <a:pt x="6554" y="10091"/>
                    </a:cubicBezTo>
                    <a:cubicBezTo>
                      <a:pt x="6476" y="9963"/>
                      <a:pt x="6402" y="9877"/>
                      <a:pt x="6329" y="9877"/>
                    </a:cubicBezTo>
                    <a:cubicBezTo>
                      <a:pt x="6262" y="9877"/>
                      <a:pt x="6206" y="9963"/>
                      <a:pt x="6167" y="10134"/>
                    </a:cubicBezTo>
                    <a:cubicBezTo>
                      <a:pt x="6127" y="10306"/>
                      <a:pt x="6105" y="10564"/>
                      <a:pt x="6105" y="10864"/>
                    </a:cubicBezTo>
                    <a:cubicBezTo>
                      <a:pt x="6105" y="11208"/>
                      <a:pt x="6127" y="11466"/>
                      <a:pt x="6167" y="11723"/>
                    </a:cubicBezTo>
                    <a:cubicBezTo>
                      <a:pt x="6206" y="11938"/>
                      <a:pt x="6285" y="12196"/>
                      <a:pt x="6402" y="12453"/>
                    </a:cubicBezTo>
                    <a:lnTo>
                      <a:pt x="6520" y="12711"/>
                    </a:lnTo>
                    <a:cubicBezTo>
                      <a:pt x="6672" y="13054"/>
                      <a:pt x="6790" y="13570"/>
                      <a:pt x="6869" y="14257"/>
                    </a:cubicBezTo>
                    <a:cubicBezTo>
                      <a:pt x="6947" y="14944"/>
                      <a:pt x="6987" y="15803"/>
                      <a:pt x="6987" y="16876"/>
                    </a:cubicBezTo>
                    <a:cubicBezTo>
                      <a:pt x="6987" y="17563"/>
                      <a:pt x="6970" y="18208"/>
                      <a:pt x="6930" y="18809"/>
                    </a:cubicBezTo>
                    <a:cubicBezTo>
                      <a:pt x="6891" y="19410"/>
                      <a:pt x="6835" y="19882"/>
                      <a:pt x="6768" y="20312"/>
                    </a:cubicBezTo>
                    <a:cubicBezTo>
                      <a:pt x="6695" y="20741"/>
                      <a:pt x="6610" y="21042"/>
                      <a:pt x="6515" y="21256"/>
                    </a:cubicBezTo>
                    <a:cubicBezTo>
                      <a:pt x="6414" y="21471"/>
                      <a:pt x="6307" y="21600"/>
                      <a:pt x="6183" y="21600"/>
                    </a:cubicBezTo>
                    <a:cubicBezTo>
                      <a:pt x="6054" y="21600"/>
                      <a:pt x="5936" y="21514"/>
                      <a:pt x="5835" y="21342"/>
                    </a:cubicBezTo>
                    <a:cubicBezTo>
                      <a:pt x="5734" y="21171"/>
                      <a:pt x="5639" y="20913"/>
                      <a:pt x="5554" y="20569"/>
                    </a:cubicBezTo>
                    <a:lnTo>
                      <a:pt x="5678" y="17435"/>
                    </a:lnTo>
                    <a:cubicBezTo>
                      <a:pt x="5751" y="17735"/>
                      <a:pt x="5830" y="17950"/>
                      <a:pt x="5914" y="18165"/>
                    </a:cubicBezTo>
                    <a:cubicBezTo>
                      <a:pt x="5993" y="18336"/>
                      <a:pt x="6077" y="18465"/>
                      <a:pt x="6161" y="18465"/>
                    </a:cubicBezTo>
                    <a:cubicBezTo>
                      <a:pt x="6256" y="18465"/>
                      <a:pt x="6329" y="18336"/>
                      <a:pt x="6369" y="18122"/>
                    </a:cubicBezTo>
                    <a:cubicBezTo>
                      <a:pt x="6408" y="17907"/>
                      <a:pt x="6431" y="17649"/>
                      <a:pt x="6431" y="17349"/>
                    </a:cubicBezTo>
                    <a:cubicBezTo>
                      <a:pt x="6431" y="17177"/>
                      <a:pt x="6425" y="17005"/>
                      <a:pt x="6419" y="16876"/>
                    </a:cubicBezTo>
                    <a:cubicBezTo>
                      <a:pt x="6408" y="16748"/>
                      <a:pt x="6397" y="16619"/>
                      <a:pt x="6369" y="16490"/>
                    </a:cubicBezTo>
                    <a:cubicBezTo>
                      <a:pt x="6346" y="16361"/>
                      <a:pt x="6313" y="16275"/>
                      <a:pt x="6268" y="16146"/>
                    </a:cubicBezTo>
                    <a:cubicBezTo>
                      <a:pt x="6223" y="16017"/>
                      <a:pt x="6172" y="15889"/>
                      <a:pt x="6105" y="15760"/>
                    </a:cubicBezTo>
                    <a:lnTo>
                      <a:pt x="5987" y="15502"/>
                    </a:lnTo>
                    <a:cubicBezTo>
                      <a:pt x="5835" y="15116"/>
                      <a:pt x="5723" y="14600"/>
                      <a:pt x="5656" y="13956"/>
                    </a:cubicBezTo>
                    <a:cubicBezTo>
                      <a:pt x="5588" y="13312"/>
                      <a:pt x="5549" y="12410"/>
                      <a:pt x="5549" y="11294"/>
                    </a:cubicBezTo>
                    <a:cubicBezTo>
                      <a:pt x="5549" y="10650"/>
                      <a:pt x="5566" y="10049"/>
                      <a:pt x="5599" y="9490"/>
                    </a:cubicBezTo>
                    <a:cubicBezTo>
                      <a:pt x="5633" y="8932"/>
                      <a:pt x="5684" y="8460"/>
                      <a:pt x="5745" y="8073"/>
                    </a:cubicBezTo>
                    <a:cubicBezTo>
                      <a:pt x="5807" y="7687"/>
                      <a:pt x="5886" y="7343"/>
                      <a:pt x="5976" y="7128"/>
                    </a:cubicBezTo>
                    <a:cubicBezTo>
                      <a:pt x="6066" y="6914"/>
                      <a:pt x="6172" y="6785"/>
                      <a:pt x="6290" y="6785"/>
                    </a:cubicBezTo>
                    <a:cubicBezTo>
                      <a:pt x="6408" y="6785"/>
                      <a:pt x="6520" y="6871"/>
                      <a:pt x="6622" y="7043"/>
                    </a:cubicBezTo>
                    <a:cubicBezTo>
                      <a:pt x="6723" y="7214"/>
                      <a:pt x="6812" y="7429"/>
                      <a:pt x="6897" y="7730"/>
                    </a:cubicBezTo>
                    <a:lnTo>
                      <a:pt x="6773" y="10693"/>
                    </a:lnTo>
                    <a:close/>
                    <a:moveTo>
                      <a:pt x="8992" y="15416"/>
                    </a:moveTo>
                    <a:lnTo>
                      <a:pt x="7795" y="15416"/>
                    </a:lnTo>
                    <a:lnTo>
                      <a:pt x="7795" y="15545"/>
                    </a:lnTo>
                    <a:cubicBezTo>
                      <a:pt x="7795" y="16533"/>
                      <a:pt x="7846" y="17263"/>
                      <a:pt x="7947" y="17692"/>
                    </a:cubicBezTo>
                    <a:cubicBezTo>
                      <a:pt x="8048" y="18165"/>
                      <a:pt x="8172" y="18379"/>
                      <a:pt x="8323" y="18379"/>
                    </a:cubicBezTo>
                    <a:cubicBezTo>
                      <a:pt x="8430" y="18379"/>
                      <a:pt x="8520" y="18293"/>
                      <a:pt x="8598" y="18165"/>
                    </a:cubicBezTo>
                    <a:cubicBezTo>
                      <a:pt x="8677" y="17993"/>
                      <a:pt x="8744" y="17821"/>
                      <a:pt x="8801" y="17606"/>
                    </a:cubicBezTo>
                    <a:lnTo>
                      <a:pt x="8907" y="20612"/>
                    </a:lnTo>
                    <a:cubicBezTo>
                      <a:pt x="8840" y="20870"/>
                      <a:pt x="8750" y="21085"/>
                      <a:pt x="8643" y="21299"/>
                    </a:cubicBezTo>
                    <a:cubicBezTo>
                      <a:pt x="8537" y="21514"/>
                      <a:pt x="8407" y="21600"/>
                      <a:pt x="8250" y="21600"/>
                    </a:cubicBezTo>
                    <a:cubicBezTo>
                      <a:pt x="8110" y="21600"/>
                      <a:pt x="7981" y="21471"/>
                      <a:pt x="7857" y="21171"/>
                    </a:cubicBezTo>
                    <a:cubicBezTo>
                      <a:pt x="7734" y="20870"/>
                      <a:pt x="7621" y="20441"/>
                      <a:pt x="7531" y="19839"/>
                    </a:cubicBezTo>
                    <a:cubicBezTo>
                      <a:pt x="7436" y="19238"/>
                      <a:pt x="7363" y="18508"/>
                      <a:pt x="7307" y="17606"/>
                    </a:cubicBezTo>
                    <a:cubicBezTo>
                      <a:pt x="7251" y="16705"/>
                      <a:pt x="7222" y="15631"/>
                      <a:pt x="7222" y="14343"/>
                    </a:cubicBezTo>
                    <a:cubicBezTo>
                      <a:pt x="7222" y="13226"/>
                      <a:pt x="7245" y="12196"/>
                      <a:pt x="7290" y="11251"/>
                    </a:cubicBezTo>
                    <a:cubicBezTo>
                      <a:pt x="7335" y="10306"/>
                      <a:pt x="7397" y="9533"/>
                      <a:pt x="7481" y="8846"/>
                    </a:cubicBezTo>
                    <a:cubicBezTo>
                      <a:pt x="7565" y="8159"/>
                      <a:pt x="7661" y="7644"/>
                      <a:pt x="7778" y="7300"/>
                    </a:cubicBezTo>
                    <a:cubicBezTo>
                      <a:pt x="7891" y="6957"/>
                      <a:pt x="8020" y="6742"/>
                      <a:pt x="8160" y="6742"/>
                    </a:cubicBezTo>
                    <a:cubicBezTo>
                      <a:pt x="8413" y="6742"/>
                      <a:pt x="8615" y="7343"/>
                      <a:pt x="8773" y="8503"/>
                    </a:cubicBezTo>
                    <a:cubicBezTo>
                      <a:pt x="8924" y="9662"/>
                      <a:pt x="9003" y="11380"/>
                      <a:pt x="9003" y="13527"/>
                    </a:cubicBezTo>
                    <a:lnTo>
                      <a:pt x="9003" y="15416"/>
                    </a:lnTo>
                    <a:close/>
                    <a:moveTo>
                      <a:pt x="8413" y="12453"/>
                    </a:moveTo>
                    <a:cubicBezTo>
                      <a:pt x="8413" y="12110"/>
                      <a:pt x="8407" y="11809"/>
                      <a:pt x="8396" y="11466"/>
                    </a:cubicBezTo>
                    <a:cubicBezTo>
                      <a:pt x="8385" y="11165"/>
                      <a:pt x="8368" y="10864"/>
                      <a:pt x="8346" y="10607"/>
                    </a:cubicBezTo>
                    <a:cubicBezTo>
                      <a:pt x="8323" y="10349"/>
                      <a:pt x="8295" y="10177"/>
                      <a:pt x="8261" y="10006"/>
                    </a:cubicBezTo>
                    <a:cubicBezTo>
                      <a:pt x="8228" y="9834"/>
                      <a:pt x="8183" y="9791"/>
                      <a:pt x="8138" y="9791"/>
                    </a:cubicBezTo>
                    <a:cubicBezTo>
                      <a:pt x="8048" y="9791"/>
                      <a:pt x="7975" y="10049"/>
                      <a:pt x="7913" y="10521"/>
                    </a:cubicBezTo>
                    <a:cubicBezTo>
                      <a:pt x="7851" y="10993"/>
                      <a:pt x="7818" y="11637"/>
                      <a:pt x="7807" y="12496"/>
                    </a:cubicBezTo>
                    <a:lnTo>
                      <a:pt x="8413" y="12453"/>
                    </a:lnTo>
                    <a:close/>
                    <a:moveTo>
                      <a:pt x="9913" y="21256"/>
                    </a:moveTo>
                    <a:lnTo>
                      <a:pt x="9340" y="21256"/>
                    </a:lnTo>
                    <a:lnTo>
                      <a:pt x="9340" y="7085"/>
                    </a:lnTo>
                    <a:lnTo>
                      <a:pt x="9783" y="7085"/>
                    </a:lnTo>
                    <a:lnTo>
                      <a:pt x="9851" y="8846"/>
                    </a:lnTo>
                    <a:cubicBezTo>
                      <a:pt x="9935" y="8202"/>
                      <a:pt x="10025" y="7687"/>
                      <a:pt x="10126" y="7300"/>
                    </a:cubicBezTo>
                    <a:cubicBezTo>
                      <a:pt x="10227" y="6914"/>
                      <a:pt x="10339" y="6742"/>
                      <a:pt x="10463" y="6742"/>
                    </a:cubicBezTo>
                    <a:cubicBezTo>
                      <a:pt x="10671" y="6742"/>
                      <a:pt x="10828" y="7171"/>
                      <a:pt x="10940" y="8030"/>
                    </a:cubicBezTo>
                    <a:cubicBezTo>
                      <a:pt x="11053" y="8889"/>
                      <a:pt x="11109" y="10177"/>
                      <a:pt x="11109" y="11852"/>
                    </a:cubicBezTo>
                    <a:lnTo>
                      <a:pt x="11109" y="21214"/>
                    </a:lnTo>
                    <a:lnTo>
                      <a:pt x="10536" y="21214"/>
                    </a:lnTo>
                    <a:lnTo>
                      <a:pt x="10536" y="12281"/>
                    </a:lnTo>
                    <a:cubicBezTo>
                      <a:pt x="10536" y="11594"/>
                      <a:pt x="10514" y="11036"/>
                      <a:pt x="10474" y="10650"/>
                    </a:cubicBezTo>
                    <a:cubicBezTo>
                      <a:pt x="10429" y="10263"/>
                      <a:pt x="10368" y="10048"/>
                      <a:pt x="10289" y="10048"/>
                    </a:cubicBezTo>
                    <a:cubicBezTo>
                      <a:pt x="10227" y="10048"/>
                      <a:pt x="10160" y="10177"/>
                      <a:pt x="10092" y="10478"/>
                    </a:cubicBezTo>
                    <a:cubicBezTo>
                      <a:pt x="10025" y="10736"/>
                      <a:pt x="9963" y="11122"/>
                      <a:pt x="9913" y="11551"/>
                    </a:cubicBezTo>
                    <a:lnTo>
                      <a:pt x="9913" y="21256"/>
                    </a:lnTo>
                    <a:close/>
                    <a:moveTo>
                      <a:pt x="12687" y="10220"/>
                    </a:moveTo>
                    <a:lnTo>
                      <a:pt x="12215" y="10220"/>
                    </a:lnTo>
                    <a:lnTo>
                      <a:pt x="12215" y="16189"/>
                    </a:lnTo>
                    <a:cubicBezTo>
                      <a:pt x="12215" y="16833"/>
                      <a:pt x="12232" y="17306"/>
                      <a:pt x="12271" y="17563"/>
                    </a:cubicBezTo>
                    <a:cubicBezTo>
                      <a:pt x="12311" y="17821"/>
                      <a:pt x="12361" y="17950"/>
                      <a:pt x="12429" y="17950"/>
                    </a:cubicBezTo>
                    <a:cubicBezTo>
                      <a:pt x="12479" y="17950"/>
                      <a:pt x="12530" y="17907"/>
                      <a:pt x="12580" y="17821"/>
                    </a:cubicBezTo>
                    <a:cubicBezTo>
                      <a:pt x="12631" y="17735"/>
                      <a:pt x="12670" y="17649"/>
                      <a:pt x="12698" y="17478"/>
                    </a:cubicBezTo>
                    <a:lnTo>
                      <a:pt x="12783" y="20441"/>
                    </a:lnTo>
                    <a:cubicBezTo>
                      <a:pt x="12738" y="20612"/>
                      <a:pt x="12670" y="20784"/>
                      <a:pt x="12586" y="20956"/>
                    </a:cubicBezTo>
                    <a:cubicBezTo>
                      <a:pt x="12496" y="21128"/>
                      <a:pt x="12401" y="21213"/>
                      <a:pt x="12305" y="21213"/>
                    </a:cubicBezTo>
                    <a:cubicBezTo>
                      <a:pt x="12064" y="21213"/>
                      <a:pt x="11895" y="20870"/>
                      <a:pt x="11800" y="20140"/>
                    </a:cubicBezTo>
                    <a:cubicBezTo>
                      <a:pt x="11699" y="19453"/>
                      <a:pt x="11654" y="18379"/>
                      <a:pt x="11654" y="16919"/>
                    </a:cubicBezTo>
                    <a:lnTo>
                      <a:pt x="11654" y="10220"/>
                    </a:lnTo>
                    <a:lnTo>
                      <a:pt x="11362" y="10220"/>
                    </a:lnTo>
                    <a:lnTo>
                      <a:pt x="11362" y="7085"/>
                    </a:lnTo>
                    <a:lnTo>
                      <a:pt x="11654" y="7085"/>
                    </a:lnTo>
                    <a:lnTo>
                      <a:pt x="11654" y="2791"/>
                    </a:lnTo>
                    <a:lnTo>
                      <a:pt x="12221" y="2791"/>
                    </a:lnTo>
                    <a:lnTo>
                      <a:pt x="12221" y="7085"/>
                    </a:lnTo>
                    <a:lnTo>
                      <a:pt x="12693" y="7085"/>
                    </a:lnTo>
                    <a:lnTo>
                      <a:pt x="12693" y="10220"/>
                    </a:lnTo>
                    <a:close/>
                    <a:moveTo>
                      <a:pt x="13069" y="8331"/>
                    </a:moveTo>
                    <a:cubicBezTo>
                      <a:pt x="13176" y="7858"/>
                      <a:pt x="13294" y="7472"/>
                      <a:pt x="13428" y="7214"/>
                    </a:cubicBezTo>
                    <a:cubicBezTo>
                      <a:pt x="13563" y="6914"/>
                      <a:pt x="13698" y="6785"/>
                      <a:pt x="13833" y="6785"/>
                    </a:cubicBezTo>
                    <a:cubicBezTo>
                      <a:pt x="14063" y="6785"/>
                      <a:pt x="14243" y="7214"/>
                      <a:pt x="14383" y="8073"/>
                    </a:cubicBezTo>
                    <a:cubicBezTo>
                      <a:pt x="14524" y="8932"/>
                      <a:pt x="14591" y="10263"/>
                      <a:pt x="14591" y="12110"/>
                    </a:cubicBezTo>
                    <a:lnTo>
                      <a:pt x="14591" y="21299"/>
                    </a:lnTo>
                    <a:lnTo>
                      <a:pt x="14153" y="21299"/>
                    </a:lnTo>
                    <a:lnTo>
                      <a:pt x="14102" y="19882"/>
                    </a:lnTo>
                    <a:lnTo>
                      <a:pt x="14085" y="19882"/>
                    </a:lnTo>
                    <a:cubicBezTo>
                      <a:pt x="14035" y="20398"/>
                      <a:pt x="13962" y="20827"/>
                      <a:pt x="13872" y="21128"/>
                    </a:cubicBezTo>
                    <a:cubicBezTo>
                      <a:pt x="13782" y="21471"/>
                      <a:pt x="13676" y="21600"/>
                      <a:pt x="13552" y="21600"/>
                    </a:cubicBezTo>
                    <a:cubicBezTo>
                      <a:pt x="13445" y="21600"/>
                      <a:pt x="13355" y="21471"/>
                      <a:pt x="13277" y="21256"/>
                    </a:cubicBezTo>
                    <a:cubicBezTo>
                      <a:pt x="13198" y="21042"/>
                      <a:pt x="13131" y="20698"/>
                      <a:pt x="13080" y="20312"/>
                    </a:cubicBezTo>
                    <a:cubicBezTo>
                      <a:pt x="13030" y="19925"/>
                      <a:pt x="12990" y="19453"/>
                      <a:pt x="12962" y="18895"/>
                    </a:cubicBezTo>
                    <a:cubicBezTo>
                      <a:pt x="12934" y="18336"/>
                      <a:pt x="12923" y="17778"/>
                      <a:pt x="12923" y="17177"/>
                    </a:cubicBezTo>
                    <a:cubicBezTo>
                      <a:pt x="12923" y="16361"/>
                      <a:pt x="12945" y="15631"/>
                      <a:pt x="12996" y="15073"/>
                    </a:cubicBezTo>
                    <a:cubicBezTo>
                      <a:pt x="13041" y="14472"/>
                      <a:pt x="13108" y="13999"/>
                      <a:pt x="13187" y="13613"/>
                    </a:cubicBezTo>
                    <a:cubicBezTo>
                      <a:pt x="13266" y="13226"/>
                      <a:pt x="13361" y="12969"/>
                      <a:pt x="13473" y="12797"/>
                    </a:cubicBezTo>
                    <a:cubicBezTo>
                      <a:pt x="13580" y="12625"/>
                      <a:pt x="13698" y="12539"/>
                      <a:pt x="13822" y="12539"/>
                    </a:cubicBezTo>
                    <a:lnTo>
                      <a:pt x="14012" y="12539"/>
                    </a:lnTo>
                    <a:lnTo>
                      <a:pt x="14012" y="11766"/>
                    </a:lnTo>
                    <a:cubicBezTo>
                      <a:pt x="14012" y="11251"/>
                      <a:pt x="13990" y="10821"/>
                      <a:pt x="13939" y="10564"/>
                    </a:cubicBezTo>
                    <a:cubicBezTo>
                      <a:pt x="13889" y="10263"/>
                      <a:pt x="13822" y="10134"/>
                      <a:pt x="13732" y="10134"/>
                    </a:cubicBezTo>
                    <a:cubicBezTo>
                      <a:pt x="13653" y="10134"/>
                      <a:pt x="13580" y="10220"/>
                      <a:pt x="13501" y="10392"/>
                    </a:cubicBezTo>
                    <a:cubicBezTo>
                      <a:pt x="13428" y="10564"/>
                      <a:pt x="13344" y="10864"/>
                      <a:pt x="13254" y="11251"/>
                    </a:cubicBezTo>
                    <a:lnTo>
                      <a:pt x="13069" y="8331"/>
                    </a:lnTo>
                    <a:close/>
                    <a:moveTo>
                      <a:pt x="14024" y="15116"/>
                    </a:moveTo>
                    <a:lnTo>
                      <a:pt x="13895" y="15159"/>
                    </a:lnTo>
                    <a:cubicBezTo>
                      <a:pt x="13822" y="15159"/>
                      <a:pt x="13760" y="15245"/>
                      <a:pt x="13715" y="15330"/>
                    </a:cubicBezTo>
                    <a:cubicBezTo>
                      <a:pt x="13664" y="15416"/>
                      <a:pt x="13625" y="15545"/>
                      <a:pt x="13597" y="15717"/>
                    </a:cubicBezTo>
                    <a:cubicBezTo>
                      <a:pt x="13569" y="15846"/>
                      <a:pt x="13546" y="16060"/>
                      <a:pt x="13535" y="16232"/>
                    </a:cubicBezTo>
                    <a:cubicBezTo>
                      <a:pt x="13524" y="16447"/>
                      <a:pt x="13518" y="16662"/>
                      <a:pt x="13518" y="16876"/>
                    </a:cubicBezTo>
                    <a:cubicBezTo>
                      <a:pt x="13518" y="17478"/>
                      <a:pt x="13541" y="17907"/>
                      <a:pt x="13591" y="18122"/>
                    </a:cubicBezTo>
                    <a:cubicBezTo>
                      <a:pt x="13636" y="18336"/>
                      <a:pt x="13692" y="18465"/>
                      <a:pt x="13754" y="18465"/>
                    </a:cubicBezTo>
                    <a:cubicBezTo>
                      <a:pt x="13816" y="18465"/>
                      <a:pt x="13872" y="18336"/>
                      <a:pt x="13923" y="18036"/>
                    </a:cubicBezTo>
                    <a:cubicBezTo>
                      <a:pt x="13973" y="17778"/>
                      <a:pt x="14007" y="17478"/>
                      <a:pt x="14029" y="17134"/>
                    </a:cubicBezTo>
                    <a:lnTo>
                      <a:pt x="14029" y="15116"/>
                    </a:lnTo>
                    <a:close/>
                    <a:moveTo>
                      <a:pt x="16192" y="10220"/>
                    </a:moveTo>
                    <a:lnTo>
                      <a:pt x="15720" y="10220"/>
                    </a:lnTo>
                    <a:lnTo>
                      <a:pt x="15720" y="16189"/>
                    </a:lnTo>
                    <a:cubicBezTo>
                      <a:pt x="15720" y="16833"/>
                      <a:pt x="15737" y="17306"/>
                      <a:pt x="15776" y="17563"/>
                    </a:cubicBezTo>
                    <a:cubicBezTo>
                      <a:pt x="15815" y="17821"/>
                      <a:pt x="15866" y="17950"/>
                      <a:pt x="15933" y="17950"/>
                    </a:cubicBezTo>
                    <a:cubicBezTo>
                      <a:pt x="15984" y="17950"/>
                      <a:pt x="16034" y="17907"/>
                      <a:pt x="16085" y="17821"/>
                    </a:cubicBezTo>
                    <a:cubicBezTo>
                      <a:pt x="16135" y="17735"/>
                      <a:pt x="16175" y="17649"/>
                      <a:pt x="16203" y="17478"/>
                    </a:cubicBezTo>
                    <a:lnTo>
                      <a:pt x="16287" y="20441"/>
                    </a:lnTo>
                    <a:cubicBezTo>
                      <a:pt x="16242" y="20612"/>
                      <a:pt x="16175" y="20784"/>
                      <a:pt x="16090" y="20956"/>
                    </a:cubicBezTo>
                    <a:cubicBezTo>
                      <a:pt x="16001" y="21128"/>
                      <a:pt x="15905" y="21213"/>
                      <a:pt x="15810" y="21213"/>
                    </a:cubicBezTo>
                    <a:cubicBezTo>
                      <a:pt x="15568" y="21213"/>
                      <a:pt x="15400" y="20870"/>
                      <a:pt x="15304" y="20140"/>
                    </a:cubicBezTo>
                    <a:cubicBezTo>
                      <a:pt x="15203" y="19453"/>
                      <a:pt x="15158" y="18379"/>
                      <a:pt x="15158" y="16919"/>
                    </a:cubicBezTo>
                    <a:lnTo>
                      <a:pt x="15158" y="10220"/>
                    </a:lnTo>
                    <a:lnTo>
                      <a:pt x="14866" y="10220"/>
                    </a:lnTo>
                    <a:lnTo>
                      <a:pt x="14866" y="7085"/>
                    </a:lnTo>
                    <a:lnTo>
                      <a:pt x="15158" y="7085"/>
                    </a:lnTo>
                    <a:lnTo>
                      <a:pt x="15158" y="2791"/>
                    </a:lnTo>
                    <a:lnTo>
                      <a:pt x="15725" y="2791"/>
                    </a:lnTo>
                    <a:lnTo>
                      <a:pt x="15725" y="7085"/>
                    </a:lnTo>
                    <a:lnTo>
                      <a:pt x="16197" y="7085"/>
                    </a:lnTo>
                    <a:lnTo>
                      <a:pt x="16197" y="10220"/>
                    </a:lnTo>
                    <a:close/>
                    <a:moveTo>
                      <a:pt x="16871" y="4294"/>
                    </a:moveTo>
                    <a:cubicBezTo>
                      <a:pt x="16776" y="4294"/>
                      <a:pt x="16697" y="4080"/>
                      <a:pt x="16646" y="3650"/>
                    </a:cubicBezTo>
                    <a:cubicBezTo>
                      <a:pt x="16596" y="3221"/>
                      <a:pt x="16568" y="2705"/>
                      <a:pt x="16568" y="2147"/>
                    </a:cubicBezTo>
                    <a:cubicBezTo>
                      <a:pt x="16568" y="1546"/>
                      <a:pt x="16596" y="1031"/>
                      <a:pt x="16646" y="644"/>
                    </a:cubicBezTo>
                    <a:cubicBezTo>
                      <a:pt x="16697" y="215"/>
                      <a:pt x="16776" y="0"/>
                      <a:pt x="16866" y="0"/>
                    </a:cubicBezTo>
                    <a:cubicBezTo>
                      <a:pt x="16961" y="0"/>
                      <a:pt x="17034" y="215"/>
                      <a:pt x="17085" y="601"/>
                    </a:cubicBezTo>
                    <a:cubicBezTo>
                      <a:pt x="17135" y="1031"/>
                      <a:pt x="17163" y="1546"/>
                      <a:pt x="17163" y="2147"/>
                    </a:cubicBezTo>
                    <a:cubicBezTo>
                      <a:pt x="17163" y="2748"/>
                      <a:pt x="17135" y="3264"/>
                      <a:pt x="17085" y="3693"/>
                    </a:cubicBezTo>
                    <a:cubicBezTo>
                      <a:pt x="17045" y="4122"/>
                      <a:pt x="16972" y="4294"/>
                      <a:pt x="16871" y="4294"/>
                    </a:cubicBezTo>
                    <a:close/>
                    <a:moveTo>
                      <a:pt x="16585" y="21256"/>
                    </a:moveTo>
                    <a:lnTo>
                      <a:pt x="16585" y="7085"/>
                    </a:lnTo>
                    <a:lnTo>
                      <a:pt x="17158" y="7085"/>
                    </a:lnTo>
                    <a:lnTo>
                      <a:pt x="17158" y="21256"/>
                    </a:lnTo>
                    <a:lnTo>
                      <a:pt x="16585" y="21256"/>
                    </a:lnTo>
                    <a:close/>
                    <a:moveTo>
                      <a:pt x="19477" y="14085"/>
                    </a:moveTo>
                    <a:cubicBezTo>
                      <a:pt x="19477" y="15245"/>
                      <a:pt x="19455" y="16275"/>
                      <a:pt x="19404" y="17220"/>
                    </a:cubicBezTo>
                    <a:cubicBezTo>
                      <a:pt x="19354" y="18165"/>
                      <a:pt x="19286" y="18938"/>
                      <a:pt x="19196" y="19582"/>
                    </a:cubicBezTo>
                    <a:cubicBezTo>
                      <a:pt x="19106" y="20226"/>
                      <a:pt x="19005" y="20741"/>
                      <a:pt x="18887" y="21085"/>
                    </a:cubicBezTo>
                    <a:cubicBezTo>
                      <a:pt x="18769" y="21428"/>
                      <a:pt x="18640" y="21600"/>
                      <a:pt x="18505" y="21600"/>
                    </a:cubicBezTo>
                    <a:cubicBezTo>
                      <a:pt x="18371" y="21600"/>
                      <a:pt x="18241" y="21428"/>
                      <a:pt x="18124" y="21128"/>
                    </a:cubicBezTo>
                    <a:cubicBezTo>
                      <a:pt x="18006" y="20784"/>
                      <a:pt x="17905" y="20355"/>
                      <a:pt x="17820" y="19711"/>
                    </a:cubicBezTo>
                    <a:cubicBezTo>
                      <a:pt x="17736" y="19109"/>
                      <a:pt x="17669" y="18336"/>
                      <a:pt x="17618" y="17435"/>
                    </a:cubicBezTo>
                    <a:cubicBezTo>
                      <a:pt x="17568" y="16533"/>
                      <a:pt x="17545" y="15502"/>
                      <a:pt x="17545" y="14386"/>
                    </a:cubicBezTo>
                    <a:cubicBezTo>
                      <a:pt x="17545" y="13183"/>
                      <a:pt x="17568" y="12110"/>
                      <a:pt x="17618" y="11165"/>
                    </a:cubicBezTo>
                    <a:cubicBezTo>
                      <a:pt x="17669" y="10220"/>
                      <a:pt x="17736" y="9404"/>
                      <a:pt x="17826" y="8760"/>
                    </a:cubicBezTo>
                    <a:cubicBezTo>
                      <a:pt x="17916" y="8116"/>
                      <a:pt x="18017" y="7601"/>
                      <a:pt x="18135" y="7257"/>
                    </a:cubicBezTo>
                    <a:cubicBezTo>
                      <a:pt x="18253" y="6914"/>
                      <a:pt x="18382" y="6742"/>
                      <a:pt x="18517" y="6742"/>
                    </a:cubicBezTo>
                    <a:cubicBezTo>
                      <a:pt x="18651" y="6742"/>
                      <a:pt x="18781" y="6914"/>
                      <a:pt x="18899" y="7214"/>
                    </a:cubicBezTo>
                    <a:cubicBezTo>
                      <a:pt x="19017" y="7515"/>
                      <a:pt x="19118" y="7987"/>
                      <a:pt x="19202" y="8631"/>
                    </a:cubicBezTo>
                    <a:cubicBezTo>
                      <a:pt x="19286" y="9233"/>
                      <a:pt x="19354" y="10006"/>
                      <a:pt x="19404" y="10907"/>
                    </a:cubicBezTo>
                    <a:cubicBezTo>
                      <a:pt x="19455" y="11809"/>
                      <a:pt x="19477" y="12883"/>
                      <a:pt x="19477" y="14085"/>
                    </a:cubicBezTo>
                    <a:close/>
                    <a:moveTo>
                      <a:pt x="18893" y="14214"/>
                    </a:moveTo>
                    <a:cubicBezTo>
                      <a:pt x="18893" y="13441"/>
                      <a:pt x="18882" y="12797"/>
                      <a:pt x="18865" y="12239"/>
                    </a:cubicBezTo>
                    <a:cubicBezTo>
                      <a:pt x="18842" y="11680"/>
                      <a:pt x="18814" y="11251"/>
                      <a:pt x="18781" y="10907"/>
                    </a:cubicBezTo>
                    <a:cubicBezTo>
                      <a:pt x="18747" y="10564"/>
                      <a:pt x="18702" y="10306"/>
                      <a:pt x="18657" y="10134"/>
                    </a:cubicBezTo>
                    <a:cubicBezTo>
                      <a:pt x="18612" y="9963"/>
                      <a:pt x="18562" y="9920"/>
                      <a:pt x="18517" y="9920"/>
                    </a:cubicBezTo>
                    <a:cubicBezTo>
                      <a:pt x="18466" y="9920"/>
                      <a:pt x="18421" y="10006"/>
                      <a:pt x="18376" y="10134"/>
                    </a:cubicBezTo>
                    <a:cubicBezTo>
                      <a:pt x="18331" y="10263"/>
                      <a:pt x="18292" y="10521"/>
                      <a:pt x="18258" y="10821"/>
                    </a:cubicBezTo>
                    <a:cubicBezTo>
                      <a:pt x="18225" y="11165"/>
                      <a:pt x="18197" y="11594"/>
                      <a:pt x="18174" y="12153"/>
                    </a:cubicBezTo>
                    <a:cubicBezTo>
                      <a:pt x="18152" y="12711"/>
                      <a:pt x="18146" y="13355"/>
                      <a:pt x="18146" y="14214"/>
                    </a:cubicBezTo>
                    <a:cubicBezTo>
                      <a:pt x="18146" y="15631"/>
                      <a:pt x="18185" y="16705"/>
                      <a:pt x="18264" y="17349"/>
                    </a:cubicBezTo>
                    <a:cubicBezTo>
                      <a:pt x="18343" y="18036"/>
                      <a:pt x="18432" y="18336"/>
                      <a:pt x="18528" y="18336"/>
                    </a:cubicBezTo>
                    <a:cubicBezTo>
                      <a:pt x="18578" y="18336"/>
                      <a:pt x="18623" y="18250"/>
                      <a:pt x="18668" y="18122"/>
                    </a:cubicBezTo>
                    <a:cubicBezTo>
                      <a:pt x="18713" y="17993"/>
                      <a:pt x="18753" y="17735"/>
                      <a:pt x="18786" y="17435"/>
                    </a:cubicBezTo>
                    <a:cubicBezTo>
                      <a:pt x="18820" y="17091"/>
                      <a:pt x="18848" y="16662"/>
                      <a:pt x="18871" y="16146"/>
                    </a:cubicBezTo>
                    <a:cubicBezTo>
                      <a:pt x="18882" y="15631"/>
                      <a:pt x="18893" y="14987"/>
                      <a:pt x="18893" y="14214"/>
                    </a:cubicBezTo>
                    <a:close/>
                    <a:moveTo>
                      <a:pt x="20404" y="21256"/>
                    </a:moveTo>
                    <a:lnTo>
                      <a:pt x="19831" y="21256"/>
                    </a:lnTo>
                    <a:lnTo>
                      <a:pt x="19831" y="7085"/>
                    </a:lnTo>
                    <a:lnTo>
                      <a:pt x="20275" y="7085"/>
                    </a:lnTo>
                    <a:lnTo>
                      <a:pt x="20342" y="8846"/>
                    </a:lnTo>
                    <a:cubicBezTo>
                      <a:pt x="20426" y="8202"/>
                      <a:pt x="20516" y="7687"/>
                      <a:pt x="20617" y="7300"/>
                    </a:cubicBezTo>
                    <a:cubicBezTo>
                      <a:pt x="20718" y="6914"/>
                      <a:pt x="20831" y="6742"/>
                      <a:pt x="20954" y="6742"/>
                    </a:cubicBezTo>
                    <a:cubicBezTo>
                      <a:pt x="21162" y="6742"/>
                      <a:pt x="21319" y="7171"/>
                      <a:pt x="21432" y="8030"/>
                    </a:cubicBezTo>
                    <a:cubicBezTo>
                      <a:pt x="21544" y="8889"/>
                      <a:pt x="21600" y="10177"/>
                      <a:pt x="21600" y="11852"/>
                    </a:cubicBezTo>
                    <a:lnTo>
                      <a:pt x="21600" y="21214"/>
                    </a:lnTo>
                    <a:lnTo>
                      <a:pt x="21027" y="21214"/>
                    </a:lnTo>
                    <a:lnTo>
                      <a:pt x="21027" y="12281"/>
                    </a:lnTo>
                    <a:cubicBezTo>
                      <a:pt x="21027" y="11594"/>
                      <a:pt x="21005" y="11036"/>
                      <a:pt x="20965" y="10650"/>
                    </a:cubicBezTo>
                    <a:cubicBezTo>
                      <a:pt x="20920" y="10263"/>
                      <a:pt x="20859" y="10048"/>
                      <a:pt x="20780" y="10048"/>
                    </a:cubicBezTo>
                    <a:cubicBezTo>
                      <a:pt x="20718" y="10048"/>
                      <a:pt x="20651" y="10177"/>
                      <a:pt x="20583" y="10478"/>
                    </a:cubicBezTo>
                    <a:cubicBezTo>
                      <a:pt x="20516" y="10736"/>
                      <a:pt x="20454" y="11122"/>
                      <a:pt x="20404" y="11551"/>
                    </a:cubicBezTo>
                    <a:lnTo>
                      <a:pt x="20404" y="21256"/>
                    </a:lnTo>
                    <a:close/>
                  </a:path>
                </a:pathLst>
              </a:custGeom>
              <a:solidFill>
                <a:srgbClr val="002033"/>
              </a:solidFill>
              <a:ln w="12700">
                <a:miter lim="400000"/>
              </a:ln>
            </p:spPr>
            <p:txBody>
              <a:bodyPr lIns="38100" tIns="38100" rIns="38100" bIns="38100" anchor="ctr"/>
              <a:lstStyle/>
              <a:p>
                <a:pPr>
                  <a:defRPr sz="3000">
                    <a:solidFill>
                      <a:srgbClr val="FFFFFF"/>
                    </a:solidFill>
                  </a:defRPr>
                </a:pPr>
                <a:endParaRPr/>
              </a:p>
            </p:txBody>
          </p:sp>
          <p:sp>
            <p:nvSpPr>
              <p:cNvPr id="16" name="Shape">
                <a:extLst>
                  <a:ext uri="{FF2B5EF4-FFF2-40B4-BE49-F238E27FC236}">
                    <a16:creationId xmlns:a16="http://schemas.microsoft.com/office/drawing/2014/main" id="{55AAA279-AE2A-8A5A-9892-A14475DA3DCC}"/>
                  </a:ext>
                </a:extLst>
              </p:cNvPr>
              <p:cNvSpPr/>
              <p:nvPr userDrawn="1"/>
            </p:nvSpPr>
            <p:spPr>
              <a:xfrm>
                <a:off x="5032172" y="1021854"/>
                <a:ext cx="1051185" cy="549583"/>
              </a:xfrm>
              <a:custGeom>
                <a:avLst/>
                <a:gdLst/>
                <a:ahLst/>
                <a:cxnLst>
                  <a:cxn ang="0">
                    <a:pos x="wd2" y="hd2"/>
                  </a:cxn>
                  <a:cxn ang="5400000">
                    <a:pos x="wd2" y="hd2"/>
                  </a:cxn>
                  <a:cxn ang="10800000">
                    <a:pos x="wd2" y="hd2"/>
                  </a:cxn>
                  <a:cxn ang="16200000">
                    <a:pos x="wd2" y="hd2"/>
                  </a:cxn>
                </a:cxnLst>
                <a:rect l="0" t="0" r="r" b="b"/>
                <a:pathLst>
                  <a:path w="21600" h="21600" extrusionOk="0">
                    <a:moveTo>
                      <a:pt x="15954" y="0"/>
                    </a:moveTo>
                    <a:cubicBezTo>
                      <a:pt x="13287" y="0"/>
                      <a:pt x="11002" y="3514"/>
                      <a:pt x="10441" y="8443"/>
                    </a:cubicBezTo>
                    <a:cubicBezTo>
                      <a:pt x="9052" y="8229"/>
                      <a:pt x="6050" y="7757"/>
                      <a:pt x="5198" y="7671"/>
                    </a:cubicBezTo>
                    <a:cubicBezTo>
                      <a:pt x="5154" y="7671"/>
                      <a:pt x="5109" y="7671"/>
                      <a:pt x="5041" y="7671"/>
                    </a:cubicBezTo>
                    <a:cubicBezTo>
                      <a:pt x="4638" y="7671"/>
                      <a:pt x="4280" y="7886"/>
                      <a:pt x="4033" y="8357"/>
                    </a:cubicBezTo>
                    <a:cubicBezTo>
                      <a:pt x="3563" y="9214"/>
                      <a:pt x="3563" y="10457"/>
                      <a:pt x="3563" y="10843"/>
                    </a:cubicBezTo>
                    <a:cubicBezTo>
                      <a:pt x="3563" y="11271"/>
                      <a:pt x="3563" y="12514"/>
                      <a:pt x="4033" y="13329"/>
                    </a:cubicBezTo>
                    <a:cubicBezTo>
                      <a:pt x="4280" y="13800"/>
                      <a:pt x="4638" y="14014"/>
                      <a:pt x="5041" y="14014"/>
                    </a:cubicBezTo>
                    <a:cubicBezTo>
                      <a:pt x="5086" y="14014"/>
                      <a:pt x="5131" y="14014"/>
                      <a:pt x="5198" y="14014"/>
                    </a:cubicBezTo>
                    <a:cubicBezTo>
                      <a:pt x="5803" y="13929"/>
                      <a:pt x="7417" y="13714"/>
                      <a:pt x="8313" y="13543"/>
                    </a:cubicBezTo>
                    <a:lnTo>
                      <a:pt x="9657" y="13329"/>
                    </a:lnTo>
                    <a:cubicBezTo>
                      <a:pt x="9971" y="13286"/>
                      <a:pt x="10262" y="13243"/>
                      <a:pt x="10464" y="13200"/>
                    </a:cubicBezTo>
                    <a:cubicBezTo>
                      <a:pt x="11046" y="18043"/>
                      <a:pt x="13332" y="21557"/>
                      <a:pt x="15954" y="21557"/>
                    </a:cubicBezTo>
                    <a:cubicBezTo>
                      <a:pt x="19068" y="21557"/>
                      <a:pt x="21600" y="16714"/>
                      <a:pt x="21600" y="10757"/>
                    </a:cubicBezTo>
                    <a:cubicBezTo>
                      <a:pt x="21600" y="4843"/>
                      <a:pt x="19068" y="0"/>
                      <a:pt x="15954" y="0"/>
                    </a:cubicBezTo>
                    <a:close/>
                    <a:moveTo>
                      <a:pt x="15954" y="17229"/>
                    </a:moveTo>
                    <a:cubicBezTo>
                      <a:pt x="14094" y="17229"/>
                      <a:pt x="12593" y="14357"/>
                      <a:pt x="12593" y="10800"/>
                    </a:cubicBezTo>
                    <a:cubicBezTo>
                      <a:pt x="12593" y="7243"/>
                      <a:pt x="14094" y="4371"/>
                      <a:pt x="15954" y="4371"/>
                    </a:cubicBezTo>
                    <a:cubicBezTo>
                      <a:pt x="17813" y="4371"/>
                      <a:pt x="19315" y="7243"/>
                      <a:pt x="19315" y="10800"/>
                    </a:cubicBezTo>
                    <a:cubicBezTo>
                      <a:pt x="19315" y="14357"/>
                      <a:pt x="17813" y="17229"/>
                      <a:pt x="15954" y="17229"/>
                    </a:cubicBezTo>
                    <a:close/>
                    <a:moveTo>
                      <a:pt x="9007" y="15514"/>
                    </a:moveTo>
                    <a:lnTo>
                      <a:pt x="9007" y="20014"/>
                    </a:lnTo>
                    <a:cubicBezTo>
                      <a:pt x="8627" y="20443"/>
                      <a:pt x="8134" y="20786"/>
                      <a:pt x="7506" y="21129"/>
                    </a:cubicBezTo>
                    <a:cubicBezTo>
                      <a:pt x="6879" y="21429"/>
                      <a:pt x="6207" y="21600"/>
                      <a:pt x="5467" y="21600"/>
                    </a:cubicBezTo>
                    <a:cubicBezTo>
                      <a:pt x="4324" y="21600"/>
                      <a:pt x="3339" y="21171"/>
                      <a:pt x="2532" y="20271"/>
                    </a:cubicBezTo>
                    <a:cubicBezTo>
                      <a:pt x="1725" y="19371"/>
                      <a:pt x="1098" y="18129"/>
                      <a:pt x="650" y="16500"/>
                    </a:cubicBezTo>
                    <a:cubicBezTo>
                      <a:pt x="224" y="14871"/>
                      <a:pt x="0" y="12986"/>
                      <a:pt x="0" y="10800"/>
                    </a:cubicBezTo>
                    <a:cubicBezTo>
                      <a:pt x="0" y="8657"/>
                      <a:pt x="246" y="6729"/>
                      <a:pt x="717" y="5143"/>
                    </a:cubicBezTo>
                    <a:cubicBezTo>
                      <a:pt x="1210" y="3514"/>
                      <a:pt x="1860" y="2271"/>
                      <a:pt x="2711" y="1371"/>
                    </a:cubicBezTo>
                    <a:cubicBezTo>
                      <a:pt x="3563" y="471"/>
                      <a:pt x="4549" y="43"/>
                      <a:pt x="5646" y="43"/>
                    </a:cubicBezTo>
                    <a:cubicBezTo>
                      <a:pt x="6229" y="43"/>
                      <a:pt x="6767" y="171"/>
                      <a:pt x="7282" y="386"/>
                    </a:cubicBezTo>
                    <a:cubicBezTo>
                      <a:pt x="7798" y="600"/>
                      <a:pt x="8246" y="900"/>
                      <a:pt x="8627" y="1243"/>
                    </a:cubicBezTo>
                    <a:lnTo>
                      <a:pt x="8402" y="4843"/>
                    </a:lnTo>
                    <a:cubicBezTo>
                      <a:pt x="8022" y="4500"/>
                      <a:pt x="7596" y="4200"/>
                      <a:pt x="7125" y="3986"/>
                    </a:cubicBezTo>
                    <a:cubicBezTo>
                      <a:pt x="6655" y="3771"/>
                      <a:pt x="6162" y="3643"/>
                      <a:pt x="5624" y="3643"/>
                    </a:cubicBezTo>
                    <a:cubicBezTo>
                      <a:pt x="4817" y="3643"/>
                      <a:pt x="4168" y="3943"/>
                      <a:pt x="3630" y="4586"/>
                    </a:cubicBezTo>
                    <a:cubicBezTo>
                      <a:pt x="3115" y="5186"/>
                      <a:pt x="2734" y="6043"/>
                      <a:pt x="2487" y="7114"/>
                    </a:cubicBezTo>
                    <a:cubicBezTo>
                      <a:pt x="2241" y="8186"/>
                      <a:pt x="2106" y="9386"/>
                      <a:pt x="2106" y="10714"/>
                    </a:cubicBezTo>
                    <a:cubicBezTo>
                      <a:pt x="2106" y="12129"/>
                      <a:pt x="2241" y="13371"/>
                      <a:pt x="2487" y="14443"/>
                    </a:cubicBezTo>
                    <a:cubicBezTo>
                      <a:pt x="2734" y="15514"/>
                      <a:pt x="3115" y="16371"/>
                      <a:pt x="3607" y="17014"/>
                    </a:cubicBezTo>
                    <a:cubicBezTo>
                      <a:pt x="4100" y="17614"/>
                      <a:pt x="4728" y="17957"/>
                      <a:pt x="5490" y="17957"/>
                    </a:cubicBezTo>
                    <a:cubicBezTo>
                      <a:pt x="5714" y="17957"/>
                      <a:pt x="5960" y="17914"/>
                      <a:pt x="6207" y="17871"/>
                    </a:cubicBezTo>
                    <a:cubicBezTo>
                      <a:pt x="6453" y="17829"/>
                      <a:pt x="6722" y="17743"/>
                      <a:pt x="6968" y="17614"/>
                    </a:cubicBezTo>
                    <a:lnTo>
                      <a:pt x="6968" y="15814"/>
                    </a:lnTo>
                    <a:cubicBezTo>
                      <a:pt x="7439" y="15729"/>
                      <a:pt x="7887" y="15686"/>
                      <a:pt x="8246" y="15643"/>
                    </a:cubicBezTo>
                    <a:lnTo>
                      <a:pt x="9007" y="15514"/>
                    </a:lnTo>
                    <a:close/>
                  </a:path>
                </a:pathLst>
              </a:custGeom>
              <a:solidFill>
                <a:srgbClr val="008C58"/>
              </a:solidFill>
              <a:ln w="12700">
                <a:miter lim="400000"/>
              </a:ln>
            </p:spPr>
            <p:txBody>
              <a:bodyPr lIns="38100" tIns="38100" rIns="38100" bIns="38100" anchor="ctr"/>
              <a:lstStyle/>
              <a:p>
                <a:pPr>
                  <a:defRPr sz="3000">
                    <a:solidFill>
                      <a:srgbClr val="FFFFFF"/>
                    </a:solidFill>
                  </a:defRPr>
                </a:pPr>
                <a:endParaRPr dirty="0"/>
              </a:p>
            </p:txBody>
          </p:sp>
        </p:grpSp>
      </p:grpSp>
      <p:sp>
        <p:nvSpPr>
          <p:cNvPr id="19" name="Rectangle 18">
            <a:extLst>
              <a:ext uri="{FF2B5EF4-FFF2-40B4-BE49-F238E27FC236}">
                <a16:creationId xmlns:a16="http://schemas.microsoft.com/office/drawing/2014/main" id="{936847CB-A8E6-F01E-04F6-121152D346B3}"/>
              </a:ext>
            </a:extLst>
          </p:cNvPr>
          <p:cNvSpPr/>
          <p:nvPr userDrawn="1"/>
        </p:nvSpPr>
        <p:spPr>
          <a:xfrm>
            <a:off x="-12701" y="6959601"/>
            <a:ext cx="1603901" cy="276999"/>
          </a:xfrm>
          <a:prstGeom prst="rect">
            <a:avLst/>
          </a:prstGeom>
        </p:spPr>
        <p:txBody>
          <a:bodyPr wrap="none">
            <a:spAutoFit/>
          </a:bodyPr>
          <a:lstStyle/>
          <a:p>
            <a:r>
              <a:rPr lang="en-US" sz="1200" b="0" i="0" dirty="0">
                <a:solidFill>
                  <a:srgbClr val="008C58"/>
                </a:solidFill>
                <a:effectLst/>
                <a:latin typeface="+mn-lt"/>
              </a:rPr>
              <a:t>© </a:t>
            </a:r>
            <a:r>
              <a:rPr lang="en-US" sz="1200" b="0" i="0" u="none" strike="noStrike" dirty="0">
                <a:solidFill>
                  <a:srgbClr val="008C58"/>
                </a:solidFill>
                <a:effectLst/>
                <a:latin typeface="+mn-lt"/>
                <a:hlinkClick r:id="rId9" tooltip="PresentationGo!">
                  <a:extLst>
                    <a:ext uri="{A12FA001-AC4F-418D-AE19-62706E023703}">
                      <ahyp:hlinkClr xmlns:ahyp="http://schemas.microsoft.com/office/drawing/2018/hyperlinkcolor" val="tx"/>
                    </a:ext>
                  </a:extLst>
                </a:hlinkClick>
              </a:rPr>
              <a:t>presentationgo.com</a:t>
            </a:r>
            <a:endParaRPr lang="en-US" sz="1200" dirty="0">
              <a:solidFill>
                <a:srgbClr val="008C58"/>
              </a:solidFill>
              <a:latin typeface="+mn-lt"/>
            </a:endParaRPr>
          </a:p>
        </p:txBody>
      </p:sp>
    </p:spTree>
    <p:extLst>
      <p:ext uri="{BB962C8B-B14F-4D97-AF65-F5344CB8AC3E}">
        <p14:creationId xmlns:p14="http://schemas.microsoft.com/office/powerpoint/2010/main" val="210759481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Lst>
  <p:hf hdr="0"/>
  <p:txStyles>
    <p:titleStyle>
      <a:lvl1pPr algn="l" defTabSz="914400" rtl="0" eaLnBrk="1" latinLnBrk="0" hangingPunct="1">
        <a:lnSpc>
          <a:spcPct val="90000"/>
        </a:lnSpc>
        <a:spcBef>
          <a:spcPct val="0"/>
        </a:spcBef>
        <a:buNone/>
        <a:defRPr sz="4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6C7F94-AC2B-4ABA-8168-9102B651ED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a:extLst>
              <a:ext uri="{FF2B5EF4-FFF2-40B4-BE49-F238E27FC236}">
                <a16:creationId xmlns:a16="http://schemas.microsoft.com/office/drawing/2014/main" id="{C499E8B4-649E-4A8B-B6EE-CC6C44EF5A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a:extLst>
              <a:ext uri="{FF2B5EF4-FFF2-40B4-BE49-F238E27FC236}">
                <a16:creationId xmlns:a16="http://schemas.microsoft.com/office/drawing/2014/main" id="{534133B5-720F-4407-9AAB-3B5E07088D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r>
              <a:rPr lang="en-US"/>
              <a:t>Date</a:t>
            </a:r>
          </a:p>
        </p:txBody>
      </p:sp>
      <p:sp>
        <p:nvSpPr>
          <p:cNvPr id="5" name="Footer Placeholder 4">
            <a:extLst>
              <a:ext uri="{FF2B5EF4-FFF2-40B4-BE49-F238E27FC236}">
                <a16:creationId xmlns:a16="http://schemas.microsoft.com/office/drawing/2014/main" id="{2091AE36-FE6A-4E21-B178-40F00D0FF5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t>Your Footer Here</a:t>
            </a:r>
          </a:p>
        </p:txBody>
      </p:sp>
      <p:sp>
        <p:nvSpPr>
          <p:cNvPr id="6" name="Slide Number Placeholder 5">
            <a:extLst>
              <a:ext uri="{FF2B5EF4-FFF2-40B4-BE49-F238E27FC236}">
                <a16:creationId xmlns:a16="http://schemas.microsoft.com/office/drawing/2014/main" id="{A6154408-120E-4EFA-AC50-C50B6469D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672B7600-67E3-4D97-B453-880E2742B982}" type="slidenum">
              <a:rPr lang="en-US" smtClean="0"/>
              <a:pPr/>
              <a:t>‹N›</a:t>
            </a:fld>
            <a:endParaRPr lang="en-US"/>
          </a:p>
        </p:txBody>
      </p:sp>
      <p:grpSp>
        <p:nvGrpSpPr>
          <p:cNvPr id="12" name="Group 11">
            <a:extLst>
              <a:ext uri="{FF2B5EF4-FFF2-40B4-BE49-F238E27FC236}">
                <a16:creationId xmlns:a16="http://schemas.microsoft.com/office/drawing/2014/main" id="{E2410614-AD67-A1B8-2188-18AA53B12859}"/>
              </a:ext>
            </a:extLst>
          </p:cNvPr>
          <p:cNvGrpSpPr/>
          <p:nvPr userDrawn="1"/>
        </p:nvGrpSpPr>
        <p:grpSpPr>
          <a:xfrm>
            <a:off x="12313760" y="-58780"/>
            <a:ext cx="1738741" cy="604829"/>
            <a:chOff x="-1808527" y="-16654"/>
            <a:chExt cx="1738741" cy="604829"/>
          </a:xfrm>
        </p:grpSpPr>
        <p:grpSp>
          <p:nvGrpSpPr>
            <p:cNvPr id="13" name="Group 12">
              <a:extLst>
                <a:ext uri="{FF2B5EF4-FFF2-40B4-BE49-F238E27FC236}">
                  <a16:creationId xmlns:a16="http://schemas.microsoft.com/office/drawing/2014/main" id="{C748174B-C7A3-7CB0-60BE-F217DB306B75}"/>
                </a:ext>
              </a:extLst>
            </p:cNvPr>
            <p:cNvGrpSpPr/>
            <p:nvPr userDrawn="1"/>
          </p:nvGrpSpPr>
          <p:grpSpPr>
            <a:xfrm>
              <a:off x="-1808527" y="-16654"/>
              <a:ext cx="1738741" cy="604829"/>
              <a:chOff x="-2250002" y="21447"/>
              <a:chExt cx="1738741" cy="604829"/>
            </a:xfrm>
          </p:grpSpPr>
          <p:sp>
            <p:nvSpPr>
              <p:cNvPr id="17" name="TextBox 16">
                <a:extLst>
                  <a:ext uri="{FF2B5EF4-FFF2-40B4-BE49-F238E27FC236}">
                    <a16:creationId xmlns:a16="http://schemas.microsoft.com/office/drawing/2014/main" id="{3D689C4C-F2D8-275E-34C5-D53400CB0FEB}"/>
                  </a:ext>
                </a:extLst>
              </p:cNvPr>
              <p:cNvSpPr txBox="1"/>
              <p:nvPr userDrawn="1"/>
            </p:nvSpPr>
            <p:spPr>
              <a:xfrm>
                <a:off x="-2250002" y="21447"/>
                <a:ext cx="34336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By:</a:t>
                </a:r>
              </a:p>
            </p:txBody>
          </p:sp>
          <p:sp>
            <p:nvSpPr>
              <p:cNvPr id="18" name="TextBox 17">
                <a:extLst>
                  <a:ext uri="{FF2B5EF4-FFF2-40B4-BE49-F238E27FC236}">
                    <a16:creationId xmlns:a16="http://schemas.microsoft.com/office/drawing/2014/main" id="{41CE954A-C5CF-833F-B550-534A538735A4}"/>
                  </a:ext>
                </a:extLst>
              </p:cNvPr>
              <p:cNvSpPr txBox="1"/>
              <p:nvPr userDrawn="1"/>
            </p:nvSpPr>
            <p:spPr>
              <a:xfrm>
                <a:off x="-950805" y="380055"/>
                <a:ext cx="43954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.com</a:t>
                </a:r>
              </a:p>
            </p:txBody>
          </p:sp>
        </p:grpSp>
        <p:grpSp>
          <p:nvGrpSpPr>
            <p:cNvPr id="14" name="Group 13">
              <a:extLst>
                <a:ext uri="{FF2B5EF4-FFF2-40B4-BE49-F238E27FC236}">
                  <a16:creationId xmlns:a16="http://schemas.microsoft.com/office/drawing/2014/main" id="{F7836CFB-B425-F952-7EC0-F257F88D0409}"/>
                </a:ext>
              </a:extLst>
            </p:cNvPr>
            <p:cNvGrpSpPr/>
            <p:nvPr userDrawn="1"/>
          </p:nvGrpSpPr>
          <p:grpSpPr>
            <a:xfrm>
              <a:off x="-1719071" y="218885"/>
              <a:ext cx="1547194" cy="159662"/>
              <a:chOff x="757647" y="1021854"/>
              <a:chExt cx="5325710" cy="549583"/>
            </a:xfrm>
          </p:grpSpPr>
          <p:sp>
            <p:nvSpPr>
              <p:cNvPr id="15" name="Shape">
                <a:extLst>
                  <a:ext uri="{FF2B5EF4-FFF2-40B4-BE49-F238E27FC236}">
                    <a16:creationId xmlns:a16="http://schemas.microsoft.com/office/drawing/2014/main" id="{F2DC34CA-2B11-D3D8-1C3E-5C962AD37979}"/>
                  </a:ext>
                </a:extLst>
              </p:cNvPr>
              <p:cNvSpPr/>
              <p:nvPr userDrawn="1"/>
            </p:nvSpPr>
            <p:spPr>
              <a:xfrm>
                <a:off x="757647" y="1022945"/>
                <a:ext cx="4193833" cy="548492"/>
              </a:xfrm>
              <a:custGeom>
                <a:avLst/>
                <a:gdLst/>
                <a:ahLst/>
                <a:cxnLst>
                  <a:cxn ang="0">
                    <a:pos x="wd2" y="hd2"/>
                  </a:cxn>
                  <a:cxn ang="5400000">
                    <a:pos x="wd2" y="hd2"/>
                  </a:cxn>
                  <a:cxn ang="10800000">
                    <a:pos x="wd2" y="hd2"/>
                  </a:cxn>
                  <a:cxn ang="16200000">
                    <a:pos x="wd2" y="hd2"/>
                  </a:cxn>
                </a:cxnLst>
                <a:rect l="0" t="0" r="r" b="b"/>
                <a:pathLst>
                  <a:path w="21600" h="21600" extrusionOk="0">
                    <a:moveTo>
                      <a:pt x="0" y="2662"/>
                    </a:moveTo>
                    <a:lnTo>
                      <a:pt x="882" y="2662"/>
                    </a:lnTo>
                    <a:cubicBezTo>
                      <a:pt x="1028" y="2662"/>
                      <a:pt x="1163" y="2791"/>
                      <a:pt x="1280" y="3049"/>
                    </a:cubicBezTo>
                    <a:cubicBezTo>
                      <a:pt x="1398" y="3307"/>
                      <a:pt x="1500" y="3693"/>
                      <a:pt x="1584" y="4165"/>
                    </a:cubicBezTo>
                    <a:cubicBezTo>
                      <a:pt x="1668" y="4638"/>
                      <a:pt x="1730" y="5239"/>
                      <a:pt x="1775" y="5969"/>
                    </a:cubicBezTo>
                    <a:cubicBezTo>
                      <a:pt x="1820" y="6656"/>
                      <a:pt x="1842" y="7472"/>
                      <a:pt x="1842" y="8374"/>
                    </a:cubicBezTo>
                    <a:cubicBezTo>
                      <a:pt x="1842" y="9447"/>
                      <a:pt x="1814" y="10392"/>
                      <a:pt x="1763" y="11165"/>
                    </a:cubicBezTo>
                    <a:cubicBezTo>
                      <a:pt x="1707" y="11938"/>
                      <a:pt x="1634" y="12625"/>
                      <a:pt x="1544" y="13140"/>
                    </a:cubicBezTo>
                    <a:cubicBezTo>
                      <a:pt x="1455" y="13656"/>
                      <a:pt x="1348" y="14042"/>
                      <a:pt x="1224" y="14300"/>
                    </a:cubicBezTo>
                    <a:cubicBezTo>
                      <a:pt x="1101" y="14557"/>
                      <a:pt x="972" y="14686"/>
                      <a:pt x="837" y="14686"/>
                    </a:cubicBezTo>
                    <a:lnTo>
                      <a:pt x="590" y="14686"/>
                    </a:lnTo>
                    <a:lnTo>
                      <a:pt x="590" y="21299"/>
                    </a:lnTo>
                    <a:lnTo>
                      <a:pt x="0" y="21299"/>
                    </a:lnTo>
                    <a:lnTo>
                      <a:pt x="0" y="2662"/>
                    </a:lnTo>
                    <a:close/>
                    <a:moveTo>
                      <a:pt x="584" y="11251"/>
                    </a:moveTo>
                    <a:lnTo>
                      <a:pt x="798" y="11251"/>
                    </a:lnTo>
                    <a:cubicBezTo>
                      <a:pt x="854" y="11251"/>
                      <a:pt x="910" y="11208"/>
                      <a:pt x="966" y="11122"/>
                    </a:cubicBezTo>
                    <a:cubicBezTo>
                      <a:pt x="1022" y="11036"/>
                      <a:pt x="1067" y="10864"/>
                      <a:pt x="1106" y="10650"/>
                    </a:cubicBezTo>
                    <a:cubicBezTo>
                      <a:pt x="1146" y="10435"/>
                      <a:pt x="1179" y="10177"/>
                      <a:pt x="1202" y="9834"/>
                    </a:cubicBezTo>
                    <a:cubicBezTo>
                      <a:pt x="1224" y="9490"/>
                      <a:pt x="1241" y="9104"/>
                      <a:pt x="1241" y="8588"/>
                    </a:cubicBezTo>
                    <a:cubicBezTo>
                      <a:pt x="1241" y="7730"/>
                      <a:pt x="1202" y="7085"/>
                      <a:pt x="1129" y="6656"/>
                    </a:cubicBezTo>
                    <a:cubicBezTo>
                      <a:pt x="1050" y="6227"/>
                      <a:pt x="955" y="6012"/>
                      <a:pt x="826" y="6012"/>
                    </a:cubicBezTo>
                    <a:lnTo>
                      <a:pt x="590" y="6012"/>
                    </a:lnTo>
                    <a:lnTo>
                      <a:pt x="590" y="11251"/>
                    </a:lnTo>
                    <a:close/>
                    <a:moveTo>
                      <a:pt x="2179" y="21256"/>
                    </a:moveTo>
                    <a:lnTo>
                      <a:pt x="2179" y="7085"/>
                    </a:lnTo>
                    <a:lnTo>
                      <a:pt x="2628" y="7085"/>
                    </a:lnTo>
                    <a:lnTo>
                      <a:pt x="2685" y="9576"/>
                    </a:lnTo>
                    <a:cubicBezTo>
                      <a:pt x="2707" y="9233"/>
                      <a:pt x="2735" y="8889"/>
                      <a:pt x="2769" y="8546"/>
                    </a:cubicBezTo>
                    <a:cubicBezTo>
                      <a:pt x="2802" y="8202"/>
                      <a:pt x="2842" y="7901"/>
                      <a:pt x="2887" y="7644"/>
                    </a:cubicBezTo>
                    <a:cubicBezTo>
                      <a:pt x="2932" y="7386"/>
                      <a:pt x="2988" y="7171"/>
                      <a:pt x="3044" y="7043"/>
                    </a:cubicBezTo>
                    <a:cubicBezTo>
                      <a:pt x="3106" y="6871"/>
                      <a:pt x="3173" y="6828"/>
                      <a:pt x="3246" y="6828"/>
                    </a:cubicBezTo>
                    <a:cubicBezTo>
                      <a:pt x="3302" y="6828"/>
                      <a:pt x="3353" y="6871"/>
                      <a:pt x="3403" y="7000"/>
                    </a:cubicBezTo>
                    <a:cubicBezTo>
                      <a:pt x="3448" y="7128"/>
                      <a:pt x="3488" y="7214"/>
                      <a:pt x="3516" y="7386"/>
                    </a:cubicBezTo>
                    <a:lnTo>
                      <a:pt x="3426" y="10779"/>
                    </a:lnTo>
                    <a:cubicBezTo>
                      <a:pt x="3398" y="10650"/>
                      <a:pt x="3364" y="10564"/>
                      <a:pt x="3319" y="10435"/>
                    </a:cubicBezTo>
                    <a:cubicBezTo>
                      <a:pt x="3274" y="10349"/>
                      <a:pt x="3224" y="10306"/>
                      <a:pt x="3156" y="10306"/>
                    </a:cubicBezTo>
                    <a:cubicBezTo>
                      <a:pt x="3038" y="10306"/>
                      <a:pt x="2937" y="10607"/>
                      <a:pt x="2859" y="11208"/>
                    </a:cubicBezTo>
                    <a:cubicBezTo>
                      <a:pt x="2780" y="11809"/>
                      <a:pt x="2741" y="12840"/>
                      <a:pt x="2741" y="14257"/>
                    </a:cubicBezTo>
                    <a:lnTo>
                      <a:pt x="2741" y="21342"/>
                    </a:lnTo>
                    <a:lnTo>
                      <a:pt x="2179" y="21342"/>
                    </a:lnTo>
                    <a:close/>
                    <a:moveTo>
                      <a:pt x="5279" y="15416"/>
                    </a:moveTo>
                    <a:lnTo>
                      <a:pt x="4083" y="15416"/>
                    </a:lnTo>
                    <a:lnTo>
                      <a:pt x="4083" y="15545"/>
                    </a:lnTo>
                    <a:cubicBezTo>
                      <a:pt x="4083" y="16533"/>
                      <a:pt x="4134" y="17263"/>
                      <a:pt x="4235" y="17692"/>
                    </a:cubicBezTo>
                    <a:cubicBezTo>
                      <a:pt x="4336" y="18165"/>
                      <a:pt x="4459" y="18379"/>
                      <a:pt x="4611" y="18379"/>
                    </a:cubicBezTo>
                    <a:cubicBezTo>
                      <a:pt x="4718" y="18379"/>
                      <a:pt x="4807" y="18293"/>
                      <a:pt x="4886" y="18165"/>
                    </a:cubicBezTo>
                    <a:cubicBezTo>
                      <a:pt x="4965" y="17993"/>
                      <a:pt x="5032" y="17821"/>
                      <a:pt x="5088" y="17606"/>
                    </a:cubicBezTo>
                    <a:lnTo>
                      <a:pt x="5195" y="20612"/>
                    </a:lnTo>
                    <a:cubicBezTo>
                      <a:pt x="5128" y="20870"/>
                      <a:pt x="5038" y="21085"/>
                      <a:pt x="4931" y="21299"/>
                    </a:cubicBezTo>
                    <a:cubicBezTo>
                      <a:pt x="4824" y="21514"/>
                      <a:pt x="4695" y="21600"/>
                      <a:pt x="4538" y="21600"/>
                    </a:cubicBezTo>
                    <a:cubicBezTo>
                      <a:pt x="4398" y="21600"/>
                      <a:pt x="4268" y="21471"/>
                      <a:pt x="4145" y="21171"/>
                    </a:cubicBezTo>
                    <a:cubicBezTo>
                      <a:pt x="4021" y="20870"/>
                      <a:pt x="3909" y="20441"/>
                      <a:pt x="3819" y="19839"/>
                    </a:cubicBezTo>
                    <a:cubicBezTo>
                      <a:pt x="3724" y="19238"/>
                      <a:pt x="3651" y="18508"/>
                      <a:pt x="3594" y="17606"/>
                    </a:cubicBezTo>
                    <a:cubicBezTo>
                      <a:pt x="3538" y="16705"/>
                      <a:pt x="3510" y="15631"/>
                      <a:pt x="3510" y="14343"/>
                    </a:cubicBezTo>
                    <a:cubicBezTo>
                      <a:pt x="3510" y="13226"/>
                      <a:pt x="3533" y="12196"/>
                      <a:pt x="3578" y="11251"/>
                    </a:cubicBezTo>
                    <a:cubicBezTo>
                      <a:pt x="3622" y="10306"/>
                      <a:pt x="3684" y="9533"/>
                      <a:pt x="3768" y="8846"/>
                    </a:cubicBezTo>
                    <a:cubicBezTo>
                      <a:pt x="3853" y="8159"/>
                      <a:pt x="3948" y="7644"/>
                      <a:pt x="4066" y="7300"/>
                    </a:cubicBezTo>
                    <a:cubicBezTo>
                      <a:pt x="4178" y="6957"/>
                      <a:pt x="4308" y="6742"/>
                      <a:pt x="4448" y="6742"/>
                    </a:cubicBezTo>
                    <a:cubicBezTo>
                      <a:pt x="4701" y="6742"/>
                      <a:pt x="4903" y="7343"/>
                      <a:pt x="5060" y="8503"/>
                    </a:cubicBezTo>
                    <a:cubicBezTo>
                      <a:pt x="5212" y="9662"/>
                      <a:pt x="5290" y="11380"/>
                      <a:pt x="5290" y="13527"/>
                    </a:cubicBezTo>
                    <a:lnTo>
                      <a:pt x="5290" y="15416"/>
                    </a:lnTo>
                    <a:close/>
                    <a:moveTo>
                      <a:pt x="4695" y="12453"/>
                    </a:moveTo>
                    <a:cubicBezTo>
                      <a:pt x="4695" y="12110"/>
                      <a:pt x="4690" y="11809"/>
                      <a:pt x="4678" y="11466"/>
                    </a:cubicBezTo>
                    <a:cubicBezTo>
                      <a:pt x="4667" y="11165"/>
                      <a:pt x="4650" y="10864"/>
                      <a:pt x="4628" y="10607"/>
                    </a:cubicBezTo>
                    <a:cubicBezTo>
                      <a:pt x="4605" y="10349"/>
                      <a:pt x="4577" y="10177"/>
                      <a:pt x="4544" y="10006"/>
                    </a:cubicBezTo>
                    <a:cubicBezTo>
                      <a:pt x="4510" y="9877"/>
                      <a:pt x="4465" y="9791"/>
                      <a:pt x="4420" y="9791"/>
                    </a:cubicBezTo>
                    <a:cubicBezTo>
                      <a:pt x="4330" y="9791"/>
                      <a:pt x="4257" y="10049"/>
                      <a:pt x="4195" y="10521"/>
                    </a:cubicBezTo>
                    <a:cubicBezTo>
                      <a:pt x="4134" y="10993"/>
                      <a:pt x="4100" y="11637"/>
                      <a:pt x="4089" y="12496"/>
                    </a:cubicBezTo>
                    <a:lnTo>
                      <a:pt x="4695" y="12453"/>
                    </a:lnTo>
                    <a:close/>
                    <a:moveTo>
                      <a:pt x="6773" y="10693"/>
                    </a:moveTo>
                    <a:cubicBezTo>
                      <a:pt x="6706" y="10435"/>
                      <a:pt x="6633" y="10220"/>
                      <a:pt x="6554" y="10091"/>
                    </a:cubicBezTo>
                    <a:cubicBezTo>
                      <a:pt x="6476" y="9963"/>
                      <a:pt x="6402" y="9877"/>
                      <a:pt x="6329" y="9877"/>
                    </a:cubicBezTo>
                    <a:cubicBezTo>
                      <a:pt x="6262" y="9877"/>
                      <a:pt x="6206" y="9963"/>
                      <a:pt x="6167" y="10134"/>
                    </a:cubicBezTo>
                    <a:cubicBezTo>
                      <a:pt x="6127" y="10306"/>
                      <a:pt x="6105" y="10564"/>
                      <a:pt x="6105" y="10864"/>
                    </a:cubicBezTo>
                    <a:cubicBezTo>
                      <a:pt x="6105" y="11208"/>
                      <a:pt x="6127" y="11466"/>
                      <a:pt x="6167" y="11723"/>
                    </a:cubicBezTo>
                    <a:cubicBezTo>
                      <a:pt x="6206" y="11938"/>
                      <a:pt x="6285" y="12196"/>
                      <a:pt x="6402" y="12453"/>
                    </a:cubicBezTo>
                    <a:lnTo>
                      <a:pt x="6520" y="12711"/>
                    </a:lnTo>
                    <a:cubicBezTo>
                      <a:pt x="6672" y="13054"/>
                      <a:pt x="6790" y="13570"/>
                      <a:pt x="6869" y="14257"/>
                    </a:cubicBezTo>
                    <a:cubicBezTo>
                      <a:pt x="6947" y="14944"/>
                      <a:pt x="6987" y="15803"/>
                      <a:pt x="6987" y="16876"/>
                    </a:cubicBezTo>
                    <a:cubicBezTo>
                      <a:pt x="6987" y="17563"/>
                      <a:pt x="6970" y="18208"/>
                      <a:pt x="6930" y="18809"/>
                    </a:cubicBezTo>
                    <a:cubicBezTo>
                      <a:pt x="6891" y="19410"/>
                      <a:pt x="6835" y="19882"/>
                      <a:pt x="6768" y="20312"/>
                    </a:cubicBezTo>
                    <a:cubicBezTo>
                      <a:pt x="6695" y="20741"/>
                      <a:pt x="6610" y="21042"/>
                      <a:pt x="6515" y="21256"/>
                    </a:cubicBezTo>
                    <a:cubicBezTo>
                      <a:pt x="6414" y="21471"/>
                      <a:pt x="6307" y="21600"/>
                      <a:pt x="6183" y="21600"/>
                    </a:cubicBezTo>
                    <a:cubicBezTo>
                      <a:pt x="6054" y="21600"/>
                      <a:pt x="5936" y="21514"/>
                      <a:pt x="5835" y="21342"/>
                    </a:cubicBezTo>
                    <a:cubicBezTo>
                      <a:pt x="5734" y="21171"/>
                      <a:pt x="5639" y="20913"/>
                      <a:pt x="5554" y="20569"/>
                    </a:cubicBezTo>
                    <a:lnTo>
                      <a:pt x="5678" y="17435"/>
                    </a:lnTo>
                    <a:cubicBezTo>
                      <a:pt x="5751" y="17735"/>
                      <a:pt x="5830" y="17950"/>
                      <a:pt x="5914" y="18165"/>
                    </a:cubicBezTo>
                    <a:cubicBezTo>
                      <a:pt x="5993" y="18336"/>
                      <a:pt x="6077" y="18465"/>
                      <a:pt x="6161" y="18465"/>
                    </a:cubicBezTo>
                    <a:cubicBezTo>
                      <a:pt x="6256" y="18465"/>
                      <a:pt x="6329" y="18336"/>
                      <a:pt x="6369" y="18122"/>
                    </a:cubicBezTo>
                    <a:cubicBezTo>
                      <a:pt x="6408" y="17907"/>
                      <a:pt x="6431" y="17649"/>
                      <a:pt x="6431" y="17349"/>
                    </a:cubicBezTo>
                    <a:cubicBezTo>
                      <a:pt x="6431" y="17177"/>
                      <a:pt x="6425" y="17005"/>
                      <a:pt x="6419" y="16876"/>
                    </a:cubicBezTo>
                    <a:cubicBezTo>
                      <a:pt x="6408" y="16748"/>
                      <a:pt x="6397" y="16619"/>
                      <a:pt x="6369" y="16490"/>
                    </a:cubicBezTo>
                    <a:cubicBezTo>
                      <a:pt x="6346" y="16361"/>
                      <a:pt x="6313" y="16275"/>
                      <a:pt x="6268" y="16146"/>
                    </a:cubicBezTo>
                    <a:cubicBezTo>
                      <a:pt x="6223" y="16017"/>
                      <a:pt x="6172" y="15889"/>
                      <a:pt x="6105" y="15760"/>
                    </a:cubicBezTo>
                    <a:lnTo>
                      <a:pt x="5987" y="15502"/>
                    </a:lnTo>
                    <a:cubicBezTo>
                      <a:pt x="5835" y="15116"/>
                      <a:pt x="5723" y="14600"/>
                      <a:pt x="5656" y="13956"/>
                    </a:cubicBezTo>
                    <a:cubicBezTo>
                      <a:pt x="5588" y="13312"/>
                      <a:pt x="5549" y="12410"/>
                      <a:pt x="5549" y="11294"/>
                    </a:cubicBezTo>
                    <a:cubicBezTo>
                      <a:pt x="5549" y="10650"/>
                      <a:pt x="5566" y="10049"/>
                      <a:pt x="5599" y="9490"/>
                    </a:cubicBezTo>
                    <a:cubicBezTo>
                      <a:pt x="5633" y="8932"/>
                      <a:pt x="5684" y="8460"/>
                      <a:pt x="5745" y="8073"/>
                    </a:cubicBezTo>
                    <a:cubicBezTo>
                      <a:pt x="5807" y="7687"/>
                      <a:pt x="5886" y="7343"/>
                      <a:pt x="5976" y="7128"/>
                    </a:cubicBezTo>
                    <a:cubicBezTo>
                      <a:pt x="6066" y="6914"/>
                      <a:pt x="6172" y="6785"/>
                      <a:pt x="6290" y="6785"/>
                    </a:cubicBezTo>
                    <a:cubicBezTo>
                      <a:pt x="6408" y="6785"/>
                      <a:pt x="6520" y="6871"/>
                      <a:pt x="6622" y="7043"/>
                    </a:cubicBezTo>
                    <a:cubicBezTo>
                      <a:pt x="6723" y="7214"/>
                      <a:pt x="6812" y="7429"/>
                      <a:pt x="6897" y="7730"/>
                    </a:cubicBezTo>
                    <a:lnTo>
                      <a:pt x="6773" y="10693"/>
                    </a:lnTo>
                    <a:close/>
                    <a:moveTo>
                      <a:pt x="8992" y="15416"/>
                    </a:moveTo>
                    <a:lnTo>
                      <a:pt x="7795" y="15416"/>
                    </a:lnTo>
                    <a:lnTo>
                      <a:pt x="7795" y="15545"/>
                    </a:lnTo>
                    <a:cubicBezTo>
                      <a:pt x="7795" y="16533"/>
                      <a:pt x="7846" y="17263"/>
                      <a:pt x="7947" y="17692"/>
                    </a:cubicBezTo>
                    <a:cubicBezTo>
                      <a:pt x="8048" y="18165"/>
                      <a:pt x="8172" y="18379"/>
                      <a:pt x="8323" y="18379"/>
                    </a:cubicBezTo>
                    <a:cubicBezTo>
                      <a:pt x="8430" y="18379"/>
                      <a:pt x="8520" y="18293"/>
                      <a:pt x="8598" y="18165"/>
                    </a:cubicBezTo>
                    <a:cubicBezTo>
                      <a:pt x="8677" y="17993"/>
                      <a:pt x="8744" y="17821"/>
                      <a:pt x="8801" y="17606"/>
                    </a:cubicBezTo>
                    <a:lnTo>
                      <a:pt x="8907" y="20612"/>
                    </a:lnTo>
                    <a:cubicBezTo>
                      <a:pt x="8840" y="20870"/>
                      <a:pt x="8750" y="21085"/>
                      <a:pt x="8643" y="21299"/>
                    </a:cubicBezTo>
                    <a:cubicBezTo>
                      <a:pt x="8537" y="21514"/>
                      <a:pt x="8407" y="21600"/>
                      <a:pt x="8250" y="21600"/>
                    </a:cubicBezTo>
                    <a:cubicBezTo>
                      <a:pt x="8110" y="21600"/>
                      <a:pt x="7981" y="21471"/>
                      <a:pt x="7857" y="21171"/>
                    </a:cubicBezTo>
                    <a:cubicBezTo>
                      <a:pt x="7734" y="20870"/>
                      <a:pt x="7621" y="20441"/>
                      <a:pt x="7531" y="19839"/>
                    </a:cubicBezTo>
                    <a:cubicBezTo>
                      <a:pt x="7436" y="19238"/>
                      <a:pt x="7363" y="18508"/>
                      <a:pt x="7307" y="17606"/>
                    </a:cubicBezTo>
                    <a:cubicBezTo>
                      <a:pt x="7251" y="16705"/>
                      <a:pt x="7222" y="15631"/>
                      <a:pt x="7222" y="14343"/>
                    </a:cubicBezTo>
                    <a:cubicBezTo>
                      <a:pt x="7222" y="13226"/>
                      <a:pt x="7245" y="12196"/>
                      <a:pt x="7290" y="11251"/>
                    </a:cubicBezTo>
                    <a:cubicBezTo>
                      <a:pt x="7335" y="10306"/>
                      <a:pt x="7397" y="9533"/>
                      <a:pt x="7481" y="8846"/>
                    </a:cubicBezTo>
                    <a:cubicBezTo>
                      <a:pt x="7565" y="8159"/>
                      <a:pt x="7661" y="7644"/>
                      <a:pt x="7778" y="7300"/>
                    </a:cubicBezTo>
                    <a:cubicBezTo>
                      <a:pt x="7891" y="6957"/>
                      <a:pt x="8020" y="6742"/>
                      <a:pt x="8160" y="6742"/>
                    </a:cubicBezTo>
                    <a:cubicBezTo>
                      <a:pt x="8413" y="6742"/>
                      <a:pt x="8615" y="7343"/>
                      <a:pt x="8773" y="8503"/>
                    </a:cubicBezTo>
                    <a:cubicBezTo>
                      <a:pt x="8924" y="9662"/>
                      <a:pt x="9003" y="11380"/>
                      <a:pt x="9003" y="13527"/>
                    </a:cubicBezTo>
                    <a:lnTo>
                      <a:pt x="9003" y="15416"/>
                    </a:lnTo>
                    <a:close/>
                    <a:moveTo>
                      <a:pt x="8413" y="12453"/>
                    </a:moveTo>
                    <a:cubicBezTo>
                      <a:pt x="8413" y="12110"/>
                      <a:pt x="8407" y="11809"/>
                      <a:pt x="8396" y="11466"/>
                    </a:cubicBezTo>
                    <a:cubicBezTo>
                      <a:pt x="8385" y="11165"/>
                      <a:pt x="8368" y="10864"/>
                      <a:pt x="8346" y="10607"/>
                    </a:cubicBezTo>
                    <a:cubicBezTo>
                      <a:pt x="8323" y="10349"/>
                      <a:pt x="8295" y="10177"/>
                      <a:pt x="8261" y="10006"/>
                    </a:cubicBezTo>
                    <a:cubicBezTo>
                      <a:pt x="8228" y="9834"/>
                      <a:pt x="8183" y="9791"/>
                      <a:pt x="8138" y="9791"/>
                    </a:cubicBezTo>
                    <a:cubicBezTo>
                      <a:pt x="8048" y="9791"/>
                      <a:pt x="7975" y="10049"/>
                      <a:pt x="7913" y="10521"/>
                    </a:cubicBezTo>
                    <a:cubicBezTo>
                      <a:pt x="7851" y="10993"/>
                      <a:pt x="7818" y="11637"/>
                      <a:pt x="7807" y="12496"/>
                    </a:cubicBezTo>
                    <a:lnTo>
                      <a:pt x="8413" y="12453"/>
                    </a:lnTo>
                    <a:close/>
                    <a:moveTo>
                      <a:pt x="9913" y="21256"/>
                    </a:moveTo>
                    <a:lnTo>
                      <a:pt x="9340" y="21256"/>
                    </a:lnTo>
                    <a:lnTo>
                      <a:pt x="9340" y="7085"/>
                    </a:lnTo>
                    <a:lnTo>
                      <a:pt x="9783" y="7085"/>
                    </a:lnTo>
                    <a:lnTo>
                      <a:pt x="9851" y="8846"/>
                    </a:lnTo>
                    <a:cubicBezTo>
                      <a:pt x="9935" y="8202"/>
                      <a:pt x="10025" y="7687"/>
                      <a:pt x="10126" y="7300"/>
                    </a:cubicBezTo>
                    <a:cubicBezTo>
                      <a:pt x="10227" y="6914"/>
                      <a:pt x="10339" y="6742"/>
                      <a:pt x="10463" y="6742"/>
                    </a:cubicBezTo>
                    <a:cubicBezTo>
                      <a:pt x="10671" y="6742"/>
                      <a:pt x="10828" y="7171"/>
                      <a:pt x="10940" y="8030"/>
                    </a:cubicBezTo>
                    <a:cubicBezTo>
                      <a:pt x="11053" y="8889"/>
                      <a:pt x="11109" y="10177"/>
                      <a:pt x="11109" y="11852"/>
                    </a:cubicBezTo>
                    <a:lnTo>
                      <a:pt x="11109" y="21214"/>
                    </a:lnTo>
                    <a:lnTo>
                      <a:pt x="10536" y="21214"/>
                    </a:lnTo>
                    <a:lnTo>
                      <a:pt x="10536" y="12281"/>
                    </a:lnTo>
                    <a:cubicBezTo>
                      <a:pt x="10536" y="11594"/>
                      <a:pt x="10514" y="11036"/>
                      <a:pt x="10474" y="10650"/>
                    </a:cubicBezTo>
                    <a:cubicBezTo>
                      <a:pt x="10429" y="10263"/>
                      <a:pt x="10368" y="10048"/>
                      <a:pt x="10289" y="10048"/>
                    </a:cubicBezTo>
                    <a:cubicBezTo>
                      <a:pt x="10227" y="10048"/>
                      <a:pt x="10160" y="10177"/>
                      <a:pt x="10092" y="10478"/>
                    </a:cubicBezTo>
                    <a:cubicBezTo>
                      <a:pt x="10025" y="10736"/>
                      <a:pt x="9963" y="11122"/>
                      <a:pt x="9913" y="11551"/>
                    </a:cubicBezTo>
                    <a:lnTo>
                      <a:pt x="9913" y="21256"/>
                    </a:lnTo>
                    <a:close/>
                    <a:moveTo>
                      <a:pt x="12687" y="10220"/>
                    </a:moveTo>
                    <a:lnTo>
                      <a:pt x="12215" y="10220"/>
                    </a:lnTo>
                    <a:lnTo>
                      <a:pt x="12215" y="16189"/>
                    </a:lnTo>
                    <a:cubicBezTo>
                      <a:pt x="12215" y="16833"/>
                      <a:pt x="12232" y="17306"/>
                      <a:pt x="12271" y="17563"/>
                    </a:cubicBezTo>
                    <a:cubicBezTo>
                      <a:pt x="12311" y="17821"/>
                      <a:pt x="12361" y="17950"/>
                      <a:pt x="12429" y="17950"/>
                    </a:cubicBezTo>
                    <a:cubicBezTo>
                      <a:pt x="12479" y="17950"/>
                      <a:pt x="12530" y="17907"/>
                      <a:pt x="12580" y="17821"/>
                    </a:cubicBezTo>
                    <a:cubicBezTo>
                      <a:pt x="12631" y="17735"/>
                      <a:pt x="12670" y="17649"/>
                      <a:pt x="12698" y="17478"/>
                    </a:cubicBezTo>
                    <a:lnTo>
                      <a:pt x="12783" y="20441"/>
                    </a:lnTo>
                    <a:cubicBezTo>
                      <a:pt x="12738" y="20612"/>
                      <a:pt x="12670" y="20784"/>
                      <a:pt x="12586" y="20956"/>
                    </a:cubicBezTo>
                    <a:cubicBezTo>
                      <a:pt x="12496" y="21128"/>
                      <a:pt x="12401" y="21213"/>
                      <a:pt x="12305" y="21213"/>
                    </a:cubicBezTo>
                    <a:cubicBezTo>
                      <a:pt x="12064" y="21213"/>
                      <a:pt x="11895" y="20870"/>
                      <a:pt x="11800" y="20140"/>
                    </a:cubicBezTo>
                    <a:cubicBezTo>
                      <a:pt x="11699" y="19453"/>
                      <a:pt x="11654" y="18379"/>
                      <a:pt x="11654" y="16919"/>
                    </a:cubicBezTo>
                    <a:lnTo>
                      <a:pt x="11654" y="10220"/>
                    </a:lnTo>
                    <a:lnTo>
                      <a:pt x="11362" y="10220"/>
                    </a:lnTo>
                    <a:lnTo>
                      <a:pt x="11362" y="7085"/>
                    </a:lnTo>
                    <a:lnTo>
                      <a:pt x="11654" y="7085"/>
                    </a:lnTo>
                    <a:lnTo>
                      <a:pt x="11654" y="2791"/>
                    </a:lnTo>
                    <a:lnTo>
                      <a:pt x="12221" y="2791"/>
                    </a:lnTo>
                    <a:lnTo>
                      <a:pt x="12221" y="7085"/>
                    </a:lnTo>
                    <a:lnTo>
                      <a:pt x="12693" y="7085"/>
                    </a:lnTo>
                    <a:lnTo>
                      <a:pt x="12693" y="10220"/>
                    </a:lnTo>
                    <a:close/>
                    <a:moveTo>
                      <a:pt x="13069" y="8331"/>
                    </a:moveTo>
                    <a:cubicBezTo>
                      <a:pt x="13176" y="7858"/>
                      <a:pt x="13294" y="7472"/>
                      <a:pt x="13428" y="7214"/>
                    </a:cubicBezTo>
                    <a:cubicBezTo>
                      <a:pt x="13563" y="6914"/>
                      <a:pt x="13698" y="6785"/>
                      <a:pt x="13833" y="6785"/>
                    </a:cubicBezTo>
                    <a:cubicBezTo>
                      <a:pt x="14063" y="6785"/>
                      <a:pt x="14243" y="7214"/>
                      <a:pt x="14383" y="8073"/>
                    </a:cubicBezTo>
                    <a:cubicBezTo>
                      <a:pt x="14524" y="8932"/>
                      <a:pt x="14591" y="10263"/>
                      <a:pt x="14591" y="12110"/>
                    </a:cubicBezTo>
                    <a:lnTo>
                      <a:pt x="14591" y="21299"/>
                    </a:lnTo>
                    <a:lnTo>
                      <a:pt x="14153" y="21299"/>
                    </a:lnTo>
                    <a:lnTo>
                      <a:pt x="14102" y="19882"/>
                    </a:lnTo>
                    <a:lnTo>
                      <a:pt x="14085" y="19882"/>
                    </a:lnTo>
                    <a:cubicBezTo>
                      <a:pt x="14035" y="20398"/>
                      <a:pt x="13962" y="20827"/>
                      <a:pt x="13872" y="21128"/>
                    </a:cubicBezTo>
                    <a:cubicBezTo>
                      <a:pt x="13782" y="21471"/>
                      <a:pt x="13676" y="21600"/>
                      <a:pt x="13552" y="21600"/>
                    </a:cubicBezTo>
                    <a:cubicBezTo>
                      <a:pt x="13445" y="21600"/>
                      <a:pt x="13355" y="21471"/>
                      <a:pt x="13277" y="21256"/>
                    </a:cubicBezTo>
                    <a:cubicBezTo>
                      <a:pt x="13198" y="21042"/>
                      <a:pt x="13131" y="20698"/>
                      <a:pt x="13080" y="20312"/>
                    </a:cubicBezTo>
                    <a:cubicBezTo>
                      <a:pt x="13030" y="19925"/>
                      <a:pt x="12990" y="19453"/>
                      <a:pt x="12962" y="18895"/>
                    </a:cubicBezTo>
                    <a:cubicBezTo>
                      <a:pt x="12934" y="18336"/>
                      <a:pt x="12923" y="17778"/>
                      <a:pt x="12923" y="17177"/>
                    </a:cubicBezTo>
                    <a:cubicBezTo>
                      <a:pt x="12923" y="16361"/>
                      <a:pt x="12945" y="15631"/>
                      <a:pt x="12996" y="15073"/>
                    </a:cubicBezTo>
                    <a:cubicBezTo>
                      <a:pt x="13041" y="14472"/>
                      <a:pt x="13108" y="13999"/>
                      <a:pt x="13187" y="13613"/>
                    </a:cubicBezTo>
                    <a:cubicBezTo>
                      <a:pt x="13266" y="13226"/>
                      <a:pt x="13361" y="12969"/>
                      <a:pt x="13473" y="12797"/>
                    </a:cubicBezTo>
                    <a:cubicBezTo>
                      <a:pt x="13580" y="12625"/>
                      <a:pt x="13698" y="12539"/>
                      <a:pt x="13822" y="12539"/>
                    </a:cubicBezTo>
                    <a:lnTo>
                      <a:pt x="14012" y="12539"/>
                    </a:lnTo>
                    <a:lnTo>
                      <a:pt x="14012" y="11766"/>
                    </a:lnTo>
                    <a:cubicBezTo>
                      <a:pt x="14012" y="11251"/>
                      <a:pt x="13990" y="10821"/>
                      <a:pt x="13939" y="10564"/>
                    </a:cubicBezTo>
                    <a:cubicBezTo>
                      <a:pt x="13889" y="10263"/>
                      <a:pt x="13822" y="10134"/>
                      <a:pt x="13732" y="10134"/>
                    </a:cubicBezTo>
                    <a:cubicBezTo>
                      <a:pt x="13653" y="10134"/>
                      <a:pt x="13580" y="10220"/>
                      <a:pt x="13501" y="10392"/>
                    </a:cubicBezTo>
                    <a:cubicBezTo>
                      <a:pt x="13428" y="10564"/>
                      <a:pt x="13344" y="10864"/>
                      <a:pt x="13254" y="11251"/>
                    </a:cubicBezTo>
                    <a:lnTo>
                      <a:pt x="13069" y="8331"/>
                    </a:lnTo>
                    <a:close/>
                    <a:moveTo>
                      <a:pt x="14024" y="15116"/>
                    </a:moveTo>
                    <a:lnTo>
                      <a:pt x="13895" y="15159"/>
                    </a:lnTo>
                    <a:cubicBezTo>
                      <a:pt x="13822" y="15159"/>
                      <a:pt x="13760" y="15245"/>
                      <a:pt x="13715" y="15330"/>
                    </a:cubicBezTo>
                    <a:cubicBezTo>
                      <a:pt x="13664" y="15416"/>
                      <a:pt x="13625" y="15545"/>
                      <a:pt x="13597" y="15717"/>
                    </a:cubicBezTo>
                    <a:cubicBezTo>
                      <a:pt x="13569" y="15846"/>
                      <a:pt x="13546" y="16060"/>
                      <a:pt x="13535" y="16232"/>
                    </a:cubicBezTo>
                    <a:cubicBezTo>
                      <a:pt x="13524" y="16447"/>
                      <a:pt x="13518" y="16662"/>
                      <a:pt x="13518" y="16876"/>
                    </a:cubicBezTo>
                    <a:cubicBezTo>
                      <a:pt x="13518" y="17478"/>
                      <a:pt x="13541" y="17907"/>
                      <a:pt x="13591" y="18122"/>
                    </a:cubicBezTo>
                    <a:cubicBezTo>
                      <a:pt x="13636" y="18336"/>
                      <a:pt x="13692" y="18465"/>
                      <a:pt x="13754" y="18465"/>
                    </a:cubicBezTo>
                    <a:cubicBezTo>
                      <a:pt x="13816" y="18465"/>
                      <a:pt x="13872" y="18336"/>
                      <a:pt x="13923" y="18036"/>
                    </a:cubicBezTo>
                    <a:cubicBezTo>
                      <a:pt x="13973" y="17778"/>
                      <a:pt x="14007" y="17478"/>
                      <a:pt x="14029" y="17134"/>
                    </a:cubicBezTo>
                    <a:lnTo>
                      <a:pt x="14029" y="15116"/>
                    </a:lnTo>
                    <a:close/>
                    <a:moveTo>
                      <a:pt x="16192" y="10220"/>
                    </a:moveTo>
                    <a:lnTo>
                      <a:pt x="15720" y="10220"/>
                    </a:lnTo>
                    <a:lnTo>
                      <a:pt x="15720" y="16189"/>
                    </a:lnTo>
                    <a:cubicBezTo>
                      <a:pt x="15720" y="16833"/>
                      <a:pt x="15737" y="17306"/>
                      <a:pt x="15776" y="17563"/>
                    </a:cubicBezTo>
                    <a:cubicBezTo>
                      <a:pt x="15815" y="17821"/>
                      <a:pt x="15866" y="17950"/>
                      <a:pt x="15933" y="17950"/>
                    </a:cubicBezTo>
                    <a:cubicBezTo>
                      <a:pt x="15984" y="17950"/>
                      <a:pt x="16034" y="17907"/>
                      <a:pt x="16085" y="17821"/>
                    </a:cubicBezTo>
                    <a:cubicBezTo>
                      <a:pt x="16135" y="17735"/>
                      <a:pt x="16175" y="17649"/>
                      <a:pt x="16203" y="17478"/>
                    </a:cubicBezTo>
                    <a:lnTo>
                      <a:pt x="16287" y="20441"/>
                    </a:lnTo>
                    <a:cubicBezTo>
                      <a:pt x="16242" y="20612"/>
                      <a:pt x="16175" y="20784"/>
                      <a:pt x="16090" y="20956"/>
                    </a:cubicBezTo>
                    <a:cubicBezTo>
                      <a:pt x="16001" y="21128"/>
                      <a:pt x="15905" y="21213"/>
                      <a:pt x="15810" y="21213"/>
                    </a:cubicBezTo>
                    <a:cubicBezTo>
                      <a:pt x="15568" y="21213"/>
                      <a:pt x="15400" y="20870"/>
                      <a:pt x="15304" y="20140"/>
                    </a:cubicBezTo>
                    <a:cubicBezTo>
                      <a:pt x="15203" y="19453"/>
                      <a:pt x="15158" y="18379"/>
                      <a:pt x="15158" y="16919"/>
                    </a:cubicBezTo>
                    <a:lnTo>
                      <a:pt x="15158" y="10220"/>
                    </a:lnTo>
                    <a:lnTo>
                      <a:pt x="14866" y="10220"/>
                    </a:lnTo>
                    <a:lnTo>
                      <a:pt x="14866" y="7085"/>
                    </a:lnTo>
                    <a:lnTo>
                      <a:pt x="15158" y="7085"/>
                    </a:lnTo>
                    <a:lnTo>
                      <a:pt x="15158" y="2791"/>
                    </a:lnTo>
                    <a:lnTo>
                      <a:pt x="15725" y="2791"/>
                    </a:lnTo>
                    <a:lnTo>
                      <a:pt x="15725" y="7085"/>
                    </a:lnTo>
                    <a:lnTo>
                      <a:pt x="16197" y="7085"/>
                    </a:lnTo>
                    <a:lnTo>
                      <a:pt x="16197" y="10220"/>
                    </a:lnTo>
                    <a:close/>
                    <a:moveTo>
                      <a:pt x="16871" y="4294"/>
                    </a:moveTo>
                    <a:cubicBezTo>
                      <a:pt x="16776" y="4294"/>
                      <a:pt x="16697" y="4080"/>
                      <a:pt x="16646" y="3650"/>
                    </a:cubicBezTo>
                    <a:cubicBezTo>
                      <a:pt x="16596" y="3221"/>
                      <a:pt x="16568" y="2705"/>
                      <a:pt x="16568" y="2147"/>
                    </a:cubicBezTo>
                    <a:cubicBezTo>
                      <a:pt x="16568" y="1546"/>
                      <a:pt x="16596" y="1031"/>
                      <a:pt x="16646" y="644"/>
                    </a:cubicBezTo>
                    <a:cubicBezTo>
                      <a:pt x="16697" y="215"/>
                      <a:pt x="16776" y="0"/>
                      <a:pt x="16866" y="0"/>
                    </a:cubicBezTo>
                    <a:cubicBezTo>
                      <a:pt x="16961" y="0"/>
                      <a:pt x="17034" y="215"/>
                      <a:pt x="17085" y="601"/>
                    </a:cubicBezTo>
                    <a:cubicBezTo>
                      <a:pt x="17135" y="1031"/>
                      <a:pt x="17163" y="1546"/>
                      <a:pt x="17163" y="2147"/>
                    </a:cubicBezTo>
                    <a:cubicBezTo>
                      <a:pt x="17163" y="2748"/>
                      <a:pt x="17135" y="3264"/>
                      <a:pt x="17085" y="3693"/>
                    </a:cubicBezTo>
                    <a:cubicBezTo>
                      <a:pt x="17045" y="4122"/>
                      <a:pt x="16972" y="4294"/>
                      <a:pt x="16871" y="4294"/>
                    </a:cubicBezTo>
                    <a:close/>
                    <a:moveTo>
                      <a:pt x="16585" y="21256"/>
                    </a:moveTo>
                    <a:lnTo>
                      <a:pt x="16585" y="7085"/>
                    </a:lnTo>
                    <a:lnTo>
                      <a:pt x="17158" y="7085"/>
                    </a:lnTo>
                    <a:lnTo>
                      <a:pt x="17158" y="21256"/>
                    </a:lnTo>
                    <a:lnTo>
                      <a:pt x="16585" y="21256"/>
                    </a:lnTo>
                    <a:close/>
                    <a:moveTo>
                      <a:pt x="19477" y="14085"/>
                    </a:moveTo>
                    <a:cubicBezTo>
                      <a:pt x="19477" y="15245"/>
                      <a:pt x="19455" y="16275"/>
                      <a:pt x="19404" y="17220"/>
                    </a:cubicBezTo>
                    <a:cubicBezTo>
                      <a:pt x="19354" y="18165"/>
                      <a:pt x="19286" y="18938"/>
                      <a:pt x="19196" y="19582"/>
                    </a:cubicBezTo>
                    <a:cubicBezTo>
                      <a:pt x="19106" y="20226"/>
                      <a:pt x="19005" y="20741"/>
                      <a:pt x="18887" y="21085"/>
                    </a:cubicBezTo>
                    <a:cubicBezTo>
                      <a:pt x="18769" y="21428"/>
                      <a:pt x="18640" y="21600"/>
                      <a:pt x="18505" y="21600"/>
                    </a:cubicBezTo>
                    <a:cubicBezTo>
                      <a:pt x="18371" y="21600"/>
                      <a:pt x="18241" y="21428"/>
                      <a:pt x="18124" y="21128"/>
                    </a:cubicBezTo>
                    <a:cubicBezTo>
                      <a:pt x="18006" y="20784"/>
                      <a:pt x="17905" y="20355"/>
                      <a:pt x="17820" y="19711"/>
                    </a:cubicBezTo>
                    <a:cubicBezTo>
                      <a:pt x="17736" y="19109"/>
                      <a:pt x="17669" y="18336"/>
                      <a:pt x="17618" y="17435"/>
                    </a:cubicBezTo>
                    <a:cubicBezTo>
                      <a:pt x="17568" y="16533"/>
                      <a:pt x="17545" y="15502"/>
                      <a:pt x="17545" y="14386"/>
                    </a:cubicBezTo>
                    <a:cubicBezTo>
                      <a:pt x="17545" y="13183"/>
                      <a:pt x="17568" y="12110"/>
                      <a:pt x="17618" y="11165"/>
                    </a:cubicBezTo>
                    <a:cubicBezTo>
                      <a:pt x="17669" y="10220"/>
                      <a:pt x="17736" y="9404"/>
                      <a:pt x="17826" y="8760"/>
                    </a:cubicBezTo>
                    <a:cubicBezTo>
                      <a:pt x="17916" y="8116"/>
                      <a:pt x="18017" y="7601"/>
                      <a:pt x="18135" y="7257"/>
                    </a:cubicBezTo>
                    <a:cubicBezTo>
                      <a:pt x="18253" y="6914"/>
                      <a:pt x="18382" y="6742"/>
                      <a:pt x="18517" y="6742"/>
                    </a:cubicBezTo>
                    <a:cubicBezTo>
                      <a:pt x="18651" y="6742"/>
                      <a:pt x="18781" y="6914"/>
                      <a:pt x="18899" y="7214"/>
                    </a:cubicBezTo>
                    <a:cubicBezTo>
                      <a:pt x="19017" y="7515"/>
                      <a:pt x="19118" y="7987"/>
                      <a:pt x="19202" y="8631"/>
                    </a:cubicBezTo>
                    <a:cubicBezTo>
                      <a:pt x="19286" y="9233"/>
                      <a:pt x="19354" y="10006"/>
                      <a:pt x="19404" y="10907"/>
                    </a:cubicBezTo>
                    <a:cubicBezTo>
                      <a:pt x="19455" y="11809"/>
                      <a:pt x="19477" y="12883"/>
                      <a:pt x="19477" y="14085"/>
                    </a:cubicBezTo>
                    <a:close/>
                    <a:moveTo>
                      <a:pt x="18893" y="14214"/>
                    </a:moveTo>
                    <a:cubicBezTo>
                      <a:pt x="18893" y="13441"/>
                      <a:pt x="18882" y="12797"/>
                      <a:pt x="18865" y="12239"/>
                    </a:cubicBezTo>
                    <a:cubicBezTo>
                      <a:pt x="18842" y="11680"/>
                      <a:pt x="18814" y="11251"/>
                      <a:pt x="18781" y="10907"/>
                    </a:cubicBezTo>
                    <a:cubicBezTo>
                      <a:pt x="18747" y="10564"/>
                      <a:pt x="18702" y="10306"/>
                      <a:pt x="18657" y="10134"/>
                    </a:cubicBezTo>
                    <a:cubicBezTo>
                      <a:pt x="18612" y="9963"/>
                      <a:pt x="18562" y="9920"/>
                      <a:pt x="18517" y="9920"/>
                    </a:cubicBezTo>
                    <a:cubicBezTo>
                      <a:pt x="18466" y="9920"/>
                      <a:pt x="18421" y="10006"/>
                      <a:pt x="18376" y="10134"/>
                    </a:cubicBezTo>
                    <a:cubicBezTo>
                      <a:pt x="18331" y="10263"/>
                      <a:pt x="18292" y="10521"/>
                      <a:pt x="18258" y="10821"/>
                    </a:cubicBezTo>
                    <a:cubicBezTo>
                      <a:pt x="18225" y="11165"/>
                      <a:pt x="18197" y="11594"/>
                      <a:pt x="18174" y="12153"/>
                    </a:cubicBezTo>
                    <a:cubicBezTo>
                      <a:pt x="18152" y="12711"/>
                      <a:pt x="18146" y="13355"/>
                      <a:pt x="18146" y="14214"/>
                    </a:cubicBezTo>
                    <a:cubicBezTo>
                      <a:pt x="18146" y="15631"/>
                      <a:pt x="18185" y="16705"/>
                      <a:pt x="18264" y="17349"/>
                    </a:cubicBezTo>
                    <a:cubicBezTo>
                      <a:pt x="18343" y="18036"/>
                      <a:pt x="18432" y="18336"/>
                      <a:pt x="18528" y="18336"/>
                    </a:cubicBezTo>
                    <a:cubicBezTo>
                      <a:pt x="18578" y="18336"/>
                      <a:pt x="18623" y="18250"/>
                      <a:pt x="18668" y="18122"/>
                    </a:cubicBezTo>
                    <a:cubicBezTo>
                      <a:pt x="18713" y="17993"/>
                      <a:pt x="18753" y="17735"/>
                      <a:pt x="18786" y="17435"/>
                    </a:cubicBezTo>
                    <a:cubicBezTo>
                      <a:pt x="18820" y="17091"/>
                      <a:pt x="18848" y="16662"/>
                      <a:pt x="18871" y="16146"/>
                    </a:cubicBezTo>
                    <a:cubicBezTo>
                      <a:pt x="18882" y="15631"/>
                      <a:pt x="18893" y="14987"/>
                      <a:pt x="18893" y="14214"/>
                    </a:cubicBezTo>
                    <a:close/>
                    <a:moveTo>
                      <a:pt x="20404" y="21256"/>
                    </a:moveTo>
                    <a:lnTo>
                      <a:pt x="19831" y="21256"/>
                    </a:lnTo>
                    <a:lnTo>
                      <a:pt x="19831" y="7085"/>
                    </a:lnTo>
                    <a:lnTo>
                      <a:pt x="20275" y="7085"/>
                    </a:lnTo>
                    <a:lnTo>
                      <a:pt x="20342" y="8846"/>
                    </a:lnTo>
                    <a:cubicBezTo>
                      <a:pt x="20426" y="8202"/>
                      <a:pt x="20516" y="7687"/>
                      <a:pt x="20617" y="7300"/>
                    </a:cubicBezTo>
                    <a:cubicBezTo>
                      <a:pt x="20718" y="6914"/>
                      <a:pt x="20831" y="6742"/>
                      <a:pt x="20954" y="6742"/>
                    </a:cubicBezTo>
                    <a:cubicBezTo>
                      <a:pt x="21162" y="6742"/>
                      <a:pt x="21319" y="7171"/>
                      <a:pt x="21432" y="8030"/>
                    </a:cubicBezTo>
                    <a:cubicBezTo>
                      <a:pt x="21544" y="8889"/>
                      <a:pt x="21600" y="10177"/>
                      <a:pt x="21600" y="11852"/>
                    </a:cubicBezTo>
                    <a:lnTo>
                      <a:pt x="21600" y="21214"/>
                    </a:lnTo>
                    <a:lnTo>
                      <a:pt x="21027" y="21214"/>
                    </a:lnTo>
                    <a:lnTo>
                      <a:pt x="21027" y="12281"/>
                    </a:lnTo>
                    <a:cubicBezTo>
                      <a:pt x="21027" y="11594"/>
                      <a:pt x="21005" y="11036"/>
                      <a:pt x="20965" y="10650"/>
                    </a:cubicBezTo>
                    <a:cubicBezTo>
                      <a:pt x="20920" y="10263"/>
                      <a:pt x="20859" y="10048"/>
                      <a:pt x="20780" y="10048"/>
                    </a:cubicBezTo>
                    <a:cubicBezTo>
                      <a:pt x="20718" y="10048"/>
                      <a:pt x="20651" y="10177"/>
                      <a:pt x="20583" y="10478"/>
                    </a:cubicBezTo>
                    <a:cubicBezTo>
                      <a:pt x="20516" y="10736"/>
                      <a:pt x="20454" y="11122"/>
                      <a:pt x="20404" y="11551"/>
                    </a:cubicBezTo>
                    <a:lnTo>
                      <a:pt x="20404" y="21256"/>
                    </a:lnTo>
                    <a:close/>
                  </a:path>
                </a:pathLst>
              </a:custGeom>
              <a:solidFill>
                <a:srgbClr val="002033"/>
              </a:solidFill>
              <a:ln w="12700">
                <a:miter lim="400000"/>
              </a:ln>
            </p:spPr>
            <p:txBody>
              <a:bodyPr lIns="38100" tIns="38100" rIns="38100" bIns="38100" anchor="ctr"/>
              <a:lstStyle/>
              <a:p>
                <a:pPr>
                  <a:defRPr sz="3000">
                    <a:solidFill>
                      <a:srgbClr val="FFFFFF"/>
                    </a:solidFill>
                  </a:defRPr>
                </a:pPr>
                <a:endParaRPr/>
              </a:p>
            </p:txBody>
          </p:sp>
          <p:sp>
            <p:nvSpPr>
              <p:cNvPr id="16" name="Shape">
                <a:extLst>
                  <a:ext uri="{FF2B5EF4-FFF2-40B4-BE49-F238E27FC236}">
                    <a16:creationId xmlns:a16="http://schemas.microsoft.com/office/drawing/2014/main" id="{55AAA279-AE2A-8A5A-9892-A14475DA3DCC}"/>
                  </a:ext>
                </a:extLst>
              </p:cNvPr>
              <p:cNvSpPr/>
              <p:nvPr userDrawn="1"/>
            </p:nvSpPr>
            <p:spPr>
              <a:xfrm>
                <a:off x="5032172" y="1021854"/>
                <a:ext cx="1051185" cy="549583"/>
              </a:xfrm>
              <a:custGeom>
                <a:avLst/>
                <a:gdLst/>
                <a:ahLst/>
                <a:cxnLst>
                  <a:cxn ang="0">
                    <a:pos x="wd2" y="hd2"/>
                  </a:cxn>
                  <a:cxn ang="5400000">
                    <a:pos x="wd2" y="hd2"/>
                  </a:cxn>
                  <a:cxn ang="10800000">
                    <a:pos x="wd2" y="hd2"/>
                  </a:cxn>
                  <a:cxn ang="16200000">
                    <a:pos x="wd2" y="hd2"/>
                  </a:cxn>
                </a:cxnLst>
                <a:rect l="0" t="0" r="r" b="b"/>
                <a:pathLst>
                  <a:path w="21600" h="21600" extrusionOk="0">
                    <a:moveTo>
                      <a:pt x="15954" y="0"/>
                    </a:moveTo>
                    <a:cubicBezTo>
                      <a:pt x="13287" y="0"/>
                      <a:pt x="11002" y="3514"/>
                      <a:pt x="10441" y="8443"/>
                    </a:cubicBezTo>
                    <a:cubicBezTo>
                      <a:pt x="9052" y="8229"/>
                      <a:pt x="6050" y="7757"/>
                      <a:pt x="5198" y="7671"/>
                    </a:cubicBezTo>
                    <a:cubicBezTo>
                      <a:pt x="5154" y="7671"/>
                      <a:pt x="5109" y="7671"/>
                      <a:pt x="5041" y="7671"/>
                    </a:cubicBezTo>
                    <a:cubicBezTo>
                      <a:pt x="4638" y="7671"/>
                      <a:pt x="4280" y="7886"/>
                      <a:pt x="4033" y="8357"/>
                    </a:cubicBezTo>
                    <a:cubicBezTo>
                      <a:pt x="3563" y="9214"/>
                      <a:pt x="3563" y="10457"/>
                      <a:pt x="3563" y="10843"/>
                    </a:cubicBezTo>
                    <a:cubicBezTo>
                      <a:pt x="3563" y="11271"/>
                      <a:pt x="3563" y="12514"/>
                      <a:pt x="4033" y="13329"/>
                    </a:cubicBezTo>
                    <a:cubicBezTo>
                      <a:pt x="4280" y="13800"/>
                      <a:pt x="4638" y="14014"/>
                      <a:pt x="5041" y="14014"/>
                    </a:cubicBezTo>
                    <a:cubicBezTo>
                      <a:pt x="5086" y="14014"/>
                      <a:pt x="5131" y="14014"/>
                      <a:pt x="5198" y="14014"/>
                    </a:cubicBezTo>
                    <a:cubicBezTo>
                      <a:pt x="5803" y="13929"/>
                      <a:pt x="7417" y="13714"/>
                      <a:pt x="8313" y="13543"/>
                    </a:cubicBezTo>
                    <a:lnTo>
                      <a:pt x="9657" y="13329"/>
                    </a:lnTo>
                    <a:cubicBezTo>
                      <a:pt x="9971" y="13286"/>
                      <a:pt x="10262" y="13243"/>
                      <a:pt x="10464" y="13200"/>
                    </a:cubicBezTo>
                    <a:cubicBezTo>
                      <a:pt x="11046" y="18043"/>
                      <a:pt x="13332" y="21557"/>
                      <a:pt x="15954" y="21557"/>
                    </a:cubicBezTo>
                    <a:cubicBezTo>
                      <a:pt x="19068" y="21557"/>
                      <a:pt x="21600" y="16714"/>
                      <a:pt x="21600" y="10757"/>
                    </a:cubicBezTo>
                    <a:cubicBezTo>
                      <a:pt x="21600" y="4843"/>
                      <a:pt x="19068" y="0"/>
                      <a:pt x="15954" y="0"/>
                    </a:cubicBezTo>
                    <a:close/>
                    <a:moveTo>
                      <a:pt x="15954" y="17229"/>
                    </a:moveTo>
                    <a:cubicBezTo>
                      <a:pt x="14094" y="17229"/>
                      <a:pt x="12593" y="14357"/>
                      <a:pt x="12593" y="10800"/>
                    </a:cubicBezTo>
                    <a:cubicBezTo>
                      <a:pt x="12593" y="7243"/>
                      <a:pt x="14094" y="4371"/>
                      <a:pt x="15954" y="4371"/>
                    </a:cubicBezTo>
                    <a:cubicBezTo>
                      <a:pt x="17813" y="4371"/>
                      <a:pt x="19315" y="7243"/>
                      <a:pt x="19315" y="10800"/>
                    </a:cubicBezTo>
                    <a:cubicBezTo>
                      <a:pt x="19315" y="14357"/>
                      <a:pt x="17813" y="17229"/>
                      <a:pt x="15954" y="17229"/>
                    </a:cubicBezTo>
                    <a:close/>
                    <a:moveTo>
                      <a:pt x="9007" y="15514"/>
                    </a:moveTo>
                    <a:lnTo>
                      <a:pt x="9007" y="20014"/>
                    </a:lnTo>
                    <a:cubicBezTo>
                      <a:pt x="8627" y="20443"/>
                      <a:pt x="8134" y="20786"/>
                      <a:pt x="7506" y="21129"/>
                    </a:cubicBezTo>
                    <a:cubicBezTo>
                      <a:pt x="6879" y="21429"/>
                      <a:pt x="6207" y="21600"/>
                      <a:pt x="5467" y="21600"/>
                    </a:cubicBezTo>
                    <a:cubicBezTo>
                      <a:pt x="4324" y="21600"/>
                      <a:pt x="3339" y="21171"/>
                      <a:pt x="2532" y="20271"/>
                    </a:cubicBezTo>
                    <a:cubicBezTo>
                      <a:pt x="1725" y="19371"/>
                      <a:pt x="1098" y="18129"/>
                      <a:pt x="650" y="16500"/>
                    </a:cubicBezTo>
                    <a:cubicBezTo>
                      <a:pt x="224" y="14871"/>
                      <a:pt x="0" y="12986"/>
                      <a:pt x="0" y="10800"/>
                    </a:cubicBezTo>
                    <a:cubicBezTo>
                      <a:pt x="0" y="8657"/>
                      <a:pt x="246" y="6729"/>
                      <a:pt x="717" y="5143"/>
                    </a:cubicBezTo>
                    <a:cubicBezTo>
                      <a:pt x="1210" y="3514"/>
                      <a:pt x="1860" y="2271"/>
                      <a:pt x="2711" y="1371"/>
                    </a:cubicBezTo>
                    <a:cubicBezTo>
                      <a:pt x="3563" y="471"/>
                      <a:pt x="4549" y="43"/>
                      <a:pt x="5646" y="43"/>
                    </a:cubicBezTo>
                    <a:cubicBezTo>
                      <a:pt x="6229" y="43"/>
                      <a:pt x="6767" y="171"/>
                      <a:pt x="7282" y="386"/>
                    </a:cubicBezTo>
                    <a:cubicBezTo>
                      <a:pt x="7798" y="600"/>
                      <a:pt x="8246" y="900"/>
                      <a:pt x="8627" y="1243"/>
                    </a:cubicBezTo>
                    <a:lnTo>
                      <a:pt x="8402" y="4843"/>
                    </a:lnTo>
                    <a:cubicBezTo>
                      <a:pt x="8022" y="4500"/>
                      <a:pt x="7596" y="4200"/>
                      <a:pt x="7125" y="3986"/>
                    </a:cubicBezTo>
                    <a:cubicBezTo>
                      <a:pt x="6655" y="3771"/>
                      <a:pt x="6162" y="3643"/>
                      <a:pt x="5624" y="3643"/>
                    </a:cubicBezTo>
                    <a:cubicBezTo>
                      <a:pt x="4817" y="3643"/>
                      <a:pt x="4168" y="3943"/>
                      <a:pt x="3630" y="4586"/>
                    </a:cubicBezTo>
                    <a:cubicBezTo>
                      <a:pt x="3115" y="5186"/>
                      <a:pt x="2734" y="6043"/>
                      <a:pt x="2487" y="7114"/>
                    </a:cubicBezTo>
                    <a:cubicBezTo>
                      <a:pt x="2241" y="8186"/>
                      <a:pt x="2106" y="9386"/>
                      <a:pt x="2106" y="10714"/>
                    </a:cubicBezTo>
                    <a:cubicBezTo>
                      <a:pt x="2106" y="12129"/>
                      <a:pt x="2241" y="13371"/>
                      <a:pt x="2487" y="14443"/>
                    </a:cubicBezTo>
                    <a:cubicBezTo>
                      <a:pt x="2734" y="15514"/>
                      <a:pt x="3115" y="16371"/>
                      <a:pt x="3607" y="17014"/>
                    </a:cubicBezTo>
                    <a:cubicBezTo>
                      <a:pt x="4100" y="17614"/>
                      <a:pt x="4728" y="17957"/>
                      <a:pt x="5490" y="17957"/>
                    </a:cubicBezTo>
                    <a:cubicBezTo>
                      <a:pt x="5714" y="17957"/>
                      <a:pt x="5960" y="17914"/>
                      <a:pt x="6207" y="17871"/>
                    </a:cubicBezTo>
                    <a:cubicBezTo>
                      <a:pt x="6453" y="17829"/>
                      <a:pt x="6722" y="17743"/>
                      <a:pt x="6968" y="17614"/>
                    </a:cubicBezTo>
                    <a:lnTo>
                      <a:pt x="6968" y="15814"/>
                    </a:lnTo>
                    <a:cubicBezTo>
                      <a:pt x="7439" y="15729"/>
                      <a:pt x="7887" y="15686"/>
                      <a:pt x="8246" y="15643"/>
                    </a:cubicBezTo>
                    <a:lnTo>
                      <a:pt x="9007" y="15514"/>
                    </a:lnTo>
                    <a:close/>
                  </a:path>
                </a:pathLst>
              </a:custGeom>
              <a:solidFill>
                <a:srgbClr val="008C58"/>
              </a:solidFill>
              <a:ln w="12700">
                <a:miter lim="400000"/>
              </a:ln>
            </p:spPr>
            <p:txBody>
              <a:bodyPr lIns="38100" tIns="38100" rIns="38100" bIns="38100" anchor="ctr"/>
              <a:lstStyle/>
              <a:p>
                <a:pPr>
                  <a:defRPr sz="3000">
                    <a:solidFill>
                      <a:srgbClr val="FFFFFF"/>
                    </a:solidFill>
                  </a:defRPr>
                </a:pPr>
                <a:endParaRPr dirty="0"/>
              </a:p>
            </p:txBody>
          </p:sp>
        </p:grpSp>
      </p:grpSp>
      <p:sp>
        <p:nvSpPr>
          <p:cNvPr id="19" name="Rectangle 18">
            <a:extLst>
              <a:ext uri="{FF2B5EF4-FFF2-40B4-BE49-F238E27FC236}">
                <a16:creationId xmlns:a16="http://schemas.microsoft.com/office/drawing/2014/main" id="{936847CB-A8E6-F01E-04F6-121152D346B3}"/>
              </a:ext>
            </a:extLst>
          </p:cNvPr>
          <p:cNvSpPr/>
          <p:nvPr userDrawn="1"/>
        </p:nvSpPr>
        <p:spPr>
          <a:xfrm>
            <a:off x="-12701" y="6959601"/>
            <a:ext cx="1603901" cy="276999"/>
          </a:xfrm>
          <a:prstGeom prst="rect">
            <a:avLst/>
          </a:prstGeom>
        </p:spPr>
        <p:txBody>
          <a:bodyPr wrap="none">
            <a:spAutoFit/>
          </a:bodyPr>
          <a:lstStyle/>
          <a:p>
            <a:r>
              <a:rPr lang="en-US" sz="1200" b="0" i="0" dirty="0">
                <a:solidFill>
                  <a:srgbClr val="008C58"/>
                </a:solidFill>
                <a:effectLst/>
                <a:latin typeface="+mn-lt"/>
              </a:rPr>
              <a:t>© </a:t>
            </a:r>
            <a:r>
              <a:rPr lang="en-US" sz="1200" b="0" i="0" u="none" strike="noStrike" dirty="0">
                <a:solidFill>
                  <a:srgbClr val="008C58"/>
                </a:solidFill>
                <a:effectLst/>
                <a:latin typeface="+mn-lt"/>
                <a:hlinkClick r:id="rId10" tooltip="PresentationGo!">
                  <a:extLst>
                    <a:ext uri="{A12FA001-AC4F-418D-AE19-62706E023703}">
                      <ahyp:hlinkClr xmlns:ahyp="http://schemas.microsoft.com/office/drawing/2018/hyperlinkcolor" val="tx"/>
                    </a:ext>
                  </a:extLst>
                </a:hlinkClick>
              </a:rPr>
              <a:t>presentationgo.com</a:t>
            </a:r>
            <a:endParaRPr lang="en-US" sz="1200" dirty="0">
              <a:solidFill>
                <a:srgbClr val="008C58"/>
              </a:solidFill>
              <a:latin typeface="+mn-lt"/>
            </a:endParaRPr>
          </a:p>
        </p:txBody>
      </p:sp>
    </p:spTree>
    <p:extLst>
      <p:ext uri="{BB962C8B-B14F-4D97-AF65-F5344CB8AC3E}">
        <p14:creationId xmlns:p14="http://schemas.microsoft.com/office/powerpoint/2010/main" val="117491591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Lst>
  <p:hf hdr="0"/>
  <p:txStyles>
    <p:titleStyle>
      <a:lvl1pPr algn="l" defTabSz="914400" rtl="0" eaLnBrk="1" latinLnBrk="0" hangingPunct="1">
        <a:lnSpc>
          <a:spcPct val="90000"/>
        </a:lnSpc>
        <a:spcBef>
          <a:spcPct val="0"/>
        </a:spcBef>
        <a:buNone/>
        <a:defRPr sz="4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accent2"/>
          </a:solidFill>
          <a:latin typeface="+mn-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accent2"/>
          </a:solidFill>
          <a:latin typeface="+mn-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accent2"/>
          </a:solidFill>
          <a:latin typeface="+mn-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accent2"/>
          </a:solidFill>
          <a:latin typeface="+mn-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6C7F94-AC2B-4ABA-8168-9102B651ED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CA"/>
              <a:t>Modifier le style du titre</a:t>
            </a:r>
            <a:endParaRPr lang="en-US" dirty="0"/>
          </a:p>
        </p:txBody>
      </p:sp>
      <p:sp>
        <p:nvSpPr>
          <p:cNvPr id="3" name="Text Placeholder 2">
            <a:extLst>
              <a:ext uri="{FF2B5EF4-FFF2-40B4-BE49-F238E27FC236}">
                <a16:creationId xmlns:a16="http://schemas.microsoft.com/office/drawing/2014/main" id="{C499E8B4-649E-4A8B-B6EE-CC6C44EF5A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a:extLst>
              <a:ext uri="{FF2B5EF4-FFF2-40B4-BE49-F238E27FC236}">
                <a16:creationId xmlns:a16="http://schemas.microsoft.com/office/drawing/2014/main" id="{534133B5-720F-4407-9AAB-3B5E07088D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lumMod val="85000"/>
                  </a:schemeClr>
                </a:solidFill>
              </a:defRPr>
            </a:lvl1pPr>
          </a:lstStyle>
          <a:p>
            <a:r>
              <a:rPr lang="en-US"/>
              <a:t>Date</a:t>
            </a:r>
          </a:p>
        </p:txBody>
      </p:sp>
      <p:sp>
        <p:nvSpPr>
          <p:cNvPr id="5" name="Footer Placeholder 4">
            <a:extLst>
              <a:ext uri="{FF2B5EF4-FFF2-40B4-BE49-F238E27FC236}">
                <a16:creationId xmlns:a16="http://schemas.microsoft.com/office/drawing/2014/main" id="{2091AE36-FE6A-4E21-B178-40F00D0FF5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lumMod val="85000"/>
                  </a:schemeClr>
                </a:solidFill>
              </a:defRPr>
            </a:lvl1pPr>
          </a:lstStyle>
          <a:p>
            <a:r>
              <a:rPr lang="en-US"/>
              <a:t>Your Footer Here</a:t>
            </a:r>
          </a:p>
        </p:txBody>
      </p:sp>
      <p:sp>
        <p:nvSpPr>
          <p:cNvPr id="6" name="Slide Number Placeholder 5">
            <a:extLst>
              <a:ext uri="{FF2B5EF4-FFF2-40B4-BE49-F238E27FC236}">
                <a16:creationId xmlns:a16="http://schemas.microsoft.com/office/drawing/2014/main" id="{A6154408-120E-4EFA-AC50-C50B6469D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lumMod val="85000"/>
                  </a:schemeClr>
                </a:solidFill>
              </a:defRPr>
            </a:lvl1pPr>
          </a:lstStyle>
          <a:p>
            <a:fld id="{672B7600-67E3-4D97-B453-880E2742B982}" type="slidenum">
              <a:rPr lang="en-US" smtClean="0"/>
              <a:pPr/>
              <a:t>‹N›</a:t>
            </a:fld>
            <a:endParaRPr lang="en-US"/>
          </a:p>
        </p:txBody>
      </p:sp>
      <p:grpSp>
        <p:nvGrpSpPr>
          <p:cNvPr id="12" name="Group 11">
            <a:extLst>
              <a:ext uri="{FF2B5EF4-FFF2-40B4-BE49-F238E27FC236}">
                <a16:creationId xmlns:a16="http://schemas.microsoft.com/office/drawing/2014/main" id="{E2410614-AD67-A1B8-2188-18AA53B12859}"/>
              </a:ext>
            </a:extLst>
          </p:cNvPr>
          <p:cNvGrpSpPr/>
          <p:nvPr userDrawn="1"/>
        </p:nvGrpSpPr>
        <p:grpSpPr>
          <a:xfrm>
            <a:off x="12313760" y="-58780"/>
            <a:ext cx="1738741" cy="604829"/>
            <a:chOff x="-1808527" y="-16654"/>
            <a:chExt cx="1738741" cy="604829"/>
          </a:xfrm>
        </p:grpSpPr>
        <p:grpSp>
          <p:nvGrpSpPr>
            <p:cNvPr id="13" name="Group 12">
              <a:extLst>
                <a:ext uri="{FF2B5EF4-FFF2-40B4-BE49-F238E27FC236}">
                  <a16:creationId xmlns:a16="http://schemas.microsoft.com/office/drawing/2014/main" id="{C748174B-C7A3-7CB0-60BE-F217DB306B75}"/>
                </a:ext>
              </a:extLst>
            </p:cNvPr>
            <p:cNvGrpSpPr/>
            <p:nvPr userDrawn="1"/>
          </p:nvGrpSpPr>
          <p:grpSpPr>
            <a:xfrm>
              <a:off x="-1808527" y="-16654"/>
              <a:ext cx="1738741" cy="604829"/>
              <a:chOff x="-2250002" y="21447"/>
              <a:chExt cx="1738741" cy="604829"/>
            </a:xfrm>
          </p:grpSpPr>
          <p:sp>
            <p:nvSpPr>
              <p:cNvPr id="17" name="TextBox 16">
                <a:extLst>
                  <a:ext uri="{FF2B5EF4-FFF2-40B4-BE49-F238E27FC236}">
                    <a16:creationId xmlns:a16="http://schemas.microsoft.com/office/drawing/2014/main" id="{3D689C4C-F2D8-275E-34C5-D53400CB0FEB}"/>
                  </a:ext>
                </a:extLst>
              </p:cNvPr>
              <p:cNvSpPr txBox="1"/>
              <p:nvPr userDrawn="1"/>
            </p:nvSpPr>
            <p:spPr>
              <a:xfrm>
                <a:off x="-2250002" y="21447"/>
                <a:ext cx="34336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By:</a:t>
                </a:r>
              </a:p>
            </p:txBody>
          </p:sp>
          <p:sp>
            <p:nvSpPr>
              <p:cNvPr id="18" name="TextBox 17">
                <a:extLst>
                  <a:ext uri="{FF2B5EF4-FFF2-40B4-BE49-F238E27FC236}">
                    <a16:creationId xmlns:a16="http://schemas.microsoft.com/office/drawing/2014/main" id="{41CE954A-C5CF-833F-B550-534A538735A4}"/>
                  </a:ext>
                </a:extLst>
              </p:cNvPr>
              <p:cNvSpPr txBox="1"/>
              <p:nvPr userDrawn="1"/>
            </p:nvSpPr>
            <p:spPr>
              <a:xfrm>
                <a:off x="-950805" y="380055"/>
                <a:ext cx="43954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.com</a:t>
                </a:r>
              </a:p>
            </p:txBody>
          </p:sp>
        </p:grpSp>
        <p:grpSp>
          <p:nvGrpSpPr>
            <p:cNvPr id="14" name="Group 13">
              <a:extLst>
                <a:ext uri="{FF2B5EF4-FFF2-40B4-BE49-F238E27FC236}">
                  <a16:creationId xmlns:a16="http://schemas.microsoft.com/office/drawing/2014/main" id="{F7836CFB-B425-F952-7EC0-F257F88D0409}"/>
                </a:ext>
              </a:extLst>
            </p:cNvPr>
            <p:cNvGrpSpPr/>
            <p:nvPr userDrawn="1"/>
          </p:nvGrpSpPr>
          <p:grpSpPr>
            <a:xfrm>
              <a:off x="-1719071" y="218885"/>
              <a:ext cx="1547194" cy="159662"/>
              <a:chOff x="757647" y="1021854"/>
              <a:chExt cx="5325710" cy="549583"/>
            </a:xfrm>
          </p:grpSpPr>
          <p:sp>
            <p:nvSpPr>
              <p:cNvPr id="15" name="Shape">
                <a:extLst>
                  <a:ext uri="{FF2B5EF4-FFF2-40B4-BE49-F238E27FC236}">
                    <a16:creationId xmlns:a16="http://schemas.microsoft.com/office/drawing/2014/main" id="{F2DC34CA-2B11-D3D8-1C3E-5C962AD37979}"/>
                  </a:ext>
                </a:extLst>
              </p:cNvPr>
              <p:cNvSpPr/>
              <p:nvPr userDrawn="1"/>
            </p:nvSpPr>
            <p:spPr>
              <a:xfrm>
                <a:off x="757647" y="1022945"/>
                <a:ext cx="4193833" cy="548492"/>
              </a:xfrm>
              <a:custGeom>
                <a:avLst/>
                <a:gdLst/>
                <a:ahLst/>
                <a:cxnLst>
                  <a:cxn ang="0">
                    <a:pos x="wd2" y="hd2"/>
                  </a:cxn>
                  <a:cxn ang="5400000">
                    <a:pos x="wd2" y="hd2"/>
                  </a:cxn>
                  <a:cxn ang="10800000">
                    <a:pos x="wd2" y="hd2"/>
                  </a:cxn>
                  <a:cxn ang="16200000">
                    <a:pos x="wd2" y="hd2"/>
                  </a:cxn>
                </a:cxnLst>
                <a:rect l="0" t="0" r="r" b="b"/>
                <a:pathLst>
                  <a:path w="21600" h="21600" extrusionOk="0">
                    <a:moveTo>
                      <a:pt x="0" y="2662"/>
                    </a:moveTo>
                    <a:lnTo>
                      <a:pt x="882" y="2662"/>
                    </a:lnTo>
                    <a:cubicBezTo>
                      <a:pt x="1028" y="2662"/>
                      <a:pt x="1163" y="2791"/>
                      <a:pt x="1280" y="3049"/>
                    </a:cubicBezTo>
                    <a:cubicBezTo>
                      <a:pt x="1398" y="3307"/>
                      <a:pt x="1500" y="3693"/>
                      <a:pt x="1584" y="4165"/>
                    </a:cubicBezTo>
                    <a:cubicBezTo>
                      <a:pt x="1668" y="4638"/>
                      <a:pt x="1730" y="5239"/>
                      <a:pt x="1775" y="5969"/>
                    </a:cubicBezTo>
                    <a:cubicBezTo>
                      <a:pt x="1820" y="6656"/>
                      <a:pt x="1842" y="7472"/>
                      <a:pt x="1842" y="8374"/>
                    </a:cubicBezTo>
                    <a:cubicBezTo>
                      <a:pt x="1842" y="9447"/>
                      <a:pt x="1814" y="10392"/>
                      <a:pt x="1763" y="11165"/>
                    </a:cubicBezTo>
                    <a:cubicBezTo>
                      <a:pt x="1707" y="11938"/>
                      <a:pt x="1634" y="12625"/>
                      <a:pt x="1544" y="13140"/>
                    </a:cubicBezTo>
                    <a:cubicBezTo>
                      <a:pt x="1455" y="13656"/>
                      <a:pt x="1348" y="14042"/>
                      <a:pt x="1224" y="14300"/>
                    </a:cubicBezTo>
                    <a:cubicBezTo>
                      <a:pt x="1101" y="14557"/>
                      <a:pt x="972" y="14686"/>
                      <a:pt x="837" y="14686"/>
                    </a:cubicBezTo>
                    <a:lnTo>
                      <a:pt x="590" y="14686"/>
                    </a:lnTo>
                    <a:lnTo>
                      <a:pt x="590" y="21299"/>
                    </a:lnTo>
                    <a:lnTo>
                      <a:pt x="0" y="21299"/>
                    </a:lnTo>
                    <a:lnTo>
                      <a:pt x="0" y="2662"/>
                    </a:lnTo>
                    <a:close/>
                    <a:moveTo>
                      <a:pt x="584" y="11251"/>
                    </a:moveTo>
                    <a:lnTo>
                      <a:pt x="798" y="11251"/>
                    </a:lnTo>
                    <a:cubicBezTo>
                      <a:pt x="854" y="11251"/>
                      <a:pt x="910" y="11208"/>
                      <a:pt x="966" y="11122"/>
                    </a:cubicBezTo>
                    <a:cubicBezTo>
                      <a:pt x="1022" y="11036"/>
                      <a:pt x="1067" y="10864"/>
                      <a:pt x="1106" y="10650"/>
                    </a:cubicBezTo>
                    <a:cubicBezTo>
                      <a:pt x="1146" y="10435"/>
                      <a:pt x="1179" y="10177"/>
                      <a:pt x="1202" y="9834"/>
                    </a:cubicBezTo>
                    <a:cubicBezTo>
                      <a:pt x="1224" y="9490"/>
                      <a:pt x="1241" y="9104"/>
                      <a:pt x="1241" y="8588"/>
                    </a:cubicBezTo>
                    <a:cubicBezTo>
                      <a:pt x="1241" y="7730"/>
                      <a:pt x="1202" y="7085"/>
                      <a:pt x="1129" y="6656"/>
                    </a:cubicBezTo>
                    <a:cubicBezTo>
                      <a:pt x="1050" y="6227"/>
                      <a:pt x="955" y="6012"/>
                      <a:pt x="826" y="6012"/>
                    </a:cubicBezTo>
                    <a:lnTo>
                      <a:pt x="590" y="6012"/>
                    </a:lnTo>
                    <a:lnTo>
                      <a:pt x="590" y="11251"/>
                    </a:lnTo>
                    <a:close/>
                    <a:moveTo>
                      <a:pt x="2179" y="21256"/>
                    </a:moveTo>
                    <a:lnTo>
                      <a:pt x="2179" y="7085"/>
                    </a:lnTo>
                    <a:lnTo>
                      <a:pt x="2628" y="7085"/>
                    </a:lnTo>
                    <a:lnTo>
                      <a:pt x="2685" y="9576"/>
                    </a:lnTo>
                    <a:cubicBezTo>
                      <a:pt x="2707" y="9233"/>
                      <a:pt x="2735" y="8889"/>
                      <a:pt x="2769" y="8546"/>
                    </a:cubicBezTo>
                    <a:cubicBezTo>
                      <a:pt x="2802" y="8202"/>
                      <a:pt x="2842" y="7901"/>
                      <a:pt x="2887" y="7644"/>
                    </a:cubicBezTo>
                    <a:cubicBezTo>
                      <a:pt x="2932" y="7386"/>
                      <a:pt x="2988" y="7171"/>
                      <a:pt x="3044" y="7043"/>
                    </a:cubicBezTo>
                    <a:cubicBezTo>
                      <a:pt x="3106" y="6871"/>
                      <a:pt x="3173" y="6828"/>
                      <a:pt x="3246" y="6828"/>
                    </a:cubicBezTo>
                    <a:cubicBezTo>
                      <a:pt x="3302" y="6828"/>
                      <a:pt x="3353" y="6871"/>
                      <a:pt x="3403" y="7000"/>
                    </a:cubicBezTo>
                    <a:cubicBezTo>
                      <a:pt x="3448" y="7128"/>
                      <a:pt x="3488" y="7214"/>
                      <a:pt x="3516" y="7386"/>
                    </a:cubicBezTo>
                    <a:lnTo>
                      <a:pt x="3426" y="10779"/>
                    </a:lnTo>
                    <a:cubicBezTo>
                      <a:pt x="3398" y="10650"/>
                      <a:pt x="3364" y="10564"/>
                      <a:pt x="3319" y="10435"/>
                    </a:cubicBezTo>
                    <a:cubicBezTo>
                      <a:pt x="3274" y="10349"/>
                      <a:pt x="3224" y="10306"/>
                      <a:pt x="3156" y="10306"/>
                    </a:cubicBezTo>
                    <a:cubicBezTo>
                      <a:pt x="3038" y="10306"/>
                      <a:pt x="2937" y="10607"/>
                      <a:pt x="2859" y="11208"/>
                    </a:cubicBezTo>
                    <a:cubicBezTo>
                      <a:pt x="2780" y="11809"/>
                      <a:pt x="2741" y="12840"/>
                      <a:pt x="2741" y="14257"/>
                    </a:cubicBezTo>
                    <a:lnTo>
                      <a:pt x="2741" y="21342"/>
                    </a:lnTo>
                    <a:lnTo>
                      <a:pt x="2179" y="21342"/>
                    </a:lnTo>
                    <a:close/>
                    <a:moveTo>
                      <a:pt x="5279" y="15416"/>
                    </a:moveTo>
                    <a:lnTo>
                      <a:pt x="4083" y="15416"/>
                    </a:lnTo>
                    <a:lnTo>
                      <a:pt x="4083" y="15545"/>
                    </a:lnTo>
                    <a:cubicBezTo>
                      <a:pt x="4083" y="16533"/>
                      <a:pt x="4134" y="17263"/>
                      <a:pt x="4235" y="17692"/>
                    </a:cubicBezTo>
                    <a:cubicBezTo>
                      <a:pt x="4336" y="18165"/>
                      <a:pt x="4459" y="18379"/>
                      <a:pt x="4611" y="18379"/>
                    </a:cubicBezTo>
                    <a:cubicBezTo>
                      <a:pt x="4718" y="18379"/>
                      <a:pt x="4807" y="18293"/>
                      <a:pt x="4886" y="18165"/>
                    </a:cubicBezTo>
                    <a:cubicBezTo>
                      <a:pt x="4965" y="17993"/>
                      <a:pt x="5032" y="17821"/>
                      <a:pt x="5088" y="17606"/>
                    </a:cubicBezTo>
                    <a:lnTo>
                      <a:pt x="5195" y="20612"/>
                    </a:lnTo>
                    <a:cubicBezTo>
                      <a:pt x="5128" y="20870"/>
                      <a:pt x="5038" y="21085"/>
                      <a:pt x="4931" y="21299"/>
                    </a:cubicBezTo>
                    <a:cubicBezTo>
                      <a:pt x="4824" y="21514"/>
                      <a:pt x="4695" y="21600"/>
                      <a:pt x="4538" y="21600"/>
                    </a:cubicBezTo>
                    <a:cubicBezTo>
                      <a:pt x="4398" y="21600"/>
                      <a:pt x="4268" y="21471"/>
                      <a:pt x="4145" y="21171"/>
                    </a:cubicBezTo>
                    <a:cubicBezTo>
                      <a:pt x="4021" y="20870"/>
                      <a:pt x="3909" y="20441"/>
                      <a:pt x="3819" y="19839"/>
                    </a:cubicBezTo>
                    <a:cubicBezTo>
                      <a:pt x="3724" y="19238"/>
                      <a:pt x="3651" y="18508"/>
                      <a:pt x="3594" y="17606"/>
                    </a:cubicBezTo>
                    <a:cubicBezTo>
                      <a:pt x="3538" y="16705"/>
                      <a:pt x="3510" y="15631"/>
                      <a:pt x="3510" y="14343"/>
                    </a:cubicBezTo>
                    <a:cubicBezTo>
                      <a:pt x="3510" y="13226"/>
                      <a:pt x="3533" y="12196"/>
                      <a:pt x="3578" y="11251"/>
                    </a:cubicBezTo>
                    <a:cubicBezTo>
                      <a:pt x="3622" y="10306"/>
                      <a:pt x="3684" y="9533"/>
                      <a:pt x="3768" y="8846"/>
                    </a:cubicBezTo>
                    <a:cubicBezTo>
                      <a:pt x="3853" y="8159"/>
                      <a:pt x="3948" y="7644"/>
                      <a:pt x="4066" y="7300"/>
                    </a:cubicBezTo>
                    <a:cubicBezTo>
                      <a:pt x="4178" y="6957"/>
                      <a:pt x="4308" y="6742"/>
                      <a:pt x="4448" y="6742"/>
                    </a:cubicBezTo>
                    <a:cubicBezTo>
                      <a:pt x="4701" y="6742"/>
                      <a:pt x="4903" y="7343"/>
                      <a:pt x="5060" y="8503"/>
                    </a:cubicBezTo>
                    <a:cubicBezTo>
                      <a:pt x="5212" y="9662"/>
                      <a:pt x="5290" y="11380"/>
                      <a:pt x="5290" y="13527"/>
                    </a:cubicBezTo>
                    <a:lnTo>
                      <a:pt x="5290" y="15416"/>
                    </a:lnTo>
                    <a:close/>
                    <a:moveTo>
                      <a:pt x="4695" y="12453"/>
                    </a:moveTo>
                    <a:cubicBezTo>
                      <a:pt x="4695" y="12110"/>
                      <a:pt x="4690" y="11809"/>
                      <a:pt x="4678" y="11466"/>
                    </a:cubicBezTo>
                    <a:cubicBezTo>
                      <a:pt x="4667" y="11165"/>
                      <a:pt x="4650" y="10864"/>
                      <a:pt x="4628" y="10607"/>
                    </a:cubicBezTo>
                    <a:cubicBezTo>
                      <a:pt x="4605" y="10349"/>
                      <a:pt x="4577" y="10177"/>
                      <a:pt x="4544" y="10006"/>
                    </a:cubicBezTo>
                    <a:cubicBezTo>
                      <a:pt x="4510" y="9877"/>
                      <a:pt x="4465" y="9791"/>
                      <a:pt x="4420" y="9791"/>
                    </a:cubicBezTo>
                    <a:cubicBezTo>
                      <a:pt x="4330" y="9791"/>
                      <a:pt x="4257" y="10049"/>
                      <a:pt x="4195" y="10521"/>
                    </a:cubicBezTo>
                    <a:cubicBezTo>
                      <a:pt x="4134" y="10993"/>
                      <a:pt x="4100" y="11637"/>
                      <a:pt x="4089" y="12496"/>
                    </a:cubicBezTo>
                    <a:lnTo>
                      <a:pt x="4695" y="12453"/>
                    </a:lnTo>
                    <a:close/>
                    <a:moveTo>
                      <a:pt x="6773" y="10693"/>
                    </a:moveTo>
                    <a:cubicBezTo>
                      <a:pt x="6706" y="10435"/>
                      <a:pt x="6633" y="10220"/>
                      <a:pt x="6554" y="10091"/>
                    </a:cubicBezTo>
                    <a:cubicBezTo>
                      <a:pt x="6476" y="9963"/>
                      <a:pt x="6402" y="9877"/>
                      <a:pt x="6329" y="9877"/>
                    </a:cubicBezTo>
                    <a:cubicBezTo>
                      <a:pt x="6262" y="9877"/>
                      <a:pt x="6206" y="9963"/>
                      <a:pt x="6167" y="10134"/>
                    </a:cubicBezTo>
                    <a:cubicBezTo>
                      <a:pt x="6127" y="10306"/>
                      <a:pt x="6105" y="10564"/>
                      <a:pt x="6105" y="10864"/>
                    </a:cubicBezTo>
                    <a:cubicBezTo>
                      <a:pt x="6105" y="11208"/>
                      <a:pt x="6127" y="11466"/>
                      <a:pt x="6167" y="11723"/>
                    </a:cubicBezTo>
                    <a:cubicBezTo>
                      <a:pt x="6206" y="11938"/>
                      <a:pt x="6285" y="12196"/>
                      <a:pt x="6402" y="12453"/>
                    </a:cubicBezTo>
                    <a:lnTo>
                      <a:pt x="6520" y="12711"/>
                    </a:lnTo>
                    <a:cubicBezTo>
                      <a:pt x="6672" y="13054"/>
                      <a:pt x="6790" y="13570"/>
                      <a:pt x="6869" y="14257"/>
                    </a:cubicBezTo>
                    <a:cubicBezTo>
                      <a:pt x="6947" y="14944"/>
                      <a:pt x="6987" y="15803"/>
                      <a:pt x="6987" y="16876"/>
                    </a:cubicBezTo>
                    <a:cubicBezTo>
                      <a:pt x="6987" y="17563"/>
                      <a:pt x="6970" y="18208"/>
                      <a:pt x="6930" y="18809"/>
                    </a:cubicBezTo>
                    <a:cubicBezTo>
                      <a:pt x="6891" y="19410"/>
                      <a:pt x="6835" y="19882"/>
                      <a:pt x="6768" y="20312"/>
                    </a:cubicBezTo>
                    <a:cubicBezTo>
                      <a:pt x="6695" y="20741"/>
                      <a:pt x="6610" y="21042"/>
                      <a:pt x="6515" y="21256"/>
                    </a:cubicBezTo>
                    <a:cubicBezTo>
                      <a:pt x="6414" y="21471"/>
                      <a:pt x="6307" y="21600"/>
                      <a:pt x="6183" y="21600"/>
                    </a:cubicBezTo>
                    <a:cubicBezTo>
                      <a:pt x="6054" y="21600"/>
                      <a:pt x="5936" y="21514"/>
                      <a:pt x="5835" y="21342"/>
                    </a:cubicBezTo>
                    <a:cubicBezTo>
                      <a:pt x="5734" y="21171"/>
                      <a:pt x="5639" y="20913"/>
                      <a:pt x="5554" y="20569"/>
                    </a:cubicBezTo>
                    <a:lnTo>
                      <a:pt x="5678" y="17435"/>
                    </a:lnTo>
                    <a:cubicBezTo>
                      <a:pt x="5751" y="17735"/>
                      <a:pt x="5830" y="17950"/>
                      <a:pt x="5914" y="18165"/>
                    </a:cubicBezTo>
                    <a:cubicBezTo>
                      <a:pt x="5993" y="18336"/>
                      <a:pt x="6077" y="18465"/>
                      <a:pt x="6161" y="18465"/>
                    </a:cubicBezTo>
                    <a:cubicBezTo>
                      <a:pt x="6256" y="18465"/>
                      <a:pt x="6329" y="18336"/>
                      <a:pt x="6369" y="18122"/>
                    </a:cubicBezTo>
                    <a:cubicBezTo>
                      <a:pt x="6408" y="17907"/>
                      <a:pt x="6431" y="17649"/>
                      <a:pt x="6431" y="17349"/>
                    </a:cubicBezTo>
                    <a:cubicBezTo>
                      <a:pt x="6431" y="17177"/>
                      <a:pt x="6425" y="17005"/>
                      <a:pt x="6419" y="16876"/>
                    </a:cubicBezTo>
                    <a:cubicBezTo>
                      <a:pt x="6408" y="16748"/>
                      <a:pt x="6397" y="16619"/>
                      <a:pt x="6369" y="16490"/>
                    </a:cubicBezTo>
                    <a:cubicBezTo>
                      <a:pt x="6346" y="16361"/>
                      <a:pt x="6313" y="16275"/>
                      <a:pt x="6268" y="16146"/>
                    </a:cubicBezTo>
                    <a:cubicBezTo>
                      <a:pt x="6223" y="16017"/>
                      <a:pt x="6172" y="15889"/>
                      <a:pt x="6105" y="15760"/>
                    </a:cubicBezTo>
                    <a:lnTo>
                      <a:pt x="5987" y="15502"/>
                    </a:lnTo>
                    <a:cubicBezTo>
                      <a:pt x="5835" y="15116"/>
                      <a:pt x="5723" y="14600"/>
                      <a:pt x="5656" y="13956"/>
                    </a:cubicBezTo>
                    <a:cubicBezTo>
                      <a:pt x="5588" y="13312"/>
                      <a:pt x="5549" y="12410"/>
                      <a:pt x="5549" y="11294"/>
                    </a:cubicBezTo>
                    <a:cubicBezTo>
                      <a:pt x="5549" y="10650"/>
                      <a:pt x="5566" y="10049"/>
                      <a:pt x="5599" y="9490"/>
                    </a:cubicBezTo>
                    <a:cubicBezTo>
                      <a:pt x="5633" y="8932"/>
                      <a:pt x="5684" y="8460"/>
                      <a:pt x="5745" y="8073"/>
                    </a:cubicBezTo>
                    <a:cubicBezTo>
                      <a:pt x="5807" y="7687"/>
                      <a:pt x="5886" y="7343"/>
                      <a:pt x="5976" y="7128"/>
                    </a:cubicBezTo>
                    <a:cubicBezTo>
                      <a:pt x="6066" y="6914"/>
                      <a:pt x="6172" y="6785"/>
                      <a:pt x="6290" y="6785"/>
                    </a:cubicBezTo>
                    <a:cubicBezTo>
                      <a:pt x="6408" y="6785"/>
                      <a:pt x="6520" y="6871"/>
                      <a:pt x="6622" y="7043"/>
                    </a:cubicBezTo>
                    <a:cubicBezTo>
                      <a:pt x="6723" y="7214"/>
                      <a:pt x="6812" y="7429"/>
                      <a:pt x="6897" y="7730"/>
                    </a:cubicBezTo>
                    <a:lnTo>
                      <a:pt x="6773" y="10693"/>
                    </a:lnTo>
                    <a:close/>
                    <a:moveTo>
                      <a:pt x="8992" y="15416"/>
                    </a:moveTo>
                    <a:lnTo>
                      <a:pt x="7795" y="15416"/>
                    </a:lnTo>
                    <a:lnTo>
                      <a:pt x="7795" y="15545"/>
                    </a:lnTo>
                    <a:cubicBezTo>
                      <a:pt x="7795" y="16533"/>
                      <a:pt x="7846" y="17263"/>
                      <a:pt x="7947" y="17692"/>
                    </a:cubicBezTo>
                    <a:cubicBezTo>
                      <a:pt x="8048" y="18165"/>
                      <a:pt x="8172" y="18379"/>
                      <a:pt x="8323" y="18379"/>
                    </a:cubicBezTo>
                    <a:cubicBezTo>
                      <a:pt x="8430" y="18379"/>
                      <a:pt x="8520" y="18293"/>
                      <a:pt x="8598" y="18165"/>
                    </a:cubicBezTo>
                    <a:cubicBezTo>
                      <a:pt x="8677" y="17993"/>
                      <a:pt x="8744" y="17821"/>
                      <a:pt x="8801" y="17606"/>
                    </a:cubicBezTo>
                    <a:lnTo>
                      <a:pt x="8907" y="20612"/>
                    </a:lnTo>
                    <a:cubicBezTo>
                      <a:pt x="8840" y="20870"/>
                      <a:pt x="8750" y="21085"/>
                      <a:pt x="8643" y="21299"/>
                    </a:cubicBezTo>
                    <a:cubicBezTo>
                      <a:pt x="8537" y="21514"/>
                      <a:pt x="8407" y="21600"/>
                      <a:pt x="8250" y="21600"/>
                    </a:cubicBezTo>
                    <a:cubicBezTo>
                      <a:pt x="8110" y="21600"/>
                      <a:pt x="7981" y="21471"/>
                      <a:pt x="7857" y="21171"/>
                    </a:cubicBezTo>
                    <a:cubicBezTo>
                      <a:pt x="7734" y="20870"/>
                      <a:pt x="7621" y="20441"/>
                      <a:pt x="7531" y="19839"/>
                    </a:cubicBezTo>
                    <a:cubicBezTo>
                      <a:pt x="7436" y="19238"/>
                      <a:pt x="7363" y="18508"/>
                      <a:pt x="7307" y="17606"/>
                    </a:cubicBezTo>
                    <a:cubicBezTo>
                      <a:pt x="7251" y="16705"/>
                      <a:pt x="7222" y="15631"/>
                      <a:pt x="7222" y="14343"/>
                    </a:cubicBezTo>
                    <a:cubicBezTo>
                      <a:pt x="7222" y="13226"/>
                      <a:pt x="7245" y="12196"/>
                      <a:pt x="7290" y="11251"/>
                    </a:cubicBezTo>
                    <a:cubicBezTo>
                      <a:pt x="7335" y="10306"/>
                      <a:pt x="7397" y="9533"/>
                      <a:pt x="7481" y="8846"/>
                    </a:cubicBezTo>
                    <a:cubicBezTo>
                      <a:pt x="7565" y="8159"/>
                      <a:pt x="7661" y="7644"/>
                      <a:pt x="7778" y="7300"/>
                    </a:cubicBezTo>
                    <a:cubicBezTo>
                      <a:pt x="7891" y="6957"/>
                      <a:pt x="8020" y="6742"/>
                      <a:pt x="8160" y="6742"/>
                    </a:cubicBezTo>
                    <a:cubicBezTo>
                      <a:pt x="8413" y="6742"/>
                      <a:pt x="8615" y="7343"/>
                      <a:pt x="8773" y="8503"/>
                    </a:cubicBezTo>
                    <a:cubicBezTo>
                      <a:pt x="8924" y="9662"/>
                      <a:pt x="9003" y="11380"/>
                      <a:pt x="9003" y="13527"/>
                    </a:cubicBezTo>
                    <a:lnTo>
                      <a:pt x="9003" y="15416"/>
                    </a:lnTo>
                    <a:close/>
                    <a:moveTo>
                      <a:pt x="8413" y="12453"/>
                    </a:moveTo>
                    <a:cubicBezTo>
                      <a:pt x="8413" y="12110"/>
                      <a:pt x="8407" y="11809"/>
                      <a:pt x="8396" y="11466"/>
                    </a:cubicBezTo>
                    <a:cubicBezTo>
                      <a:pt x="8385" y="11165"/>
                      <a:pt x="8368" y="10864"/>
                      <a:pt x="8346" y="10607"/>
                    </a:cubicBezTo>
                    <a:cubicBezTo>
                      <a:pt x="8323" y="10349"/>
                      <a:pt x="8295" y="10177"/>
                      <a:pt x="8261" y="10006"/>
                    </a:cubicBezTo>
                    <a:cubicBezTo>
                      <a:pt x="8228" y="9834"/>
                      <a:pt x="8183" y="9791"/>
                      <a:pt x="8138" y="9791"/>
                    </a:cubicBezTo>
                    <a:cubicBezTo>
                      <a:pt x="8048" y="9791"/>
                      <a:pt x="7975" y="10049"/>
                      <a:pt x="7913" y="10521"/>
                    </a:cubicBezTo>
                    <a:cubicBezTo>
                      <a:pt x="7851" y="10993"/>
                      <a:pt x="7818" y="11637"/>
                      <a:pt x="7807" y="12496"/>
                    </a:cubicBezTo>
                    <a:lnTo>
                      <a:pt x="8413" y="12453"/>
                    </a:lnTo>
                    <a:close/>
                    <a:moveTo>
                      <a:pt x="9913" y="21256"/>
                    </a:moveTo>
                    <a:lnTo>
                      <a:pt x="9340" y="21256"/>
                    </a:lnTo>
                    <a:lnTo>
                      <a:pt x="9340" y="7085"/>
                    </a:lnTo>
                    <a:lnTo>
                      <a:pt x="9783" y="7085"/>
                    </a:lnTo>
                    <a:lnTo>
                      <a:pt x="9851" y="8846"/>
                    </a:lnTo>
                    <a:cubicBezTo>
                      <a:pt x="9935" y="8202"/>
                      <a:pt x="10025" y="7687"/>
                      <a:pt x="10126" y="7300"/>
                    </a:cubicBezTo>
                    <a:cubicBezTo>
                      <a:pt x="10227" y="6914"/>
                      <a:pt x="10339" y="6742"/>
                      <a:pt x="10463" y="6742"/>
                    </a:cubicBezTo>
                    <a:cubicBezTo>
                      <a:pt x="10671" y="6742"/>
                      <a:pt x="10828" y="7171"/>
                      <a:pt x="10940" y="8030"/>
                    </a:cubicBezTo>
                    <a:cubicBezTo>
                      <a:pt x="11053" y="8889"/>
                      <a:pt x="11109" y="10177"/>
                      <a:pt x="11109" y="11852"/>
                    </a:cubicBezTo>
                    <a:lnTo>
                      <a:pt x="11109" y="21214"/>
                    </a:lnTo>
                    <a:lnTo>
                      <a:pt x="10536" y="21214"/>
                    </a:lnTo>
                    <a:lnTo>
                      <a:pt x="10536" y="12281"/>
                    </a:lnTo>
                    <a:cubicBezTo>
                      <a:pt x="10536" y="11594"/>
                      <a:pt x="10514" y="11036"/>
                      <a:pt x="10474" y="10650"/>
                    </a:cubicBezTo>
                    <a:cubicBezTo>
                      <a:pt x="10429" y="10263"/>
                      <a:pt x="10368" y="10048"/>
                      <a:pt x="10289" y="10048"/>
                    </a:cubicBezTo>
                    <a:cubicBezTo>
                      <a:pt x="10227" y="10048"/>
                      <a:pt x="10160" y="10177"/>
                      <a:pt x="10092" y="10478"/>
                    </a:cubicBezTo>
                    <a:cubicBezTo>
                      <a:pt x="10025" y="10736"/>
                      <a:pt x="9963" y="11122"/>
                      <a:pt x="9913" y="11551"/>
                    </a:cubicBezTo>
                    <a:lnTo>
                      <a:pt x="9913" y="21256"/>
                    </a:lnTo>
                    <a:close/>
                    <a:moveTo>
                      <a:pt x="12687" y="10220"/>
                    </a:moveTo>
                    <a:lnTo>
                      <a:pt x="12215" y="10220"/>
                    </a:lnTo>
                    <a:lnTo>
                      <a:pt x="12215" y="16189"/>
                    </a:lnTo>
                    <a:cubicBezTo>
                      <a:pt x="12215" y="16833"/>
                      <a:pt x="12232" y="17306"/>
                      <a:pt x="12271" y="17563"/>
                    </a:cubicBezTo>
                    <a:cubicBezTo>
                      <a:pt x="12311" y="17821"/>
                      <a:pt x="12361" y="17950"/>
                      <a:pt x="12429" y="17950"/>
                    </a:cubicBezTo>
                    <a:cubicBezTo>
                      <a:pt x="12479" y="17950"/>
                      <a:pt x="12530" y="17907"/>
                      <a:pt x="12580" y="17821"/>
                    </a:cubicBezTo>
                    <a:cubicBezTo>
                      <a:pt x="12631" y="17735"/>
                      <a:pt x="12670" y="17649"/>
                      <a:pt x="12698" y="17478"/>
                    </a:cubicBezTo>
                    <a:lnTo>
                      <a:pt x="12783" y="20441"/>
                    </a:lnTo>
                    <a:cubicBezTo>
                      <a:pt x="12738" y="20612"/>
                      <a:pt x="12670" y="20784"/>
                      <a:pt x="12586" y="20956"/>
                    </a:cubicBezTo>
                    <a:cubicBezTo>
                      <a:pt x="12496" y="21128"/>
                      <a:pt x="12401" y="21213"/>
                      <a:pt x="12305" y="21213"/>
                    </a:cubicBezTo>
                    <a:cubicBezTo>
                      <a:pt x="12064" y="21213"/>
                      <a:pt x="11895" y="20870"/>
                      <a:pt x="11800" y="20140"/>
                    </a:cubicBezTo>
                    <a:cubicBezTo>
                      <a:pt x="11699" y="19453"/>
                      <a:pt x="11654" y="18379"/>
                      <a:pt x="11654" y="16919"/>
                    </a:cubicBezTo>
                    <a:lnTo>
                      <a:pt x="11654" y="10220"/>
                    </a:lnTo>
                    <a:lnTo>
                      <a:pt x="11362" y="10220"/>
                    </a:lnTo>
                    <a:lnTo>
                      <a:pt x="11362" y="7085"/>
                    </a:lnTo>
                    <a:lnTo>
                      <a:pt x="11654" y="7085"/>
                    </a:lnTo>
                    <a:lnTo>
                      <a:pt x="11654" y="2791"/>
                    </a:lnTo>
                    <a:lnTo>
                      <a:pt x="12221" y="2791"/>
                    </a:lnTo>
                    <a:lnTo>
                      <a:pt x="12221" y="7085"/>
                    </a:lnTo>
                    <a:lnTo>
                      <a:pt x="12693" y="7085"/>
                    </a:lnTo>
                    <a:lnTo>
                      <a:pt x="12693" y="10220"/>
                    </a:lnTo>
                    <a:close/>
                    <a:moveTo>
                      <a:pt x="13069" y="8331"/>
                    </a:moveTo>
                    <a:cubicBezTo>
                      <a:pt x="13176" y="7858"/>
                      <a:pt x="13294" y="7472"/>
                      <a:pt x="13428" y="7214"/>
                    </a:cubicBezTo>
                    <a:cubicBezTo>
                      <a:pt x="13563" y="6914"/>
                      <a:pt x="13698" y="6785"/>
                      <a:pt x="13833" y="6785"/>
                    </a:cubicBezTo>
                    <a:cubicBezTo>
                      <a:pt x="14063" y="6785"/>
                      <a:pt x="14243" y="7214"/>
                      <a:pt x="14383" y="8073"/>
                    </a:cubicBezTo>
                    <a:cubicBezTo>
                      <a:pt x="14524" y="8932"/>
                      <a:pt x="14591" y="10263"/>
                      <a:pt x="14591" y="12110"/>
                    </a:cubicBezTo>
                    <a:lnTo>
                      <a:pt x="14591" y="21299"/>
                    </a:lnTo>
                    <a:lnTo>
                      <a:pt x="14153" y="21299"/>
                    </a:lnTo>
                    <a:lnTo>
                      <a:pt x="14102" y="19882"/>
                    </a:lnTo>
                    <a:lnTo>
                      <a:pt x="14085" y="19882"/>
                    </a:lnTo>
                    <a:cubicBezTo>
                      <a:pt x="14035" y="20398"/>
                      <a:pt x="13962" y="20827"/>
                      <a:pt x="13872" y="21128"/>
                    </a:cubicBezTo>
                    <a:cubicBezTo>
                      <a:pt x="13782" y="21471"/>
                      <a:pt x="13676" y="21600"/>
                      <a:pt x="13552" y="21600"/>
                    </a:cubicBezTo>
                    <a:cubicBezTo>
                      <a:pt x="13445" y="21600"/>
                      <a:pt x="13355" y="21471"/>
                      <a:pt x="13277" y="21256"/>
                    </a:cubicBezTo>
                    <a:cubicBezTo>
                      <a:pt x="13198" y="21042"/>
                      <a:pt x="13131" y="20698"/>
                      <a:pt x="13080" y="20312"/>
                    </a:cubicBezTo>
                    <a:cubicBezTo>
                      <a:pt x="13030" y="19925"/>
                      <a:pt x="12990" y="19453"/>
                      <a:pt x="12962" y="18895"/>
                    </a:cubicBezTo>
                    <a:cubicBezTo>
                      <a:pt x="12934" y="18336"/>
                      <a:pt x="12923" y="17778"/>
                      <a:pt x="12923" y="17177"/>
                    </a:cubicBezTo>
                    <a:cubicBezTo>
                      <a:pt x="12923" y="16361"/>
                      <a:pt x="12945" y="15631"/>
                      <a:pt x="12996" y="15073"/>
                    </a:cubicBezTo>
                    <a:cubicBezTo>
                      <a:pt x="13041" y="14472"/>
                      <a:pt x="13108" y="13999"/>
                      <a:pt x="13187" y="13613"/>
                    </a:cubicBezTo>
                    <a:cubicBezTo>
                      <a:pt x="13266" y="13226"/>
                      <a:pt x="13361" y="12969"/>
                      <a:pt x="13473" y="12797"/>
                    </a:cubicBezTo>
                    <a:cubicBezTo>
                      <a:pt x="13580" y="12625"/>
                      <a:pt x="13698" y="12539"/>
                      <a:pt x="13822" y="12539"/>
                    </a:cubicBezTo>
                    <a:lnTo>
                      <a:pt x="14012" y="12539"/>
                    </a:lnTo>
                    <a:lnTo>
                      <a:pt x="14012" y="11766"/>
                    </a:lnTo>
                    <a:cubicBezTo>
                      <a:pt x="14012" y="11251"/>
                      <a:pt x="13990" y="10821"/>
                      <a:pt x="13939" y="10564"/>
                    </a:cubicBezTo>
                    <a:cubicBezTo>
                      <a:pt x="13889" y="10263"/>
                      <a:pt x="13822" y="10134"/>
                      <a:pt x="13732" y="10134"/>
                    </a:cubicBezTo>
                    <a:cubicBezTo>
                      <a:pt x="13653" y="10134"/>
                      <a:pt x="13580" y="10220"/>
                      <a:pt x="13501" y="10392"/>
                    </a:cubicBezTo>
                    <a:cubicBezTo>
                      <a:pt x="13428" y="10564"/>
                      <a:pt x="13344" y="10864"/>
                      <a:pt x="13254" y="11251"/>
                    </a:cubicBezTo>
                    <a:lnTo>
                      <a:pt x="13069" y="8331"/>
                    </a:lnTo>
                    <a:close/>
                    <a:moveTo>
                      <a:pt x="14024" y="15116"/>
                    </a:moveTo>
                    <a:lnTo>
                      <a:pt x="13895" y="15159"/>
                    </a:lnTo>
                    <a:cubicBezTo>
                      <a:pt x="13822" y="15159"/>
                      <a:pt x="13760" y="15245"/>
                      <a:pt x="13715" y="15330"/>
                    </a:cubicBezTo>
                    <a:cubicBezTo>
                      <a:pt x="13664" y="15416"/>
                      <a:pt x="13625" y="15545"/>
                      <a:pt x="13597" y="15717"/>
                    </a:cubicBezTo>
                    <a:cubicBezTo>
                      <a:pt x="13569" y="15846"/>
                      <a:pt x="13546" y="16060"/>
                      <a:pt x="13535" y="16232"/>
                    </a:cubicBezTo>
                    <a:cubicBezTo>
                      <a:pt x="13524" y="16447"/>
                      <a:pt x="13518" y="16662"/>
                      <a:pt x="13518" y="16876"/>
                    </a:cubicBezTo>
                    <a:cubicBezTo>
                      <a:pt x="13518" y="17478"/>
                      <a:pt x="13541" y="17907"/>
                      <a:pt x="13591" y="18122"/>
                    </a:cubicBezTo>
                    <a:cubicBezTo>
                      <a:pt x="13636" y="18336"/>
                      <a:pt x="13692" y="18465"/>
                      <a:pt x="13754" y="18465"/>
                    </a:cubicBezTo>
                    <a:cubicBezTo>
                      <a:pt x="13816" y="18465"/>
                      <a:pt x="13872" y="18336"/>
                      <a:pt x="13923" y="18036"/>
                    </a:cubicBezTo>
                    <a:cubicBezTo>
                      <a:pt x="13973" y="17778"/>
                      <a:pt x="14007" y="17478"/>
                      <a:pt x="14029" y="17134"/>
                    </a:cubicBezTo>
                    <a:lnTo>
                      <a:pt x="14029" y="15116"/>
                    </a:lnTo>
                    <a:close/>
                    <a:moveTo>
                      <a:pt x="16192" y="10220"/>
                    </a:moveTo>
                    <a:lnTo>
                      <a:pt x="15720" y="10220"/>
                    </a:lnTo>
                    <a:lnTo>
                      <a:pt x="15720" y="16189"/>
                    </a:lnTo>
                    <a:cubicBezTo>
                      <a:pt x="15720" y="16833"/>
                      <a:pt x="15737" y="17306"/>
                      <a:pt x="15776" y="17563"/>
                    </a:cubicBezTo>
                    <a:cubicBezTo>
                      <a:pt x="15815" y="17821"/>
                      <a:pt x="15866" y="17950"/>
                      <a:pt x="15933" y="17950"/>
                    </a:cubicBezTo>
                    <a:cubicBezTo>
                      <a:pt x="15984" y="17950"/>
                      <a:pt x="16034" y="17907"/>
                      <a:pt x="16085" y="17821"/>
                    </a:cubicBezTo>
                    <a:cubicBezTo>
                      <a:pt x="16135" y="17735"/>
                      <a:pt x="16175" y="17649"/>
                      <a:pt x="16203" y="17478"/>
                    </a:cubicBezTo>
                    <a:lnTo>
                      <a:pt x="16287" y="20441"/>
                    </a:lnTo>
                    <a:cubicBezTo>
                      <a:pt x="16242" y="20612"/>
                      <a:pt x="16175" y="20784"/>
                      <a:pt x="16090" y="20956"/>
                    </a:cubicBezTo>
                    <a:cubicBezTo>
                      <a:pt x="16001" y="21128"/>
                      <a:pt x="15905" y="21213"/>
                      <a:pt x="15810" y="21213"/>
                    </a:cubicBezTo>
                    <a:cubicBezTo>
                      <a:pt x="15568" y="21213"/>
                      <a:pt x="15400" y="20870"/>
                      <a:pt x="15304" y="20140"/>
                    </a:cubicBezTo>
                    <a:cubicBezTo>
                      <a:pt x="15203" y="19453"/>
                      <a:pt x="15158" y="18379"/>
                      <a:pt x="15158" y="16919"/>
                    </a:cubicBezTo>
                    <a:lnTo>
                      <a:pt x="15158" y="10220"/>
                    </a:lnTo>
                    <a:lnTo>
                      <a:pt x="14866" y="10220"/>
                    </a:lnTo>
                    <a:lnTo>
                      <a:pt x="14866" y="7085"/>
                    </a:lnTo>
                    <a:lnTo>
                      <a:pt x="15158" y="7085"/>
                    </a:lnTo>
                    <a:lnTo>
                      <a:pt x="15158" y="2791"/>
                    </a:lnTo>
                    <a:lnTo>
                      <a:pt x="15725" y="2791"/>
                    </a:lnTo>
                    <a:lnTo>
                      <a:pt x="15725" y="7085"/>
                    </a:lnTo>
                    <a:lnTo>
                      <a:pt x="16197" y="7085"/>
                    </a:lnTo>
                    <a:lnTo>
                      <a:pt x="16197" y="10220"/>
                    </a:lnTo>
                    <a:close/>
                    <a:moveTo>
                      <a:pt x="16871" y="4294"/>
                    </a:moveTo>
                    <a:cubicBezTo>
                      <a:pt x="16776" y="4294"/>
                      <a:pt x="16697" y="4080"/>
                      <a:pt x="16646" y="3650"/>
                    </a:cubicBezTo>
                    <a:cubicBezTo>
                      <a:pt x="16596" y="3221"/>
                      <a:pt x="16568" y="2705"/>
                      <a:pt x="16568" y="2147"/>
                    </a:cubicBezTo>
                    <a:cubicBezTo>
                      <a:pt x="16568" y="1546"/>
                      <a:pt x="16596" y="1031"/>
                      <a:pt x="16646" y="644"/>
                    </a:cubicBezTo>
                    <a:cubicBezTo>
                      <a:pt x="16697" y="215"/>
                      <a:pt x="16776" y="0"/>
                      <a:pt x="16866" y="0"/>
                    </a:cubicBezTo>
                    <a:cubicBezTo>
                      <a:pt x="16961" y="0"/>
                      <a:pt x="17034" y="215"/>
                      <a:pt x="17085" y="601"/>
                    </a:cubicBezTo>
                    <a:cubicBezTo>
                      <a:pt x="17135" y="1031"/>
                      <a:pt x="17163" y="1546"/>
                      <a:pt x="17163" y="2147"/>
                    </a:cubicBezTo>
                    <a:cubicBezTo>
                      <a:pt x="17163" y="2748"/>
                      <a:pt x="17135" y="3264"/>
                      <a:pt x="17085" y="3693"/>
                    </a:cubicBezTo>
                    <a:cubicBezTo>
                      <a:pt x="17045" y="4122"/>
                      <a:pt x="16972" y="4294"/>
                      <a:pt x="16871" y="4294"/>
                    </a:cubicBezTo>
                    <a:close/>
                    <a:moveTo>
                      <a:pt x="16585" y="21256"/>
                    </a:moveTo>
                    <a:lnTo>
                      <a:pt x="16585" y="7085"/>
                    </a:lnTo>
                    <a:lnTo>
                      <a:pt x="17158" y="7085"/>
                    </a:lnTo>
                    <a:lnTo>
                      <a:pt x="17158" y="21256"/>
                    </a:lnTo>
                    <a:lnTo>
                      <a:pt x="16585" y="21256"/>
                    </a:lnTo>
                    <a:close/>
                    <a:moveTo>
                      <a:pt x="19477" y="14085"/>
                    </a:moveTo>
                    <a:cubicBezTo>
                      <a:pt x="19477" y="15245"/>
                      <a:pt x="19455" y="16275"/>
                      <a:pt x="19404" y="17220"/>
                    </a:cubicBezTo>
                    <a:cubicBezTo>
                      <a:pt x="19354" y="18165"/>
                      <a:pt x="19286" y="18938"/>
                      <a:pt x="19196" y="19582"/>
                    </a:cubicBezTo>
                    <a:cubicBezTo>
                      <a:pt x="19106" y="20226"/>
                      <a:pt x="19005" y="20741"/>
                      <a:pt x="18887" y="21085"/>
                    </a:cubicBezTo>
                    <a:cubicBezTo>
                      <a:pt x="18769" y="21428"/>
                      <a:pt x="18640" y="21600"/>
                      <a:pt x="18505" y="21600"/>
                    </a:cubicBezTo>
                    <a:cubicBezTo>
                      <a:pt x="18371" y="21600"/>
                      <a:pt x="18241" y="21428"/>
                      <a:pt x="18124" y="21128"/>
                    </a:cubicBezTo>
                    <a:cubicBezTo>
                      <a:pt x="18006" y="20784"/>
                      <a:pt x="17905" y="20355"/>
                      <a:pt x="17820" y="19711"/>
                    </a:cubicBezTo>
                    <a:cubicBezTo>
                      <a:pt x="17736" y="19109"/>
                      <a:pt x="17669" y="18336"/>
                      <a:pt x="17618" y="17435"/>
                    </a:cubicBezTo>
                    <a:cubicBezTo>
                      <a:pt x="17568" y="16533"/>
                      <a:pt x="17545" y="15502"/>
                      <a:pt x="17545" y="14386"/>
                    </a:cubicBezTo>
                    <a:cubicBezTo>
                      <a:pt x="17545" y="13183"/>
                      <a:pt x="17568" y="12110"/>
                      <a:pt x="17618" y="11165"/>
                    </a:cubicBezTo>
                    <a:cubicBezTo>
                      <a:pt x="17669" y="10220"/>
                      <a:pt x="17736" y="9404"/>
                      <a:pt x="17826" y="8760"/>
                    </a:cubicBezTo>
                    <a:cubicBezTo>
                      <a:pt x="17916" y="8116"/>
                      <a:pt x="18017" y="7601"/>
                      <a:pt x="18135" y="7257"/>
                    </a:cubicBezTo>
                    <a:cubicBezTo>
                      <a:pt x="18253" y="6914"/>
                      <a:pt x="18382" y="6742"/>
                      <a:pt x="18517" y="6742"/>
                    </a:cubicBezTo>
                    <a:cubicBezTo>
                      <a:pt x="18651" y="6742"/>
                      <a:pt x="18781" y="6914"/>
                      <a:pt x="18899" y="7214"/>
                    </a:cubicBezTo>
                    <a:cubicBezTo>
                      <a:pt x="19017" y="7515"/>
                      <a:pt x="19118" y="7987"/>
                      <a:pt x="19202" y="8631"/>
                    </a:cubicBezTo>
                    <a:cubicBezTo>
                      <a:pt x="19286" y="9233"/>
                      <a:pt x="19354" y="10006"/>
                      <a:pt x="19404" y="10907"/>
                    </a:cubicBezTo>
                    <a:cubicBezTo>
                      <a:pt x="19455" y="11809"/>
                      <a:pt x="19477" y="12883"/>
                      <a:pt x="19477" y="14085"/>
                    </a:cubicBezTo>
                    <a:close/>
                    <a:moveTo>
                      <a:pt x="18893" y="14214"/>
                    </a:moveTo>
                    <a:cubicBezTo>
                      <a:pt x="18893" y="13441"/>
                      <a:pt x="18882" y="12797"/>
                      <a:pt x="18865" y="12239"/>
                    </a:cubicBezTo>
                    <a:cubicBezTo>
                      <a:pt x="18842" y="11680"/>
                      <a:pt x="18814" y="11251"/>
                      <a:pt x="18781" y="10907"/>
                    </a:cubicBezTo>
                    <a:cubicBezTo>
                      <a:pt x="18747" y="10564"/>
                      <a:pt x="18702" y="10306"/>
                      <a:pt x="18657" y="10134"/>
                    </a:cubicBezTo>
                    <a:cubicBezTo>
                      <a:pt x="18612" y="9963"/>
                      <a:pt x="18562" y="9920"/>
                      <a:pt x="18517" y="9920"/>
                    </a:cubicBezTo>
                    <a:cubicBezTo>
                      <a:pt x="18466" y="9920"/>
                      <a:pt x="18421" y="10006"/>
                      <a:pt x="18376" y="10134"/>
                    </a:cubicBezTo>
                    <a:cubicBezTo>
                      <a:pt x="18331" y="10263"/>
                      <a:pt x="18292" y="10521"/>
                      <a:pt x="18258" y="10821"/>
                    </a:cubicBezTo>
                    <a:cubicBezTo>
                      <a:pt x="18225" y="11165"/>
                      <a:pt x="18197" y="11594"/>
                      <a:pt x="18174" y="12153"/>
                    </a:cubicBezTo>
                    <a:cubicBezTo>
                      <a:pt x="18152" y="12711"/>
                      <a:pt x="18146" y="13355"/>
                      <a:pt x="18146" y="14214"/>
                    </a:cubicBezTo>
                    <a:cubicBezTo>
                      <a:pt x="18146" y="15631"/>
                      <a:pt x="18185" y="16705"/>
                      <a:pt x="18264" y="17349"/>
                    </a:cubicBezTo>
                    <a:cubicBezTo>
                      <a:pt x="18343" y="18036"/>
                      <a:pt x="18432" y="18336"/>
                      <a:pt x="18528" y="18336"/>
                    </a:cubicBezTo>
                    <a:cubicBezTo>
                      <a:pt x="18578" y="18336"/>
                      <a:pt x="18623" y="18250"/>
                      <a:pt x="18668" y="18122"/>
                    </a:cubicBezTo>
                    <a:cubicBezTo>
                      <a:pt x="18713" y="17993"/>
                      <a:pt x="18753" y="17735"/>
                      <a:pt x="18786" y="17435"/>
                    </a:cubicBezTo>
                    <a:cubicBezTo>
                      <a:pt x="18820" y="17091"/>
                      <a:pt x="18848" y="16662"/>
                      <a:pt x="18871" y="16146"/>
                    </a:cubicBezTo>
                    <a:cubicBezTo>
                      <a:pt x="18882" y="15631"/>
                      <a:pt x="18893" y="14987"/>
                      <a:pt x="18893" y="14214"/>
                    </a:cubicBezTo>
                    <a:close/>
                    <a:moveTo>
                      <a:pt x="20404" y="21256"/>
                    </a:moveTo>
                    <a:lnTo>
                      <a:pt x="19831" y="21256"/>
                    </a:lnTo>
                    <a:lnTo>
                      <a:pt x="19831" y="7085"/>
                    </a:lnTo>
                    <a:lnTo>
                      <a:pt x="20275" y="7085"/>
                    </a:lnTo>
                    <a:lnTo>
                      <a:pt x="20342" y="8846"/>
                    </a:lnTo>
                    <a:cubicBezTo>
                      <a:pt x="20426" y="8202"/>
                      <a:pt x="20516" y="7687"/>
                      <a:pt x="20617" y="7300"/>
                    </a:cubicBezTo>
                    <a:cubicBezTo>
                      <a:pt x="20718" y="6914"/>
                      <a:pt x="20831" y="6742"/>
                      <a:pt x="20954" y="6742"/>
                    </a:cubicBezTo>
                    <a:cubicBezTo>
                      <a:pt x="21162" y="6742"/>
                      <a:pt x="21319" y="7171"/>
                      <a:pt x="21432" y="8030"/>
                    </a:cubicBezTo>
                    <a:cubicBezTo>
                      <a:pt x="21544" y="8889"/>
                      <a:pt x="21600" y="10177"/>
                      <a:pt x="21600" y="11852"/>
                    </a:cubicBezTo>
                    <a:lnTo>
                      <a:pt x="21600" y="21214"/>
                    </a:lnTo>
                    <a:lnTo>
                      <a:pt x="21027" y="21214"/>
                    </a:lnTo>
                    <a:lnTo>
                      <a:pt x="21027" y="12281"/>
                    </a:lnTo>
                    <a:cubicBezTo>
                      <a:pt x="21027" y="11594"/>
                      <a:pt x="21005" y="11036"/>
                      <a:pt x="20965" y="10650"/>
                    </a:cubicBezTo>
                    <a:cubicBezTo>
                      <a:pt x="20920" y="10263"/>
                      <a:pt x="20859" y="10048"/>
                      <a:pt x="20780" y="10048"/>
                    </a:cubicBezTo>
                    <a:cubicBezTo>
                      <a:pt x="20718" y="10048"/>
                      <a:pt x="20651" y="10177"/>
                      <a:pt x="20583" y="10478"/>
                    </a:cubicBezTo>
                    <a:cubicBezTo>
                      <a:pt x="20516" y="10736"/>
                      <a:pt x="20454" y="11122"/>
                      <a:pt x="20404" y="11551"/>
                    </a:cubicBezTo>
                    <a:lnTo>
                      <a:pt x="20404" y="21256"/>
                    </a:lnTo>
                    <a:close/>
                  </a:path>
                </a:pathLst>
              </a:custGeom>
              <a:solidFill>
                <a:srgbClr val="002033"/>
              </a:solidFill>
              <a:ln w="12700">
                <a:miter lim="400000"/>
              </a:ln>
            </p:spPr>
            <p:txBody>
              <a:bodyPr lIns="38100" tIns="38100" rIns="38100" bIns="38100" anchor="ctr"/>
              <a:lstStyle/>
              <a:p>
                <a:pPr>
                  <a:defRPr sz="3000">
                    <a:solidFill>
                      <a:srgbClr val="FFFFFF"/>
                    </a:solidFill>
                  </a:defRPr>
                </a:pPr>
                <a:endParaRPr/>
              </a:p>
            </p:txBody>
          </p:sp>
          <p:sp>
            <p:nvSpPr>
              <p:cNvPr id="16" name="Shape">
                <a:extLst>
                  <a:ext uri="{FF2B5EF4-FFF2-40B4-BE49-F238E27FC236}">
                    <a16:creationId xmlns:a16="http://schemas.microsoft.com/office/drawing/2014/main" id="{55AAA279-AE2A-8A5A-9892-A14475DA3DCC}"/>
                  </a:ext>
                </a:extLst>
              </p:cNvPr>
              <p:cNvSpPr/>
              <p:nvPr userDrawn="1"/>
            </p:nvSpPr>
            <p:spPr>
              <a:xfrm>
                <a:off x="5032172" y="1021854"/>
                <a:ext cx="1051185" cy="549583"/>
              </a:xfrm>
              <a:custGeom>
                <a:avLst/>
                <a:gdLst/>
                <a:ahLst/>
                <a:cxnLst>
                  <a:cxn ang="0">
                    <a:pos x="wd2" y="hd2"/>
                  </a:cxn>
                  <a:cxn ang="5400000">
                    <a:pos x="wd2" y="hd2"/>
                  </a:cxn>
                  <a:cxn ang="10800000">
                    <a:pos x="wd2" y="hd2"/>
                  </a:cxn>
                  <a:cxn ang="16200000">
                    <a:pos x="wd2" y="hd2"/>
                  </a:cxn>
                </a:cxnLst>
                <a:rect l="0" t="0" r="r" b="b"/>
                <a:pathLst>
                  <a:path w="21600" h="21600" extrusionOk="0">
                    <a:moveTo>
                      <a:pt x="15954" y="0"/>
                    </a:moveTo>
                    <a:cubicBezTo>
                      <a:pt x="13287" y="0"/>
                      <a:pt x="11002" y="3514"/>
                      <a:pt x="10441" y="8443"/>
                    </a:cubicBezTo>
                    <a:cubicBezTo>
                      <a:pt x="9052" y="8229"/>
                      <a:pt x="6050" y="7757"/>
                      <a:pt x="5198" y="7671"/>
                    </a:cubicBezTo>
                    <a:cubicBezTo>
                      <a:pt x="5154" y="7671"/>
                      <a:pt x="5109" y="7671"/>
                      <a:pt x="5041" y="7671"/>
                    </a:cubicBezTo>
                    <a:cubicBezTo>
                      <a:pt x="4638" y="7671"/>
                      <a:pt x="4280" y="7886"/>
                      <a:pt x="4033" y="8357"/>
                    </a:cubicBezTo>
                    <a:cubicBezTo>
                      <a:pt x="3563" y="9214"/>
                      <a:pt x="3563" y="10457"/>
                      <a:pt x="3563" y="10843"/>
                    </a:cubicBezTo>
                    <a:cubicBezTo>
                      <a:pt x="3563" y="11271"/>
                      <a:pt x="3563" y="12514"/>
                      <a:pt x="4033" y="13329"/>
                    </a:cubicBezTo>
                    <a:cubicBezTo>
                      <a:pt x="4280" y="13800"/>
                      <a:pt x="4638" y="14014"/>
                      <a:pt x="5041" y="14014"/>
                    </a:cubicBezTo>
                    <a:cubicBezTo>
                      <a:pt x="5086" y="14014"/>
                      <a:pt x="5131" y="14014"/>
                      <a:pt x="5198" y="14014"/>
                    </a:cubicBezTo>
                    <a:cubicBezTo>
                      <a:pt x="5803" y="13929"/>
                      <a:pt x="7417" y="13714"/>
                      <a:pt x="8313" y="13543"/>
                    </a:cubicBezTo>
                    <a:lnTo>
                      <a:pt x="9657" y="13329"/>
                    </a:lnTo>
                    <a:cubicBezTo>
                      <a:pt x="9971" y="13286"/>
                      <a:pt x="10262" y="13243"/>
                      <a:pt x="10464" y="13200"/>
                    </a:cubicBezTo>
                    <a:cubicBezTo>
                      <a:pt x="11046" y="18043"/>
                      <a:pt x="13332" y="21557"/>
                      <a:pt x="15954" y="21557"/>
                    </a:cubicBezTo>
                    <a:cubicBezTo>
                      <a:pt x="19068" y="21557"/>
                      <a:pt x="21600" y="16714"/>
                      <a:pt x="21600" y="10757"/>
                    </a:cubicBezTo>
                    <a:cubicBezTo>
                      <a:pt x="21600" y="4843"/>
                      <a:pt x="19068" y="0"/>
                      <a:pt x="15954" y="0"/>
                    </a:cubicBezTo>
                    <a:close/>
                    <a:moveTo>
                      <a:pt x="15954" y="17229"/>
                    </a:moveTo>
                    <a:cubicBezTo>
                      <a:pt x="14094" y="17229"/>
                      <a:pt x="12593" y="14357"/>
                      <a:pt x="12593" y="10800"/>
                    </a:cubicBezTo>
                    <a:cubicBezTo>
                      <a:pt x="12593" y="7243"/>
                      <a:pt x="14094" y="4371"/>
                      <a:pt x="15954" y="4371"/>
                    </a:cubicBezTo>
                    <a:cubicBezTo>
                      <a:pt x="17813" y="4371"/>
                      <a:pt x="19315" y="7243"/>
                      <a:pt x="19315" y="10800"/>
                    </a:cubicBezTo>
                    <a:cubicBezTo>
                      <a:pt x="19315" y="14357"/>
                      <a:pt x="17813" y="17229"/>
                      <a:pt x="15954" y="17229"/>
                    </a:cubicBezTo>
                    <a:close/>
                    <a:moveTo>
                      <a:pt x="9007" y="15514"/>
                    </a:moveTo>
                    <a:lnTo>
                      <a:pt x="9007" y="20014"/>
                    </a:lnTo>
                    <a:cubicBezTo>
                      <a:pt x="8627" y="20443"/>
                      <a:pt x="8134" y="20786"/>
                      <a:pt x="7506" y="21129"/>
                    </a:cubicBezTo>
                    <a:cubicBezTo>
                      <a:pt x="6879" y="21429"/>
                      <a:pt x="6207" y="21600"/>
                      <a:pt x="5467" y="21600"/>
                    </a:cubicBezTo>
                    <a:cubicBezTo>
                      <a:pt x="4324" y="21600"/>
                      <a:pt x="3339" y="21171"/>
                      <a:pt x="2532" y="20271"/>
                    </a:cubicBezTo>
                    <a:cubicBezTo>
                      <a:pt x="1725" y="19371"/>
                      <a:pt x="1098" y="18129"/>
                      <a:pt x="650" y="16500"/>
                    </a:cubicBezTo>
                    <a:cubicBezTo>
                      <a:pt x="224" y="14871"/>
                      <a:pt x="0" y="12986"/>
                      <a:pt x="0" y="10800"/>
                    </a:cubicBezTo>
                    <a:cubicBezTo>
                      <a:pt x="0" y="8657"/>
                      <a:pt x="246" y="6729"/>
                      <a:pt x="717" y="5143"/>
                    </a:cubicBezTo>
                    <a:cubicBezTo>
                      <a:pt x="1210" y="3514"/>
                      <a:pt x="1860" y="2271"/>
                      <a:pt x="2711" y="1371"/>
                    </a:cubicBezTo>
                    <a:cubicBezTo>
                      <a:pt x="3563" y="471"/>
                      <a:pt x="4549" y="43"/>
                      <a:pt x="5646" y="43"/>
                    </a:cubicBezTo>
                    <a:cubicBezTo>
                      <a:pt x="6229" y="43"/>
                      <a:pt x="6767" y="171"/>
                      <a:pt x="7282" y="386"/>
                    </a:cubicBezTo>
                    <a:cubicBezTo>
                      <a:pt x="7798" y="600"/>
                      <a:pt x="8246" y="900"/>
                      <a:pt x="8627" y="1243"/>
                    </a:cubicBezTo>
                    <a:lnTo>
                      <a:pt x="8402" y="4843"/>
                    </a:lnTo>
                    <a:cubicBezTo>
                      <a:pt x="8022" y="4500"/>
                      <a:pt x="7596" y="4200"/>
                      <a:pt x="7125" y="3986"/>
                    </a:cubicBezTo>
                    <a:cubicBezTo>
                      <a:pt x="6655" y="3771"/>
                      <a:pt x="6162" y="3643"/>
                      <a:pt x="5624" y="3643"/>
                    </a:cubicBezTo>
                    <a:cubicBezTo>
                      <a:pt x="4817" y="3643"/>
                      <a:pt x="4168" y="3943"/>
                      <a:pt x="3630" y="4586"/>
                    </a:cubicBezTo>
                    <a:cubicBezTo>
                      <a:pt x="3115" y="5186"/>
                      <a:pt x="2734" y="6043"/>
                      <a:pt x="2487" y="7114"/>
                    </a:cubicBezTo>
                    <a:cubicBezTo>
                      <a:pt x="2241" y="8186"/>
                      <a:pt x="2106" y="9386"/>
                      <a:pt x="2106" y="10714"/>
                    </a:cubicBezTo>
                    <a:cubicBezTo>
                      <a:pt x="2106" y="12129"/>
                      <a:pt x="2241" y="13371"/>
                      <a:pt x="2487" y="14443"/>
                    </a:cubicBezTo>
                    <a:cubicBezTo>
                      <a:pt x="2734" y="15514"/>
                      <a:pt x="3115" y="16371"/>
                      <a:pt x="3607" y="17014"/>
                    </a:cubicBezTo>
                    <a:cubicBezTo>
                      <a:pt x="4100" y="17614"/>
                      <a:pt x="4728" y="17957"/>
                      <a:pt x="5490" y="17957"/>
                    </a:cubicBezTo>
                    <a:cubicBezTo>
                      <a:pt x="5714" y="17957"/>
                      <a:pt x="5960" y="17914"/>
                      <a:pt x="6207" y="17871"/>
                    </a:cubicBezTo>
                    <a:cubicBezTo>
                      <a:pt x="6453" y="17829"/>
                      <a:pt x="6722" y="17743"/>
                      <a:pt x="6968" y="17614"/>
                    </a:cubicBezTo>
                    <a:lnTo>
                      <a:pt x="6968" y="15814"/>
                    </a:lnTo>
                    <a:cubicBezTo>
                      <a:pt x="7439" y="15729"/>
                      <a:pt x="7887" y="15686"/>
                      <a:pt x="8246" y="15643"/>
                    </a:cubicBezTo>
                    <a:lnTo>
                      <a:pt x="9007" y="15514"/>
                    </a:lnTo>
                    <a:close/>
                  </a:path>
                </a:pathLst>
              </a:custGeom>
              <a:solidFill>
                <a:srgbClr val="008C58"/>
              </a:solidFill>
              <a:ln w="12700">
                <a:miter lim="400000"/>
              </a:ln>
            </p:spPr>
            <p:txBody>
              <a:bodyPr lIns="38100" tIns="38100" rIns="38100" bIns="38100" anchor="ctr"/>
              <a:lstStyle/>
              <a:p>
                <a:pPr>
                  <a:defRPr sz="3000">
                    <a:solidFill>
                      <a:srgbClr val="FFFFFF"/>
                    </a:solidFill>
                  </a:defRPr>
                </a:pPr>
                <a:endParaRPr dirty="0"/>
              </a:p>
            </p:txBody>
          </p:sp>
        </p:grpSp>
      </p:grpSp>
      <p:sp>
        <p:nvSpPr>
          <p:cNvPr id="19" name="Rectangle 18">
            <a:extLst>
              <a:ext uri="{FF2B5EF4-FFF2-40B4-BE49-F238E27FC236}">
                <a16:creationId xmlns:a16="http://schemas.microsoft.com/office/drawing/2014/main" id="{936847CB-A8E6-F01E-04F6-121152D346B3}"/>
              </a:ext>
            </a:extLst>
          </p:cNvPr>
          <p:cNvSpPr/>
          <p:nvPr userDrawn="1"/>
        </p:nvSpPr>
        <p:spPr>
          <a:xfrm>
            <a:off x="-12701" y="6959601"/>
            <a:ext cx="1603901" cy="276999"/>
          </a:xfrm>
          <a:prstGeom prst="rect">
            <a:avLst/>
          </a:prstGeom>
        </p:spPr>
        <p:txBody>
          <a:bodyPr wrap="none">
            <a:spAutoFit/>
          </a:bodyPr>
          <a:lstStyle/>
          <a:p>
            <a:r>
              <a:rPr lang="en-US" sz="1200" b="0" i="0" dirty="0">
                <a:solidFill>
                  <a:srgbClr val="008C58"/>
                </a:solidFill>
                <a:effectLst/>
                <a:latin typeface="+mn-lt"/>
              </a:rPr>
              <a:t>© </a:t>
            </a:r>
            <a:r>
              <a:rPr lang="en-US" sz="1200" b="0" i="0" u="none" strike="noStrike" dirty="0">
                <a:solidFill>
                  <a:srgbClr val="008C58"/>
                </a:solidFill>
                <a:effectLst/>
                <a:latin typeface="+mn-lt"/>
                <a:hlinkClick r:id="rId9" tooltip="PresentationGo!">
                  <a:extLst>
                    <a:ext uri="{A12FA001-AC4F-418D-AE19-62706E023703}">
                      <ahyp:hlinkClr xmlns:ahyp="http://schemas.microsoft.com/office/drawing/2018/hyperlinkcolor" val="tx"/>
                    </a:ext>
                  </a:extLst>
                </a:hlinkClick>
              </a:rPr>
              <a:t>presentationgo.com</a:t>
            </a:r>
            <a:endParaRPr lang="en-US" sz="1200" dirty="0">
              <a:solidFill>
                <a:srgbClr val="008C58"/>
              </a:solidFill>
              <a:latin typeface="+mn-lt"/>
            </a:endParaRPr>
          </a:p>
        </p:txBody>
      </p:sp>
    </p:spTree>
    <p:extLst>
      <p:ext uri="{BB962C8B-B14F-4D97-AF65-F5344CB8AC3E}">
        <p14:creationId xmlns:p14="http://schemas.microsoft.com/office/powerpoint/2010/main" val="92376281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Lst>
  <p:hf hdr="0"/>
  <p:txStyles>
    <p:titleStyle>
      <a:lvl1pPr algn="l" defTabSz="914400" rtl="0" eaLnBrk="1" latinLnBrk="0" hangingPunct="1">
        <a:lnSpc>
          <a:spcPct val="90000"/>
        </a:lnSpc>
        <a:spcBef>
          <a:spcPct val="0"/>
        </a:spcBef>
        <a:buNone/>
        <a:defRPr sz="4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tx2">
              <a:lumMod val="25000"/>
              <a:lumOff val="75000"/>
            </a:schemeClr>
          </a:solidFill>
          <a:latin typeface="+mn-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tx2">
              <a:lumMod val="25000"/>
              <a:lumOff val="75000"/>
            </a:schemeClr>
          </a:solidFill>
          <a:latin typeface="+mn-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tx2">
              <a:lumMod val="25000"/>
              <a:lumOff val="75000"/>
            </a:schemeClr>
          </a:solidFill>
          <a:latin typeface="+mn-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2">
              <a:lumMod val="25000"/>
              <a:lumOff val="75000"/>
            </a:schemeClr>
          </a:solidFill>
          <a:latin typeface="+mn-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2">
              <a:lumMod val="25000"/>
              <a:lumOff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jpg"/><Relationship Id="rId1" Type="http://schemas.openxmlformats.org/officeDocument/2006/relationships/slideLayout" Target="../slideLayouts/slideLayout2.xml"/><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3.xml"/><Relationship Id="rId5" Type="http://schemas.openxmlformats.org/officeDocument/2006/relationships/image" Target="../media/image47.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6">
            <a:extLst>
              <a:ext uri="{FF2B5EF4-FFF2-40B4-BE49-F238E27FC236}">
                <a16:creationId xmlns:a16="http://schemas.microsoft.com/office/drawing/2014/main" id="{38458604-C4A9-F1E3-27DD-9FE8A89D9FFC}"/>
              </a:ext>
            </a:extLst>
          </p:cNvPr>
          <p:cNvSpPr>
            <a:spLocks noChangeShapeType="1"/>
          </p:cNvSpPr>
          <p:nvPr/>
        </p:nvSpPr>
        <p:spPr bwMode="auto">
          <a:xfrm flipV="1">
            <a:off x="1423535" y="1975844"/>
            <a:ext cx="9640630" cy="0"/>
          </a:xfrm>
          <a:prstGeom prst="line">
            <a:avLst/>
          </a:prstGeom>
          <a:noFill/>
          <a:ln w="38100">
            <a:solidFill>
              <a:srgbClr val="004E2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solidFill>
                <a:srgbClr val="004E25"/>
              </a:solidFill>
              <a:latin typeface="+mj-lt"/>
            </a:endParaRPr>
          </a:p>
        </p:txBody>
      </p:sp>
      <p:sp>
        <p:nvSpPr>
          <p:cNvPr id="5" name="Line 6">
            <a:extLst>
              <a:ext uri="{FF2B5EF4-FFF2-40B4-BE49-F238E27FC236}">
                <a16:creationId xmlns:a16="http://schemas.microsoft.com/office/drawing/2014/main" id="{25378888-5628-FDC2-DDEB-E1AACDCF8051}"/>
              </a:ext>
            </a:extLst>
          </p:cNvPr>
          <p:cNvSpPr>
            <a:spLocks noChangeShapeType="1"/>
          </p:cNvSpPr>
          <p:nvPr/>
        </p:nvSpPr>
        <p:spPr bwMode="auto">
          <a:xfrm flipV="1">
            <a:off x="1423535" y="5835324"/>
            <a:ext cx="9640630" cy="0"/>
          </a:xfrm>
          <a:prstGeom prst="line">
            <a:avLst/>
          </a:prstGeom>
          <a:noFill/>
          <a:ln w="38100">
            <a:solidFill>
              <a:srgbClr val="004E2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latin typeface="+mj-lt"/>
            </a:endParaRPr>
          </a:p>
        </p:txBody>
      </p:sp>
      <p:sp>
        <p:nvSpPr>
          <p:cNvPr id="6" name="Rettangolo 5">
            <a:extLst>
              <a:ext uri="{FF2B5EF4-FFF2-40B4-BE49-F238E27FC236}">
                <a16:creationId xmlns:a16="http://schemas.microsoft.com/office/drawing/2014/main" id="{147BEC2E-A01F-98EE-8CFB-1BF30B4F7F62}"/>
              </a:ext>
            </a:extLst>
          </p:cNvPr>
          <p:cNvSpPr/>
          <p:nvPr/>
        </p:nvSpPr>
        <p:spPr>
          <a:xfrm>
            <a:off x="3241343" y="272956"/>
            <a:ext cx="6005015" cy="1446662"/>
          </a:xfrm>
          <a:prstGeom prst="rect">
            <a:avLst/>
          </a:prstGeom>
          <a:solidFill>
            <a:schemeClr val="bg1">
              <a:lumMod val="95000"/>
            </a:schemeClr>
          </a:solidFill>
          <a:ln w="38100" cmpd="dbl">
            <a:solidFill>
              <a:srgbClr val="004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olo 1">
            <a:extLst>
              <a:ext uri="{FF2B5EF4-FFF2-40B4-BE49-F238E27FC236}">
                <a16:creationId xmlns:a16="http://schemas.microsoft.com/office/drawing/2014/main" id="{7124DEAB-D439-9B4E-CA98-8AD52D43D584}"/>
              </a:ext>
            </a:extLst>
          </p:cNvPr>
          <p:cNvSpPr txBox="1">
            <a:spLocks/>
          </p:cNvSpPr>
          <p:nvPr/>
        </p:nvSpPr>
        <p:spPr>
          <a:xfrm>
            <a:off x="3330053" y="425339"/>
            <a:ext cx="5827594" cy="1141896"/>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400" b="1" spc="100" dirty="0">
                <a:solidFill>
                  <a:srgbClr val="004E25"/>
                </a:solidFill>
                <a:latin typeface="+mn-lt"/>
              </a:rPr>
              <a:t>Università degli Studi Guglielmo Marconi</a:t>
            </a:r>
            <a:br>
              <a:rPr lang="it-IT" sz="2400" b="1" spc="100" dirty="0">
                <a:solidFill>
                  <a:srgbClr val="004E25"/>
                </a:solidFill>
                <a:latin typeface="+mn-lt"/>
              </a:rPr>
            </a:br>
            <a:br>
              <a:rPr lang="it-IT" sz="2400" b="1" spc="100" dirty="0">
                <a:solidFill>
                  <a:srgbClr val="004E25"/>
                </a:solidFill>
                <a:latin typeface="+mn-lt"/>
              </a:rPr>
            </a:br>
            <a:r>
              <a:rPr lang="it-IT" sz="2400" b="1" spc="100" dirty="0">
                <a:solidFill>
                  <a:srgbClr val="004E25"/>
                </a:solidFill>
                <a:latin typeface="+mn-lt"/>
              </a:rPr>
              <a:t>Corso di laurea Magistrale in</a:t>
            </a:r>
          </a:p>
          <a:p>
            <a:pPr algn="ctr"/>
            <a:r>
              <a:rPr lang="it-IT" sz="2400" b="1" spc="100" dirty="0">
                <a:solidFill>
                  <a:srgbClr val="004E25"/>
                </a:solidFill>
                <a:latin typeface="+mn-lt"/>
              </a:rPr>
              <a:t>Ingegneria Informatica</a:t>
            </a:r>
          </a:p>
        </p:txBody>
      </p:sp>
      <p:sp>
        <p:nvSpPr>
          <p:cNvPr id="8" name="Sottotitolo 2">
            <a:extLst>
              <a:ext uri="{FF2B5EF4-FFF2-40B4-BE49-F238E27FC236}">
                <a16:creationId xmlns:a16="http://schemas.microsoft.com/office/drawing/2014/main" id="{017FC3C4-2A0E-4C0D-BEF2-776A3F940A2A}"/>
              </a:ext>
            </a:extLst>
          </p:cNvPr>
          <p:cNvSpPr txBox="1">
            <a:spLocks/>
          </p:cNvSpPr>
          <p:nvPr/>
        </p:nvSpPr>
        <p:spPr>
          <a:xfrm>
            <a:off x="1423535" y="2474990"/>
            <a:ext cx="9640630" cy="90920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7200" b="1" dirty="0">
                <a:solidFill>
                  <a:srgbClr val="004E25"/>
                </a:solidFill>
                <a:effectLst>
                  <a:outerShdw blurRad="60007" dist="310007" dir="7680000" sy="30000" kx="1300200" algn="ctr" rotWithShape="0">
                    <a:prstClr val="black">
                      <a:alpha val="32000"/>
                    </a:prstClr>
                  </a:outerShdw>
                </a:effectLst>
              </a:rPr>
              <a:t>Career </a:t>
            </a:r>
            <a:r>
              <a:rPr lang="it-IT" sz="7200" b="1" dirty="0" err="1">
                <a:solidFill>
                  <a:srgbClr val="004E25"/>
                </a:solidFill>
                <a:effectLst>
                  <a:outerShdw blurRad="60007" dist="310007" dir="7680000" sy="30000" kx="1300200" algn="ctr" rotWithShape="0">
                    <a:prstClr val="black">
                      <a:alpha val="32000"/>
                    </a:prstClr>
                  </a:outerShdw>
                </a:effectLst>
              </a:rPr>
              <a:t>Compass</a:t>
            </a:r>
            <a:r>
              <a:rPr lang="it-IT" sz="7200" b="1" dirty="0">
                <a:solidFill>
                  <a:srgbClr val="004E25"/>
                </a:solidFill>
                <a:effectLst>
                  <a:outerShdw blurRad="60007" dist="310007" dir="7680000" sy="30000" kx="1300200" algn="ctr" rotWithShape="0">
                    <a:prstClr val="black">
                      <a:alpha val="32000"/>
                    </a:prstClr>
                  </a:outerShdw>
                </a:effectLst>
              </a:rPr>
              <a:t> AI</a:t>
            </a:r>
            <a:endParaRPr lang="it-IT" sz="4800" b="1" dirty="0">
              <a:solidFill>
                <a:srgbClr val="004E25"/>
              </a:solidFill>
              <a:effectLst>
                <a:outerShdw blurRad="60007" dist="310007" dir="7680000" sy="30000" kx="1300200" algn="ctr" rotWithShape="0">
                  <a:prstClr val="black">
                    <a:alpha val="32000"/>
                  </a:prstClr>
                </a:outerShdw>
              </a:effectLst>
            </a:endParaRPr>
          </a:p>
        </p:txBody>
      </p:sp>
      <p:sp>
        <p:nvSpPr>
          <p:cNvPr id="9" name="Rettangolo 8">
            <a:extLst>
              <a:ext uri="{FF2B5EF4-FFF2-40B4-BE49-F238E27FC236}">
                <a16:creationId xmlns:a16="http://schemas.microsoft.com/office/drawing/2014/main" id="{C5120EC0-81F5-2AF9-0CB0-9FE8FEE67D05}"/>
              </a:ext>
            </a:extLst>
          </p:cNvPr>
          <p:cNvSpPr/>
          <p:nvPr/>
        </p:nvSpPr>
        <p:spPr>
          <a:xfrm>
            <a:off x="1032386" y="3797648"/>
            <a:ext cx="10120268" cy="830997"/>
          </a:xfrm>
          <a:prstGeom prst="rect">
            <a:avLst/>
          </a:prstGeom>
        </p:spPr>
        <p:txBody>
          <a:bodyPr wrap="square" anchor="ctr">
            <a:spAutoFit/>
          </a:bodyPr>
          <a:lstStyle/>
          <a:p>
            <a:pPr algn="ctr"/>
            <a:r>
              <a:rPr lang="it-IT" sz="2400" b="1" i="1" dirty="0">
                <a:solidFill>
                  <a:srgbClr val="004E25"/>
                </a:solidFill>
                <a:ea typeface="+mj-ea"/>
                <a:cs typeface="+mj-cs"/>
              </a:rPr>
              <a:t>Un sistema di orientamento professionale basato su LLM e tassonomie ufficiali, con approccio Human-</a:t>
            </a:r>
            <a:r>
              <a:rPr lang="it-IT" sz="2400" b="1" i="1" dirty="0" err="1">
                <a:solidFill>
                  <a:srgbClr val="004E25"/>
                </a:solidFill>
                <a:ea typeface="+mj-ea"/>
                <a:cs typeface="+mj-cs"/>
              </a:rPr>
              <a:t>Centered</a:t>
            </a:r>
            <a:r>
              <a:rPr lang="it-IT" sz="2400" b="1" i="1" dirty="0">
                <a:solidFill>
                  <a:srgbClr val="004E25"/>
                </a:solidFill>
                <a:ea typeface="+mj-ea"/>
                <a:cs typeface="+mj-cs"/>
              </a:rPr>
              <a:t> e </a:t>
            </a:r>
            <a:r>
              <a:rPr lang="it-IT" sz="2400" b="1" i="1" dirty="0" err="1">
                <a:solidFill>
                  <a:srgbClr val="004E25"/>
                </a:solidFill>
                <a:ea typeface="+mj-ea"/>
                <a:cs typeface="+mj-cs"/>
              </a:rPr>
              <a:t>fairness-aware</a:t>
            </a:r>
            <a:endParaRPr lang="it-IT" sz="2400" b="1" i="1" dirty="0">
              <a:solidFill>
                <a:srgbClr val="004E25"/>
              </a:solidFill>
              <a:ea typeface="+mj-ea"/>
              <a:cs typeface="+mj-cs"/>
            </a:endParaRPr>
          </a:p>
        </p:txBody>
      </p:sp>
      <p:sp>
        <p:nvSpPr>
          <p:cNvPr id="10" name="CasellaDiTesto 9">
            <a:extLst>
              <a:ext uri="{FF2B5EF4-FFF2-40B4-BE49-F238E27FC236}">
                <a16:creationId xmlns:a16="http://schemas.microsoft.com/office/drawing/2014/main" id="{35FD85C9-CA44-088F-A72A-25F6CD367C00}"/>
              </a:ext>
            </a:extLst>
          </p:cNvPr>
          <p:cNvSpPr txBox="1"/>
          <p:nvPr/>
        </p:nvSpPr>
        <p:spPr>
          <a:xfrm>
            <a:off x="6770460" y="5047787"/>
            <a:ext cx="4293705" cy="338554"/>
          </a:xfrm>
          <a:prstGeom prst="rect">
            <a:avLst/>
          </a:prstGeom>
          <a:noFill/>
        </p:spPr>
        <p:txBody>
          <a:bodyPr wrap="square" rtlCol="0">
            <a:spAutoFit/>
          </a:bodyPr>
          <a:lstStyle/>
          <a:p>
            <a:pPr algn="r"/>
            <a:r>
              <a:rPr lang="it-IT" sz="1600" b="1" cap="none" dirty="0">
                <a:solidFill>
                  <a:srgbClr val="004E25"/>
                </a:solidFill>
                <a:cs typeface="Calibri" panose="020F0502020204030204" pitchFamily="34" charset="0"/>
              </a:rPr>
              <a:t>Relatore: Prof. Ernesto William De Luca                                                                 </a:t>
            </a:r>
          </a:p>
        </p:txBody>
      </p:sp>
      <p:sp>
        <p:nvSpPr>
          <p:cNvPr id="11" name="CasellaDiTesto 10">
            <a:extLst>
              <a:ext uri="{FF2B5EF4-FFF2-40B4-BE49-F238E27FC236}">
                <a16:creationId xmlns:a16="http://schemas.microsoft.com/office/drawing/2014/main" id="{ED2E655D-F98E-8192-01C2-8DF4FD50BD44}"/>
              </a:ext>
            </a:extLst>
          </p:cNvPr>
          <p:cNvSpPr txBox="1"/>
          <p:nvPr/>
        </p:nvSpPr>
        <p:spPr>
          <a:xfrm>
            <a:off x="1423535" y="5047787"/>
            <a:ext cx="3263083" cy="338554"/>
          </a:xfrm>
          <a:prstGeom prst="rect">
            <a:avLst/>
          </a:prstGeom>
          <a:noFill/>
        </p:spPr>
        <p:txBody>
          <a:bodyPr wrap="square" rtlCol="0">
            <a:spAutoFit/>
          </a:bodyPr>
          <a:lstStyle/>
          <a:p>
            <a:r>
              <a:rPr lang="it-IT" sz="1600" b="1" cap="none" dirty="0">
                <a:solidFill>
                  <a:srgbClr val="004E25"/>
                </a:solidFill>
                <a:cs typeface="Calibri" panose="020F0502020204030204" pitchFamily="34" charset="0"/>
              </a:rPr>
              <a:t>Candidato: Baragona Alessandro</a:t>
            </a:r>
            <a:endParaRPr lang="it-IT" sz="1600" b="1" dirty="0">
              <a:solidFill>
                <a:srgbClr val="004E25"/>
              </a:solidFill>
            </a:endParaRPr>
          </a:p>
        </p:txBody>
      </p:sp>
      <p:sp>
        <p:nvSpPr>
          <p:cNvPr id="12" name="CasellaDiTesto 11">
            <a:extLst>
              <a:ext uri="{FF2B5EF4-FFF2-40B4-BE49-F238E27FC236}">
                <a16:creationId xmlns:a16="http://schemas.microsoft.com/office/drawing/2014/main" id="{DF39F0AB-5D3F-A654-CE3D-C1BE90E2D838}"/>
              </a:ext>
            </a:extLst>
          </p:cNvPr>
          <p:cNvSpPr txBox="1"/>
          <p:nvPr/>
        </p:nvSpPr>
        <p:spPr>
          <a:xfrm>
            <a:off x="4096998" y="6236929"/>
            <a:ext cx="4293704" cy="369332"/>
          </a:xfrm>
          <a:prstGeom prst="rect">
            <a:avLst/>
          </a:prstGeom>
          <a:noFill/>
        </p:spPr>
        <p:txBody>
          <a:bodyPr wrap="square" rtlCol="0">
            <a:spAutoFit/>
          </a:bodyPr>
          <a:lstStyle/>
          <a:p>
            <a:pPr algn="ctr"/>
            <a:r>
              <a:rPr lang="it-IT" b="1" dirty="0">
                <a:solidFill>
                  <a:srgbClr val="004E25"/>
                </a:solidFill>
                <a:ea typeface="+mj-ea"/>
                <a:cs typeface="+mj-cs"/>
              </a:rPr>
              <a:t>Anno Accademico 2025/2026</a:t>
            </a:r>
          </a:p>
        </p:txBody>
      </p:sp>
      <p:pic>
        <p:nvPicPr>
          <p:cNvPr id="1026" name="Picture 2" descr="Mister Master: Università Marconi">
            <a:extLst>
              <a:ext uri="{FF2B5EF4-FFF2-40B4-BE49-F238E27FC236}">
                <a16:creationId xmlns:a16="http://schemas.microsoft.com/office/drawing/2014/main" id="{2E42802B-6BEB-5211-7384-348CFEB052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40" t="8066" r="10836" b="8860"/>
          <a:stretch>
            <a:fillRect/>
          </a:stretch>
        </p:blipFill>
        <p:spPr bwMode="auto">
          <a:xfrm>
            <a:off x="322773" y="93793"/>
            <a:ext cx="1419225" cy="1804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143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a:xfrm>
            <a:off x="838200" y="1323305"/>
            <a:ext cx="4414024" cy="2368561"/>
          </a:xfrm>
        </p:spPr>
        <p:txBody>
          <a:bodyPr>
            <a:normAutofit/>
          </a:bodyPr>
          <a:lstStyle/>
          <a:p>
            <a:r>
              <a:rPr lang="en-US" dirty="0"/>
              <a:t>Career Compass AI</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a:xfrm>
            <a:off x="838200" y="3857663"/>
            <a:ext cx="4414024" cy="1374769"/>
          </a:xfrm>
        </p:spPr>
        <p:txBody>
          <a:bodyPr/>
          <a:lstStyle/>
          <a:p>
            <a:r>
              <a:rPr lang="it-IT" dirty="0"/>
              <a:t>UN NUOVO PARADIGMA PER L’ORIENTAMENTO PROFESSIONALE</a:t>
            </a:r>
          </a:p>
        </p:txBody>
      </p:sp>
    </p:spTree>
    <p:extLst>
      <p:ext uri="{BB962C8B-B14F-4D97-AF65-F5344CB8AC3E}">
        <p14:creationId xmlns:p14="http://schemas.microsoft.com/office/powerpoint/2010/main" val="2507502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250"/>
                            </p:stCondLst>
                            <p:childTnLst>
                              <p:par>
                                <p:cTn id="9" presetID="42" presetClass="entr" presetSubtype="0" fill="hold" grpId="0" nodeType="afterEffect">
                                  <p:stCondLst>
                                    <p:cond delay="25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2000"/>
                                        <p:tgtEl>
                                          <p:spTgt spid="5">
                                            <p:txEl>
                                              <p:pRg st="0" end="0"/>
                                            </p:txEl>
                                          </p:spTgt>
                                        </p:tgtEl>
                                      </p:cBhvr>
                                    </p:animEffect>
                                    <p:anim calcmode="lin" valueType="num">
                                      <p:cBhvr>
                                        <p:cTn id="12" dur="2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3" dur="2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C01C1FD9-DBB9-0AEF-AF34-464E5B5963BD}"/>
              </a:ext>
            </a:extLst>
          </p:cNvPr>
          <p:cNvSpPr/>
          <p:nvPr/>
        </p:nvSpPr>
        <p:spPr>
          <a:xfrm>
            <a:off x="0" y="0"/>
            <a:ext cx="12192000" cy="6858000"/>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nvGrpSpPr>
          <p:cNvPr id="2" name="Gruppo 1">
            <a:extLst>
              <a:ext uri="{FF2B5EF4-FFF2-40B4-BE49-F238E27FC236}">
                <a16:creationId xmlns:a16="http://schemas.microsoft.com/office/drawing/2014/main" id="{F197ECBA-29DC-FB75-8588-504B1AFC5B28}"/>
              </a:ext>
            </a:extLst>
          </p:cNvPr>
          <p:cNvGrpSpPr/>
          <p:nvPr/>
        </p:nvGrpSpPr>
        <p:grpSpPr>
          <a:xfrm>
            <a:off x="517900" y="581025"/>
            <a:ext cx="11231034" cy="1483124"/>
            <a:chOff x="827616" y="581025"/>
            <a:chExt cx="11231034" cy="1483124"/>
          </a:xfrm>
        </p:grpSpPr>
        <p:sp>
          <p:nvSpPr>
            <p:cNvPr id="33" name="Rettangolo 32">
              <a:extLst>
                <a:ext uri="{FF2B5EF4-FFF2-40B4-BE49-F238E27FC236}">
                  <a16:creationId xmlns:a16="http://schemas.microsoft.com/office/drawing/2014/main" id="{69FB33D8-81FC-D122-4841-8BE7EC1B26D4}"/>
                </a:ext>
              </a:extLst>
            </p:cNvPr>
            <p:cNvSpPr/>
            <p:nvPr/>
          </p:nvSpPr>
          <p:spPr>
            <a:xfrm>
              <a:off x="827617" y="581025"/>
              <a:ext cx="11231033" cy="1483124"/>
            </a:xfrm>
            <a:prstGeom prst="rect">
              <a:avLst/>
            </a:prstGeom>
            <a:solidFill>
              <a:schemeClr val="bg1">
                <a:lumMod val="95000"/>
              </a:schemeClr>
            </a:solidFill>
            <a:ln w="9525">
              <a:solidFill>
                <a:srgbClr val="004E24"/>
              </a:solid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it-IT" sz="1200" dirty="0">
                <a:solidFill>
                  <a:schemeClr val="bg2">
                    <a:lumMod val="10000"/>
                  </a:schemeClr>
                </a:solidFill>
                <a:latin typeface="Calibri" panose="020F0502020204030204"/>
              </a:endParaRPr>
            </a:p>
          </p:txBody>
        </p:sp>
        <p:sp>
          <p:nvSpPr>
            <p:cNvPr id="34" name="Rettangolo 33">
              <a:extLst>
                <a:ext uri="{FF2B5EF4-FFF2-40B4-BE49-F238E27FC236}">
                  <a16:creationId xmlns:a16="http://schemas.microsoft.com/office/drawing/2014/main" id="{0950E8D9-E462-5FDC-8CCF-2927EA4CC572}"/>
                </a:ext>
              </a:extLst>
            </p:cNvPr>
            <p:cNvSpPr/>
            <p:nvPr/>
          </p:nvSpPr>
          <p:spPr>
            <a:xfrm>
              <a:off x="827616" y="581026"/>
              <a:ext cx="11231033" cy="504910"/>
            </a:xfrm>
            <a:prstGeom prst="rect">
              <a:avLst/>
            </a:prstGeom>
            <a:gradFill>
              <a:gsLst>
                <a:gs pos="0">
                  <a:schemeClr val="accent1">
                    <a:lumMod val="5000"/>
                    <a:lumOff val="95000"/>
                  </a:schemeClr>
                </a:gs>
                <a:gs pos="0">
                  <a:srgbClr val="004E24"/>
                </a:gs>
                <a:gs pos="100000">
                  <a:srgbClr val="00863D"/>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5" name="Rettangolo 34">
              <a:extLst>
                <a:ext uri="{FF2B5EF4-FFF2-40B4-BE49-F238E27FC236}">
                  <a16:creationId xmlns:a16="http://schemas.microsoft.com/office/drawing/2014/main" id="{9563DC8B-723D-2A95-1FCB-4667979D6C04}"/>
                </a:ext>
              </a:extLst>
            </p:cNvPr>
            <p:cNvSpPr/>
            <p:nvPr/>
          </p:nvSpPr>
          <p:spPr>
            <a:xfrm>
              <a:off x="865715" y="748617"/>
              <a:ext cx="11154835" cy="206032"/>
            </a:xfrm>
            <a:prstGeom prst="rect">
              <a:avLst/>
            </a:prstGeom>
            <a:no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it-IT" sz="1400" b="1" dirty="0">
                  <a:solidFill>
                    <a:schemeClr val="bg1"/>
                  </a:solidFill>
                  <a:latin typeface="Calibri" panose="020F0502020204030204"/>
                </a:rPr>
                <a:t>Il progetto "Career </a:t>
              </a:r>
              <a:r>
                <a:rPr lang="it-IT" sz="1400" b="1" dirty="0" err="1">
                  <a:solidFill>
                    <a:schemeClr val="bg1"/>
                  </a:solidFill>
                  <a:latin typeface="Calibri" panose="020F0502020204030204"/>
                </a:rPr>
                <a:t>Compass</a:t>
              </a:r>
              <a:r>
                <a:rPr lang="it-IT" sz="1400" b="1" dirty="0">
                  <a:solidFill>
                    <a:schemeClr val="bg1"/>
                  </a:solidFill>
                  <a:latin typeface="Calibri" panose="020F0502020204030204"/>
                </a:rPr>
                <a:t> AI"  è un'applicazione web interattiva che funge da consulente di carriera virtuale analizzando le descrizioni testuali fornite dagli utenti. </a:t>
              </a:r>
            </a:p>
          </p:txBody>
        </p:sp>
        <p:sp>
          <p:nvSpPr>
            <p:cNvPr id="36" name="Rettangolo 35">
              <a:extLst>
                <a:ext uri="{FF2B5EF4-FFF2-40B4-BE49-F238E27FC236}">
                  <a16:creationId xmlns:a16="http://schemas.microsoft.com/office/drawing/2014/main" id="{FBE1D9F8-B1B7-3BAA-D24C-E306EB577CE9}"/>
                </a:ext>
              </a:extLst>
            </p:cNvPr>
            <p:cNvSpPr/>
            <p:nvPr/>
          </p:nvSpPr>
          <p:spPr>
            <a:xfrm>
              <a:off x="840012" y="1143085"/>
              <a:ext cx="11199587" cy="907920"/>
            </a:xfrm>
            <a:prstGeom prst="rect">
              <a:avLst/>
            </a:prstGeom>
            <a:noFill/>
            <a:ln>
              <a:no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it-IT" sz="1100" dirty="0">
                  <a:solidFill>
                    <a:schemeClr val="bg2">
                      <a:lumMod val="10000"/>
                    </a:schemeClr>
                  </a:solidFill>
                  <a:latin typeface="Calibri" panose="020F0502020204030204"/>
                </a:rPr>
                <a:t>L'applicazione presenta un report personalizzato con le professioni consigliate, complete di motivazioni dettagliate, ed esegue un'analisi di equità per evitare </a:t>
              </a:r>
              <a:r>
                <a:rPr lang="it-IT" sz="1100" dirty="0" err="1">
                  <a:solidFill>
                    <a:schemeClr val="bg2">
                      <a:lumMod val="10000"/>
                    </a:schemeClr>
                  </a:solidFill>
                  <a:latin typeface="Calibri" panose="020F0502020204030204"/>
                </a:rPr>
                <a:t>bias</a:t>
              </a:r>
              <a:r>
                <a:rPr lang="it-IT" sz="1100" dirty="0">
                  <a:solidFill>
                    <a:schemeClr val="bg2">
                      <a:lumMod val="10000"/>
                    </a:schemeClr>
                  </a:solidFill>
                  <a:latin typeface="Calibri" panose="020F0502020204030204"/>
                </a:rPr>
                <a:t> e percorsi di carriera affini.</a:t>
              </a:r>
            </a:p>
            <a:p>
              <a:pPr algn="ctr"/>
              <a:endParaRPr lang="it-IT" sz="1100" dirty="0">
                <a:solidFill>
                  <a:schemeClr val="bg2">
                    <a:lumMod val="10000"/>
                  </a:schemeClr>
                </a:solidFill>
                <a:latin typeface="Calibri" panose="020F0502020204030204"/>
              </a:endParaRPr>
            </a:p>
            <a:p>
              <a:pPr algn="ctr"/>
              <a:r>
                <a:rPr lang="it-IT" sz="1100" dirty="0">
                  <a:solidFill>
                    <a:schemeClr val="bg2">
                      <a:lumMod val="10000"/>
                    </a:schemeClr>
                  </a:solidFill>
                  <a:latin typeface="Calibri" panose="020F0502020204030204"/>
                </a:rPr>
                <a:t>Il sistema, sviluppato in Python, utilizza il framework </a:t>
              </a:r>
              <a:r>
                <a:rPr lang="it-IT" sz="1100" dirty="0" err="1">
                  <a:solidFill>
                    <a:schemeClr val="bg2">
                      <a:lumMod val="10000"/>
                    </a:schemeClr>
                  </a:solidFill>
                  <a:latin typeface="Calibri" panose="020F0502020204030204"/>
                </a:rPr>
                <a:t>Streamlit</a:t>
              </a:r>
              <a:r>
                <a:rPr lang="it-IT" sz="1100" dirty="0">
                  <a:solidFill>
                    <a:schemeClr val="bg2">
                      <a:lumMod val="10000"/>
                    </a:schemeClr>
                  </a:solidFill>
                  <a:latin typeface="Calibri" panose="020F0502020204030204"/>
                </a:rPr>
                <a:t> e sfrutta modelli di linguaggio di grandi dimensioni che, tramite l’elaborazione dell'input identifica le professioni codificate dall'ISTAT interrogando l’API dell'INAPP.</a:t>
              </a:r>
            </a:p>
          </p:txBody>
        </p:sp>
      </p:grpSp>
      <p:grpSp>
        <p:nvGrpSpPr>
          <p:cNvPr id="9" name="Gruppo 8">
            <a:extLst>
              <a:ext uri="{FF2B5EF4-FFF2-40B4-BE49-F238E27FC236}">
                <a16:creationId xmlns:a16="http://schemas.microsoft.com/office/drawing/2014/main" id="{ED4E05BD-A36C-D824-FB64-EC5137BBFCCA}"/>
              </a:ext>
            </a:extLst>
          </p:cNvPr>
          <p:cNvGrpSpPr/>
          <p:nvPr/>
        </p:nvGrpSpPr>
        <p:grpSpPr>
          <a:xfrm>
            <a:off x="6709799" y="5124076"/>
            <a:ext cx="3977489" cy="946565"/>
            <a:chOff x="6709799" y="5124076"/>
            <a:chExt cx="3977489" cy="946565"/>
          </a:xfrm>
        </p:grpSpPr>
        <p:grpSp>
          <p:nvGrpSpPr>
            <p:cNvPr id="12" name="Group 2">
              <a:extLst>
                <a:ext uri="{FF2B5EF4-FFF2-40B4-BE49-F238E27FC236}">
                  <a16:creationId xmlns:a16="http://schemas.microsoft.com/office/drawing/2014/main" id="{338599C6-E0C9-8A74-7E24-4EB9D250B490}"/>
                </a:ext>
              </a:extLst>
            </p:cNvPr>
            <p:cNvGrpSpPr/>
            <p:nvPr/>
          </p:nvGrpSpPr>
          <p:grpSpPr>
            <a:xfrm>
              <a:off x="7735394" y="5124076"/>
              <a:ext cx="2951894" cy="859744"/>
              <a:chOff x="8921977" y="1434552"/>
              <a:chExt cx="3835623" cy="1061143"/>
            </a:xfrm>
          </p:grpSpPr>
          <p:sp>
            <p:nvSpPr>
              <p:cNvPr id="13" name="TextBox 3">
                <a:extLst>
                  <a:ext uri="{FF2B5EF4-FFF2-40B4-BE49-F238E27FC236}">
                    <a16:creationId xmlns:a16="http://schemas.microsoft.com/office/drawing/2014/main" id="{53AEBF57-0BD9-76A8-5B1A-A9F531BFF70D}"/>
                  </a:ext>
                </a:extLst>
              </p:cNvPr>
              <p:cNvSpPr txBox="1"/>
              <p:nvPr/>
            </p:nvSpPr>
            <p:spPr>
              <a:xfrm>
                <a:off x="8921978" y="1434552"/>
                <a:ext cx="3835622" cy="493838"/>
              </a:xfrm>
              <a:prstGeom prst="rect">
                <a:avLst/>
              </a:prstGeom>
              <a:noFill/>
            </p:spPr>
            <p:txBody>
              <a:bodyPr wrap="square" lIns="0" rIns="0" rtlCol="0" anchor="b">
                <a:spAutoFit/>
              </a:bodyPr>
              <a:lstStyle/>
              <a:p>
                <a:r>
                  <a:rPr lang="en-US" sz="2000" b="1" noProof="1">
                    <a:solidFill>
                      <a:schemeClr val="bg1"/>
                    </a:solidFill>
                    <a:latin typeface="Calibri" panose="020F0502020204030204"/>
                  </a:rPr>
                  <a:t>Umanamente Rilevante</a:t>
                </a:r>
              </a:p>
            </p:txBody>
          </p:sp>
          <p:sp>
            <p:nvSpPr>
              <p:cNvPr id="14" name="TextBox 4">
                <a:extLst>
                  <a:ext uri="{FF2B5EF4-FFF2-40B4-BE49-F238E27FC236}">
                    <a16:creationId xmlns:a16="http://schemas.microsoft.com/office/drawing/2014/main" id="{25462A04-E7D1-D5A7-2EB7-C0C010D707C6}"/>
                  </a:ext>
                </a:extLst>
              </p:cNvPr>
              <p:cNvSpPr txBox="1"/>
              <p:nvPr/>
            </p:nvSpPr>
            <p:spPr>
              <a:xfrm>
                <a:off x="8921977" y="1925883"/>
                <a:ext cx="3658328" cy="569812"/>
              </a:xfrm>
              <a:prstGeom prst="rect">
                <a:avLst/>
              </a:prstGeom>
              <a:noFill/>
            </p:spPr>
            <p:txBody>
              <a:bodyPr wrap="square" lIns="0" rIns="0" rtlCol="0" anchor="t">
                <a:spAutoFit/>
              </a:bodyPr>
              <a:lstStyle/>
              <a:p>
                <a:r>
                  <a:rPr lang="it-IT" sz="800" noProof="1">
                    <a:latin typeface="Calibri" panose="020F0502020204030204"/>
                  </a:rPr>
                  <a:t>Oltre i tecnicismi, il prototipo vuole tendere a restituire all'individuo la </a:t>
                </a:r>
                <a:r>
                  <a:rPr lang="it-IT" sz="800" b="1" noProof="1">
                    <a:latin typeface="Calibri" panose="020F0502020204030204"/>
                  </a:rPr>
                  <a:t>libertà</a:t>
                </a:r>
                <a:r>
                  <a:rPr lang="it-IT" sz="800" noProof="1">
                    <a:latin typeface="Calibri" panose="020F0502020204030204"/>
                  </a:rPr>
                  <a:t> e la </a:t>
                </a:r>
                <a:r>
                  <a:rPr lang="it-IT" sz="800" b="1" noProof="1">
                    <a:latin typeface="Calibri" panose="020F0502020204030204"/>
                  </a:rPr>
                  <a:t>responsabilità della propria scelta</a:t>
                </a:r>
                <a:r>
                  <a:rPr lang="it-IT" sz="800" noProof="1">
                    <a:latin typeface="Calibri" panose="020F0502020204030204"/>
                  </a:rPr>
                  <a:t>, facendo crescere la consapevolezza riguardo le aspirazioni dell’utente.</a:t>
                </a:r>
              </a:p>
            </p:txBody>
          </p:sp>
        </p:grpSp>
        <p:sp>
          <p:nvSpPr>
            <p:cNvPr id="15" name="Rounded Rectangle 18">
              <a:extLst>
                <a:ext uri="{FF2B5EF4-FFF2-40B4-BE49-F238E27FC236}">
                  <a16:creationId xmlns:a16="http://schemas.microsoft.com/office/drawing/2014/main" id="{A6963EF3-C9B9-3C26-7912-F5585C394C4C}"/>
                </a:ext>
              </a:extLst>
            </p:cNvPr>
            <p:cNvSpPr/>
            <p:nvPr/>
          </p:nvSpPr>
          <p:spPr>
            <a:xfrm>
              <a:off x="7592990" y="5230610"/>
              <a:ext cx="37042" cy="840031"/>
            </a:xfrm>
            <a:prstGeom prst="roundRect">
              <a:avLst/>
            </a:prstGeom>
            <a:solidFill>
              <a:srgbClr val="FBA91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37" name="Group 1056">
              <a:extLst>
                <a:ext uri="{FF2B5EF4-FFF2-40B4-BE49-F238E27FC236}">
                  <a16:creationId xmlns:a16="http://schemas.microsoft.com/office/drawing/2014/main" id="{9F325287-E82B-F79F-CE2C-7C46F80BA0F4}"/>
                </a:ext>
              </a:extLst>
            </p:cNvPr>
            <p:cNvGrpSpPr/>
            <p:nvPr/>
          </p:nvGrpSpPr>
          <p:grpSpPr>
            <a:xfrm>
              <a:off x="6709799" y="5256114"/>
              <a:ext cx="680846" cy="727706"/>
              <a:chOff x="7072313" y="692150"/>
              <a:chExt cx="784225" cy="838200"/>
            </a:xfrm>
            <a:solidFill>
              <a:srgbClr val="CF8404"/>
            </a:solidFill>
          </p:grpSpPr>
          <p:sp>
            <p:nvSpPr>
              <p:cNvPr id="38" name="Freeform 9">
                <a:extLst>
                  <a:ext uri="{FF2B5EF4-FFF2-40B4-BE49-F238E27FC236}">
                    <a16:creationId xmlns:a16="http://schemas.microsoft.com/office/drawing/2014/main" id="{263A24CE-89B3-7C4D-051B-33DE8D1A5D00}"/>
                  </a:ext>
                </a:extLst>
              </p:cNvPr>
              <p:cNvSpPr>
                <a:spLocks/>
              </p:cNvSpPr>
              <p:nvPr/>
            </p:nvSpPr>
            <p:spPr bwMode="auto">
              <a:xfrm>
                <a:off x="7386638" y="692150"/>
                <a:ext cx="139700" cy="139700"/>
              </a:xfrm>
              <a:custGeom>
                <a:avLst/>
                <a:gdLst/>
                <a:ahLst/>
                <a:cxnLst>
                  <a:cxn ang="0">
                    <a:pos x="88" y="44"/>
                  </a:cxn>
                  <a:cxn ang="0">
                    <a:pos x="88" y="44"/>
                  </a:cxn>
                  <a:cxn ang="0">
                    <a:pos x="88" y="52"/>
                  </a:cxn>
                  <a:cxn ang="0">
                    <a:pos x="86" y="60"/>
                  </a:cxn>
                  <a:cxn ang="0">
                    <a:pos x="82" y="68"/>
                  </a:cxn>
                  <a:cxn ang="0">
                    <a:pos x="76" y="74"/>
                  </a:cxn>
                  <a:cxn ang="0">
                    <a:pos x="70" y="80"/>
                  </a:cxn>
                  <a:cxn ang="0">
                    <a:pos x="62" y="84"/>
                  </a:cxn>
                  <a:cxn ang="0">
                    <a:pos x="54" y="86"/>
                  </a:cxn>
                  <a:cxn ang="0">
                    <a:pos x="44" y="88"/>
                  </a:cxn>
                  <a:cxn ang="0">
                    <a:pos x="44" y="88"/>
                  </a:cxn>
                  <a:cxn ang="0">
                    <a:pos x="36" y="86"/>
                  </a:cxn>
                  <a:cxn ang="0">
                    <a:pos x="28" y="84"/>
                  </a:cxn>
                  <a:cxn ang="0">
                    <a:pos x="20" y="80"/>
                  </a:cxn>
                  <a:cxn ang="0">
                    <a:pos x="14" y="74"/>
                  </a:cxn>
                  <a:cxn ang="0">
                    <a:pos x="8" y="68"/>
                  </a:cxn>
                  <a:cxn ang="0">
                    <a:pos x="4" y="60"/>
                  </a:cxn>
                  <a:cxn ang="0">
                    <a:pos x="2" y="52"/>
                  </a:cxn>
                  <a:cxn ang="0">
                    <a:pos x="0" y="44"/>
                  </a:cxn>
                  <a:cxn ang="0">
                    <a:pos x="0" y="44"/>
                  </a:cxn>
                  <a:cxn ang="0">
                    <a:pos x="2" y="34"/>
                  </a:cxn>
                  <a:cxn ang="0">
                    <a:pos x="4" y="26"/>
                  </a:cxn>
                  <a:cxn ang="0">
                    <a:pos x="8" y="18"/>
                  </a:cxn>
                  <a:cxn ang="0">
                    <a:pos x="14" y="12"/>
                  </a:cxn>
                  <a:cxn ang="0">
                    <a:pos x="20" y="6"/>
                  </a:cxn>
                  <a:cxn ang="0">
                    <a:pos x="28" y="2"/>
                  </a:cxn>
                  <a:cxn ang="0">
                    <a:pos x="36" y="0"/>
                  </a:cxn>
                  <a:cxn ang="0">
                    <a:pos x="44" y="0"/>
                  </a:cxn>
                  <a:cxn ang="0">
                    <a:pos x="44" y="0"/>
                  </a:cxn>
                  <a:cxn ang="0">
                    <a:pos x="54" y="0"/>
                  </a:cxn>
                  <a:cxn ang="0">
                    <a:pos x="62" y="2"/>
                  </a:cxn>
                  <a:cxn ang="0">
                    <a:pos x="70" y="6"/>
                  </a:cxn>
                  <a:cxn ang="0">
                    <a:pos x="76" y="12"/>
                  </a:cxn>
                  <a:cxn ang="0">
                    <a:pos x="82" y="18"/>
                  </a:cxn>
                  <a:cxn ang="0">
                    <a:pos x="86" y="26"/>
                  </a:cxn>
                  <a:cxn ang="0">
                    <a:pos x="88" y="34"/>
                  </a:cxn>
                  <a:cxn ang="0">
                    <a:pos x="88" y="44"/>
                  </a:cxn>
                  <a:cxn ang="0">
                    <a:pos x="88" y="44"/>
                  </a:cxn>
                </a:cxnLst>
                <a:rect l="0" t="0" r="r" b="b"/>
                <a:pathLst>
                  <a:path w="88" h="88">
                    <a:moveTo>
                      <a:pt x="88" y="44"/>
                    </a:moveTo>
                    <a:lnTo>
                      <a:pt x="88" y="44"/>
                    </a:lnTo>
                    <a:lnTo>
                      <a:pt x="88" y="52"/>
                    </a:lnTo>
                    <a:lnTo>
                      <a:pt x="86" y="60"/>
                    </a:lnTo>
                    <a:lnTo>
                      <a:pt x="82" y="68"/>
                    </a:lnTo>
                    <a:lnTo>
                      <a:pt x="76" y="74"/>
                    </a:lnTo>
                    <a:lnTo>
                      <a:pt x="70" y="80"/>
                    </a:lnTo>
                    <a:lnTo>
                      <a:pt x="62" y="84"/>
                    </a:lnTo>
                    <a:lnTo>
                      <a:pt x="54" y="86"/>
                    </a:lnTo>
                    <a:lnTo>
                      <a:pt x="44" y="88"/>
                    </a:lnTo>
                    <a:lnTo>
                      <a:pt x="44" y="88"/>
                    </a:lnTo>
                    <a:lnTo>
                      <a:pt x="36" y="86"/>
                    </a:lnTo>
                    <a:lnTo>
                      <a:pt x="28" y="84"/>
                    </a:lnTo>
                    <a:lnTo>
                      <a:pt x="20" y="80"/>
                    </a:lnTo>
                    <a:lnTo>
                      <a:pt x="14" y="74"/>
                    </a:lnTo>
                    <a:lnTo>
                      <a:pt x="8" y="68"/>
                    </a:lnTo>
                    <a:lnTo>
                      <a:pt x="4" y="60"/>
                    </a:lnTo>
                    <a:lnTo>
                      <a:pt x="2" y="52"/>
                    </a:lnTo>
                    <a:lnTo>
                      <a:pt x="0" y="44"/>
                    </a:lnTo>
                    <a:lnTo>
                      <a:pt x="0" y="44"/>
                    </a:lnTo>
                    <a:lnTo>
                      <a:pt x="2" y="34"/>
                    </a:lnTo>
                    <a:lnTo>
                      <a:pt x="4" y="26"/>
                    </a:lnTo>
                    <a:lnTo>
                      <a:pt x="8" y="18"/>
                    </a:lnTo>
                    <a:lnTo>
                      <a:pt x="14" y="12"/>
                    </a:lnTo>
                    <a:lnTo>
                      <a:pt x="20" y="6"/>
                    </a:lnTo>
                    <a:lnTo>
                      <a:pt x="28" y="2"/>
                    </a:lnTo>
                    <a:lnTo>
                      <a:pt x="36" y="0"/>
                    </a:lnTo>
                    <a:lnTo>
                      <a:pt x="44" y="0"/>
                    </a:lnTo>
                    <a:lnTo>
                      <a:pt x="44" y="0"/>
                    </a:lnTo>
                    <a:lnTo>
                      <a:pt x="54" y="0"/>
                    </a:lnTo>
                    <a:lnTo>
                      <a:pt x="62" y="2"/>
                    </a:lnTo>
                    <a:lnTo>
                      <a:pt x="70" y="6"/>
                    </a:lnTo>
                    <a:lnTo>
                      <a:pt x="76" y="12"/>
                    </a:lnTo>
                    <a:lnTo>
                      <a:pt x="82" y="18"/>
                    </a:lnTo>
                    <a:lnTo>
                      <a:pt x="86" y="26"/>
                    </a:lnTo>
                    <a:lnTo>
                      <a:pt x="88" y="34"/>
                    </a:lnTo>
                    <a:lnTo>
                      <a:pt x="88" y="44"/>
                    </a:lnTo>
                    <a:lnTo>
                      <a:pt x="88" y="44"/>
                    </a:lnTo>
                    <a:close/>
                  </a:path>
                </a:pathLst>
              </a:custGeom>
              <a:grp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3D241384-FA5B-4E67-1B49-61290BDDF55D}"/>
                  </a:ext>
                </a:extLst>
              </p:cNvPr>
              <p:cNvSpPr>
                <a:spLocks/>
              </p:cNvSpPr>
              <p:nvPr/>
            </p:nvSpPr>
            <p:spPr bwMode="auto">
              <a:xfrm>
                <a:off x="7300913" y="869950"/>
                <a:ext cx="327025" cy="660400"/>
              </a:xfrm>
              <a:custGeom>
                <a:avLst/>
                <a:gdLst/>
                <a:ahLst/>
                <a:cxnLst>
                  <a:cxn ang="0">
                    <a:pos x="164" y="2"/>
                  </a:cxn>
                  <a:cxn ang="0">
                    <a:pos x="146" y="2"/>
                  </a:cxn>
                  <a:cxn ang="0">
                    <a:pos x="116" y="86"/>
                  </a:cxn>
                  <a:cxn ang="0">
                    <a:pos x="106" y="0"/>
                  </a:cxn>
                  <a:cxn ang="0">
                    <a:pos x="94" y="0"/>
                  </a:cxn>
                  <a:cxn ang="0">
                    <a:pos x="90" y="86"/>
                  </a:cxn>
                  <a:cxn ang="0">
                    <a:pos x="60" y="2"/>
                  </a:cxn>
                  <a:cxn ang="0">
                    <a:pos x="42" y="2"/>
                  </a:cxn>
                  <a:cxn ang="0">
                    <a:pos x="42" y="2"/>
                  </a:cxn>
                  <a:cxn ang="0">
                    <a:pos x="34" y="2"/>
                  </a:cxn>
                  <a:cxn ang="0">
                    <a:pos x="26" y="4"/>
                  </a:cxn>
                  <a:cxn ang="0">
                    <a:pos x="18" y="8"/>
                  </a:cxn>
                  <a:cxn ang="0">
                    <a:pos x="12" y="14"/>
                  </a:cxn>
                  <a:cxn ang="0">
                    <a:pos x="8" y="20"/>
                  </a:cxn>
                  <a:cxn ang="0">
                    <a:pos x="4" y="28"/>
                  </a:cxn>
                  <a:cxn ang="0">
                    <a:pos x="2" y="36"/>
                  </a:cxn>
                  <a:cxn ang="0">
                    <a:pos x="0" y="46"/>
                  </a:cxn>
                  <a:cxn ang="0">
                    <a:pos x="20" y="184"/>
                  </a:cxn>
                  <a:cxn ang="0">
                    <a:pos x="20" y="184"/>
                  </a:cxn>
                  <a:cxn ang="0">
                    <a:pos x="20" y="196"/>
                  </a:cxn>
                  <a:cxn ang="0">
                    <a:pos x="24" y="204"/>
                  </a:cxn>
                  <a:cxn ang="0">
                    <a:pos x="30" y="214"/>
                  </a:cxn>
                  <a:cxn ang="0">
                    <a:pos x="36" y="220"/>
                  </a:cxn>
                  <a:cxn ang="0">
                    <a:pos x="58" y="416"/>
                  </a:cxn>
                  <a:cxn ang="0">
                    <a:pos x="96" y="416"/>
                  </a:cxn>
                  <a:cxn ang="0">
                    <a:pos x="96" y="222"/>
                  </a:cxn>
                  <a:cxn ang="0">
                    <a:pos x="112" y="222"/>
                  </a:cxn>
                  <a:cxn ang="0">
                    <a:pos x="112" y="416"/>
                  </a:cxn>
                  <a:cxn ang="0">
                    <a:pos x="150" y="416"/>
                  </a:cxn>
                  <a:cxn ang="0">
                    <a:pos x="170" y="218"/>
                  </a:cxn>
                  <a:cxn ang="0">
                    <a:pos x="170" y="218"/>
                  </a:cxn>
                  <a:cxn ang="0">
                    <a:pos x="176" y="212"/>
                  </a:cxn>
                  <a:cxn ang="0">
                    <a:pos x="182" y="204"/>
                  </a:cxn>
                  <a:cxn ang="0">
                    <a:pos x="186" y="196"/>
                  </a:cxn>
                  <a:cxn ang="0">
                    <a:pos x="186" y="186"/>
                  </a:cxn>
                  <a:cxn ang="0">
                    <a:pos x="206" y="44"/>
                  </a:cxn>
                  <a:cxn ang="0">
                    <a:pos x="206" y="44"/>
                  </a:cxn>
                  <a:cxn ang="0">
                    <a:pos x="204" y="36"/>
                  </a:cxn>
                  <a:cxn ang="0">
                    <a:pos x="202" y="28"/>
                  </a:cxn>
                  <a:cxn ang="0">
                    <a:pos x="198" y="20"/>
                  </a:cxn>
                  <a:cxn ang="0">
                    <a:pos x="194" y="14"/>
                  </a:cxn>
                  <a:cxn ang="0">
                    <a:pos x="188" y="8"/>
                  </a:cxn>
                  <a:cxn ang="0">
                    <a:pos x="180" y="4"/>
                  </a:cxn>
                  <a:cxn ang="0">
                    <a:pos x="172" y="2"/>
                  </a:cxn>
                  <a:cxn ang="0">
                    <a:pos x="164" y="2"/>
                  </a:cxn>
                  <a:cxn ang="0">
                    <a:pos x="164" y="2"/>
                  </a:cxn>
                </a:cxnLst>
                <a:rect l="0" t="0" r="r" b="b"/>
                <a:pathLst>
                  <a:path w="206" h="416">
                    <a:moveTo>
                      <a:pt x="164" y="2"/>
                    </a:moveTo>
                    <a:lnTo>
                      <a:pt x="146" y="2"/>
                    </a:lnTo>
                    <a:lnTo>
                      <a:pt x="116" y="86"/>
                    </a:lnTo>
                    <a:lnTo>
                      <a:pt x="106" y="0"/>
                    </a:lnTo>
                    <a:lnTo>
                      <a:pt x="94" y="0"/>
                    </a:lnTo>
                    <a:lnTo>
                      <a:pt x="90" y="86"/>
                    </a:lnTo>
                    <a:lnTo>
                      <a:pt x="60" y="2"/>
                    </a:lnTo>
                    <a:lnTo>
                      <a:pt x="42" y="2"/>
                    </a:lnTo>
                    <a:lnTo>
                      <a:pt x="42" y="2"/>
                    </a:lnTo>
                    <a:lnTo>
                      <a:pt x="34" y="2"/>
                    </a:lnTo>
                    <a:lnTo>
                      <a:pt x="26" y="4"/>
                    </a:lnTo>
                    <a:lnTo>
                      <a:pt x="18" y="8"/>
                    </a:lnTo>
                    <a:lnTo>
                      <a:pt x="12" y="14"/>
                    </a:lnTo>
                    <a:lnTo>
                      <a:pt x="8" y="20"/>
                    </a:lnTo>
                    <a:lnTo>
                      <a:pt x="4" y="28"/>
                    </a:lnTo>
                    <a:lnTo>
                      <a:pt x="2" y="36"/>
                    </a:lnTo>
                    <a:lnTo>
                      <a:pt x="0" y="46"/>
                    </a:lnTo>
                    <a:lnTo>
                      <a:pt x="20" y="184"/>
                    </a:lnTo>
                    <a:lnTo>
                      <a:pt x="20" y="184"/>
                    </a:lnTo>
                    <a:lnTo>
                      <a:pt x="20" y="196"/>
                    </a:lnTo>
                    <a:lnTo>
                      <a:pt x="24" y="204"/>
                    </a:lnTo>
                    <a:lnTo>
                      <a:pt x="30" y="214"/>
                    </a:lnTo>
                    <a:lnTo>
                      <a:pt x="36" y="220"/>
                    </a:lnTo>
                    <a:lnTo>
                      <a:pt x="58" y="416"/>
                    </a:lnTo>
                    <a:lnTo>
                      <a:pt x="96" y="416"/>
                    </a:lnTo>
                    <a:lnTo>
                      <a:pt x="96" y="222"/>
                    </a:lnTo>
                    <a:lnTo>
                      <a:pt x="112" y="222"/>
                    </a:lnTo>
                    <a:lnTo>
                      <a:pt x="112" y="416"/>
                    </a:lnTo>
                    <a:lnTo>
                      <a:pt x="150" y="416"/>
                    </a:lnTo>
                    <a:lnTo>
                      <a:pt x="170" y="218"/>
                    </a:lnTo>
                    <a:lnTo>
                      <a:pt x="170" y="218"/>
                    </a:lnTo>
                    <a:lnTo>
                      <a:pt x="176" y="212"/>
                    </a:lnTo>
                    <a:lnTo>
                      <a:pt x="182" y="204"/>
                    </a:lnTo>
                    <a:lnTo>
                      <a:pt x="186" y="196"/>
                    </a:lnTo>
                    <a:lnTo>
                      <a:pt x="186" y="186"/>
                    </a:lnTo>
                    <a:lnTo>
                      <a:pt x="206" y="44"/>
                    </a:lnTo>
                    <a:lnTo>
                      <a:pt x="206" y="44"/>
                    </a:lnTo>
                    <a:lnTo>
                      <a:pt x="204" y="36"/>
                    </a:lnTo>
                    <a:lnTo>
                      <a:pt x="202" y="28"/>
                    </a:lnTo>
                    <a:lnTo>
                      <a:pt x="198" y="20"/>
                    </a:lnTo>
                    <a:lnTo>
                      <a:pt x="194" y="14"/>
                    </a:lnTo>
                    <a:lnTo>
                      <a:pt x="188" y="8"/>
                    </a:lnTo>
                    <a:lnTo>
                      <a:pt x="180" y="4"/>
                    </a:lnTo>
                    <a:lnTo>
                      <a:pt x="172" y="2"/>
                    </a:lnTo>
                    <a:lnTo>
                      <a:pt x="164" y="2"/>
                    </a:lnTo>
                    <a:lnTo>
                      <a:pt x="164" y="2"/>
                    </a:lnTo>
                    <a:close/>
                  </a:path>
                </a:pathLst>
              </a:custGeom>
              <a:grp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66A48D83-1074-3F3A-C13B-A476189FFAAF}"/>
                  </a:ext>
                </a:extLst>
              </p:cNvPr>
              <p:cNvSpPr>
                <a:spLocks/>
              </p:cNvSpPr>
              <p:nvPr/>
            </p:nvSpPr>
            <p:spPr bwMode="auto">
              <a:xfrm>
                <a:off x="7138988" y="825500"/>
                <a:ext cx="104775" cy="104775"/>
              </a:xfrm>
              <a:custGeom>
                <a:avLst/>
                <a:gdLst/>
                <a:ahLst/>
                <a:cxnLst>
                  <a:cxn ang="0">
                    <a:pos x="66" y="34"/>
                  </a:cxn>
                  <a:cxn ang="0">
                    <a:pos x="66" y="34"/>
                  </a:cxn>
                  <a:cxn ang="0">
                    <a:pos x="66" y="40"/>
                  </a:cxn>
                  <a:cxn ang="0">
                    <a:pos x="64" y="46"/>
                  </a:cxn>
                  <a:cxn ang="0">
                    <a:pos x="60" y="52"/>
                  </a:cxn>
                  <a:cxn ang="0">
                    <a:pos x="56" y="58"/>
                  </a:cxn>
                  <a:cxn ang="0">
                    <a:pos x="52" y="62"/>
                  </a:cxn>
                  <a:cxn ang="0">
                    <a:pos x="46" y="64"/>
                  </a:cxn>
                  <a:cxn ang="0">
                    <a:pos x="40" y="66"/>
                  </a:cxn>
                  <a:cxn ang="0">
                    <a:pos x="32" y="66"/>
                  </a:cxn>
                  <a:cxn ang="0">
                    <a:pos x="32" y="66"/>
                  </a:cxn>
                  <a:cxn ang="0">
                    <a:pos x="26" y="66"/>
                  </a:cxn>
                  <a:cxn ang="0">
                    <a:pos x="20" y="64"/>
                  </a:cxn>
                  <a:cxn ang="0">
                    <a:pos x="14" y="62"/>
                  </a:cxn>
                  <a:cxn ang="0">
                    <a:pos x="10" y="58"/>
                  </a:cxn>
                  <a:cxn ang="0">
                    <a:pos x="6" y="52"/>
                  </a:cxn>
                  <a:cxn ang="0">
                    <a:pos x="2" y="46"/>
                  </a:cxn>
                  <a:cxn ang="0">
                    <a:pos x="0" y="40"/>
                  </a:cxn>
                  <a:cxn ang="0">
                    <a:pos x="0" y="34"/>
                  </a:cxn>
                  <a:cxn ang="0">
                    <a:pos x="0" y="34"/>
                  </a:cxn>
                  <a:cxn ang="0">
                    <a:pos x="0" y="26"/>
                  </a:cxn>
                  <a:cxn ang="0">
                    <a:pos x="2" y="20"/>
                  </a:cxn>
                  <a:cxn ang="0">
                    <a:pos x="6" y="14"/>
                  </a:cxn>
                  <a:cxn ang="0">
                    <a:pos x="10" y="10"/>
                  </a:cxn>
                  <a:cxn ang="0">
                    <a:pos x="14" y="6"/>
                  </a:cxn>
                  <a:cxn ang="0">
                    <a:pos x="20" y="2"/>
                  </a:cxn>
                  <a:cxn ang="0">
                    <a:pos x="26" y="0"/>
                  </a:cxn>
                  <a:cxn ang="0">
                    <a:pos x="32" y="0"/>
                  </a:cxn>
                  <a:cxn ang="0">
                    <a:pos x="32" y="0"/>
                  </a:cxn>
                  <a:cxn ang="0">
                    <a:pos x="40" y="0"/>
                  </a:cxn>
                  <a:cxn ang="0">
                    <a:pos x="46" y="2"/>
                  </a:cxn>
                  <a:cxn ang="0">
                    <a:pos x="52" y="6"/>
                  </a:cxn>
                  <a:cxn ang="0">
                    <a:pos x="56" y="10"/>
                  </a:cxn>
                  <a:cxn ang="0">
                    <a:pos x="60" y="14"/>
                  </a:cxn>
                  <a:cxn ang="0">
                    <a:pos x="64" y="20"/>
                  </a:cxn>
                  <a:cxn ang="0">
                    <a:pos x="66" y="26"/>
                  </a:cxn>
                  <a:cxn ang="0">
                    <a:pos x="66" y="34"/>
                  </a:cxn>
                  <a:cxn ang="0">
                    <a:pos x="66" y="34"/>
                  </a:cxn>
                </a:cxnLst>
                <a:rect l="0" t="0" r="r" b="b"/>
                <a:pathLst>
                  <a:path w="66" h="66">
                    <a:moveTo>
                      <a:pt x="66" y="34"/>
                    </a:moveTo>
                    <a:lnTo>
                      <a:pt x="66" y="34"/>
                    </a:lnTo>
                    <a:lnTo>
                      <a:pt x="66" y="40"/>
                    </a:lnTo>
                    <a:lnTo>
                      <a:pt x="64" y="46"/>
                    </a:lnTo>
                    <a:lnTo>
                      <a:pt x="60" y="52"/>
                    </a:lnTo>
                    <a:lnTo>
                      <a:pt x="56" y="58"/>
                    </a:lnTo>
                    <a:lnTo>
                      <a:pt x="52" y="62"/>
                    </a:lnTo>
                    <a:lnTo>
                      <a:pt x="46" y="64"/>
                    </a:lnTo>
                    <a:lnTo>
                      <a:pt x="40" y="66"/>
                    </a:lnTo>
                    <a:lnTo>
                      <a:pt x="32" y="66"/>
                    </a:lnTo>
                    <a:lnTo>
                      <a:pt x="32" y="66"/>
                    </a:lnTo>
                    <a:lnTo>
                      <a:pt x="26" y="66"/>
                    </a:lnTo>
                    <a:lnTo>
                      <a:pt x="20" y="64"/>
                    </a:lnTo>
                    <a:lnTo>
                      <a:pt x="14" y="62"/>
                    </a:lnTo>
                    <a:lnTo>
                      <a:pt x="10" y="58"/>
                    </a:lnTo>
                    <a:lnTo>
                      <a:pt x="6" y="52"/>
                    </a:lnTo>
                    <a:lnTo>
                      <a:pt x="2" y="46"/>
                    </a:lnTo>
                    <a:lnTo>
                      <a:pt x="0" y="40"/>
                    </a:lnTo>
                    <a:lnTo>
                      <a:pt x="0" y="34"/>
                    </a:lnTo>
                    <a:lnTo>
                      <a:pt x="0" y="34"/>
                    </a:lnTo>
                    <a:lnTo>
                      <a:pt x="0" y="26"/>
                    </a:lnTo>
                    <a:lnTo>
                      <a:pt x="2" y="20"/>
                    </a:lnTo>
                    <a:lnTo>
                      <a:pt x="6" y="14"/>
                    </a:lnTo>
                    <a:lnTo>
                      <a:pt x="10" y="10"/>
                    </a:lnTo>
                    <a:lnTo>
                      <a:pt x="14" y="6"/>
                    </a:lnTo>
                    <a:lnTo>
                      <a:pt x="20" y="2"/>
                    </a:lnTo>
                    <a:lnTo>
                      <a:pt x="26" y="0"/>
                    </a:lnTo>
                    <a:lnTo>
                      <a:pt x="32" y="0"/>
                    </a:lnTo>
                    <a:lnTo>
                      <a:pt x="32" y="0"/>
                    </a:lnTo>
                    <a:lnTo>
                      <a:pt x="40" y="0"/>
                    </a:lnTo>
                    <a:lnTo>
                      <a:pt x="46" y="2"/>
                    </a:lnTo>
                    <a:lnTo>
                      <a:pt x="52" y="6"/>
                    </a:lnTo>
                    <a:lnTo>
                      <a:pt x="56" y="10"/>
                    </a:lnTo>
                    <a:lnTo>
                      <a:pt x="60" y="14"/>
                    </a:lnTo>
                    <a:lnTo>
                      <a:pt x="64" y="20"/>
                    </a:lnTo>
                    <a:lnTo>
                      <a:pt x="66" y="26"/>
                    </a:lnTo>
                    <a:lnTo>
                      <a:pt x="66" y="34"/>
                    </a:lnTo>
                    <a:lnTo>
                      <a:pt x="66" y="34"/>
                    </a:lnTo>
                    <a:close/>
                  </a:path>
                </a:pathLst>
              </a:custGeom>
              <a:grp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41" name="Freeform 12">
                <a:extLst>
                  <a:ext uri="{FF2B5EF4-FFF2-40B4-BE49-F238E27FC236}">
                    <a16:creationId xmlns:a16="http://schemas.microsoft.com/office/drawing/2014/main" id="{544455F2-5D04-CFDA-96DB-D8150C297225}"/>
                  </a:ext>
                </a:extLst>
              </p:cNvPr>
              <p:cNvSpPr>
                <a:spLocks/>
              </p:cNvSpPr>
              <p:nvPr/>
            </p:nvSpPr>
            <p:spPr bwMode="auto">
              <a:xfrm>
                <a:off x="7675563" y="825500"/>
                <a:ext cx="104775" cy="104775"/>
              </a:xfrm>
              <a:custGeom>
                <a:avLst/>
                <a:gdLst/>
                <a:ahLst/>
                <a:cxnLst>
                  <a:cxn ang="0">
                    <a:pos x="66" y="34"/>
                  </a:cxn>
                  <a:cxn ang="0">
                    <a:pos x="66" y="34"/>
                  </a:cxn>
                  <a:cxn ang="0">
                    <a:pos x="66" y="40"/>
                  </a:cxn>
                  <a:cxn ang="0">
                    <a:pos x="64" y="46"/>
                  </a:cxn>
                  <a:cxn ang="0">
                    <a:pos x="60" y="52"/>
                  </a:cxn>
                  <a:cxn ang="0">
                    <a:pos x="56" y="58"/>
                  </a:cxn>
                  <a:cxn ang="0">
                    <a:pos x="52" y="62"/>
                  </a:cxn>
                  <a:cxn ang="0">
                    <a:pos x="46" y="64"/>
                  </a:cxn>
                  <a:cxn ang="0">
                    <a:pos x="40" y="66"/>
                  </a:cxn>
                  <a:cxn ang="0">
                    <a:pos x="32" y="66"/>
                  </a:cxn>
                  <a:cxn ang="0">
                    <a:pos x="32" y="66"/>
                  </a:cxn>
                  <a:cxn ang="0">
                    <a:pos x="26" y="66"/>
                  </a:cxn>
                  <a:cxn ang="0">
                    <a:pos x="20" y="64"/>
                  </a:cxn>
                  <a:cxn ang="0">
                    <a:pos x="14" y="62"/>
                  </a:cxn>
                  <a:cxn ang="0">
                    <a:pos x="10" y="58"/>
                  </a:cxn>
                  <a:cxn ang="0">
                    <a:pos x="4" y="52"/>
                  </a:cxn>
                  <a:cxn ang="0">
                    <a:pos x="2" y="46"/>
                  </a:cxn>
                  <a:cxn ang="0">
                    <a:pos x="0" y="40"/>
                  </a:cxn>
                  <a:cxn ang="0">
                    <a:pos x="0" y="34"/>
                  </a:cxn>
                  <a:cxn ang="0">
                    <a:pos x="0" y="34"/>
                  </a:cxn>
                  <a:cxn ang="0">
                    <a:pos x="0" y="26"/>
                  </a:cxn>
                  <a:cxn ang="0">
                    <a:pos x="2" y="20"/>
                  </a:cxn>
                  <a:cxn ang="0">
                    <a:pos x="4" y="14"/>
                  </a:cxn>
                  <a:cxn ang="0">
                    <a:pos x="10" y="10"/>
                  </a:cxn>
                  <a:cxn ang="0">
                    <a:pos x="14" y="6"/>
                  </a:cxn>
                  <a:cxn ang="0">
                    <a:pos x="20" y="2"/>
                  </a:cxn>
                  <a:cxn ang="0">
                    <a:pos x="26" y="0"/>
                  </a:cxn>
                  <a:cxn ang="0">
                    <a:pos x="32" y="0"/>
                  </a:cxn>
                  <a:cxn ang="0">
                    <a:pos x="32" y="0"/>
                  </a:cxn>
                  <a:cxn ang="0">
                    <a:pos x="40" y="0"/>
                  </a:cxn>
                  <a:cxn ang="0">
                    <a:pos x="46" y="2"/>
                  </a:cxn>
                  <a:cxn ang="0">
                    <a:pos x="52" y="6"/>
                  </a:cxn>
                  <a:cxn ang="0">
                    <a:pos x="56" y="10"/>
                  </a:cxn>
                  <a:cxn ang="0">
                    <a:pos x="60" y="14"/>
                  </a:cxn>
                  <a:cxn ang="0">
                    <a:pos x="64" y="20"/>
                  </a:cxn>
                  <a:cxn ang="0">
                    <a:pos x="66" y="26"/>
                  </a:cxn>
                  <a:cxn ang="0">
                    <a:pos x="66" y="34"/>
                  </a:cxn>
                  <a:cxn ang="0">
                    <a:pos x="66" y="34"/>
                  </a:cxn>
                </a:cxnLst>
                <a:rect l="0" t="0" r="r" b="b"/>
                <a:pathLst>
                  <a:path w="66" h="66">
                    <a:moveTo>
                      <a:pt x="66" y="34"/>
                    </a:moveTo>
                    <a:lnTo>
                      <a:pt x="66" y="34"/>
                    </a:lnTo>
                    <a:lnTo>
                      <a:pt x="66" y="40"/>
                    </a:lnTo>
                    <a:lnTo>
                      <a:pt x="64" y="46"/>
                    </a:lnTo>
                    <a:lnTo>
                      <a:pt x="60" y="52"/>
                    </a:lnTo>
                    <a:lnTo>
                      <a:pt x="56" y="58"/>
                    </a:lnTo>
                    <a:lnTo>
                      <a:pt x="52" y="62"/>
                    </a:lnTo>
                    <a:lnTo>
                      <a:pt x="46" y="64"/>
                    </a:lnTo>
                    <a:lnTo>
                      <a:pt x="40" y="66"/>
                    </a:lnTo>
                    <a:lnTo>
                      <a:pt x="32" y="66"/>
                    </a:lnTo>
                    <a:lnTo>
                      <a:pt x="32" y="66"/>
                    </a:lnTo>
                    <a:lnTo>
                      <a:pt x="26" y="66"/>
                    </a:lnTo>
                    <a:lnTo>
                      <a:pt x="20" y="64"/>
                    </a:lnTo>
                    <a:lnTo>
                      <a:pt x="14" y="62"/>
                    </a:lnTo>
                    <a:lnTo>
                      <a:pt x="10" y="58"/>
                    </a:lnTo>
                    <a:lnTo>
                      <a:pt x="4" y="52"/>
                    </a:lnTo>
                    <a:lnTo>
                      <a:pt x="2" y="46"/>
                    </a:lnTo>
                    <a:lnTo>
                      <a:pt x="0" y="40"/>
                    </a:lnTo>
                    <a:lnTo>
                      <a:pt x="0" y="34"/>
                    </a:lnTo>
                    <a:lnTo>
                      <a:pt x="0" y="34"/>
                    </a:lnTo>
                    <a:lnTo>
                      <a:pt x="0" y="26"/>
                    </a:lnTo>
                    <a:lnTo>
                      <a:pt x="2" y="20"/>
                    </a:lnTo>
                    <a:lnTo>
                      <a:pt x="4" y="14"/>
                    </a:lnTo>
                    <a:lnTo>
                      <a:pt x="10" y="10"/>
                    </a:lnTo>
                    <a:lnTo>
                      <a:pt x="14" y="6"/>
                    </a:lnTo>
                    <a:lnTo>
                      <a:pt x="20" y="2"/>
                    </a:lnTo>
                    <a:lnTo>
                      <a:pt x="26" y="0"/>
                    </a:lnTo>
                    <a:lnTo>
                      <a:pt x="32" y="0"/>
                    </a:lnTo>
                    <a:lnTo>
                      <a:pt x="32" y="0"/>
                    </a:lnTo>
                    <a:lnTo>
                      <a:pt x="40" y="0"/>
                    </a:lnTo>
                    <a:lnTo>
                      <a:pt x="46" y="2"/>
                    </a:lnTo>
                    <a:lnTo>
                      <a:pt x="52" y="6"/>
                    </a:lnTo>
                    <a:lnTo>
                      <a:pt x="56" y="10"/>
                    </a:lnTo>
                    <a:lnTo>
                      <a:pt x="60" y="14"/>
                    </a:lnTo>
                    <a:lnTo>
                      <a:pt x="64" y="20"/>
                    </a:lnTo>
                    <a:lnTo>
                      <a:pt x="66" y="26"/>
                    </a:lnTo>
                    <a:lnTo>
                      <a:pt x="66" y="34"/>
                    </a:lnTo>
                    <a:lnTo>
                      <a:pt x="66" y="34"/>
                    </a:lnTo>
                    <a:close/>
                  </a:path>
                </a:pathLst>
              </a:custGeom>
              <a:grp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42" name="Freeform 13">
                <a:extLst>
                  <a:ext uri="{FF2B5EF4-FFF2-40B4-BE49-F238E27FC236}">
                    <a16:creationId xmlns:a16="http://schemas.microsoft.com/office/drawing/2014/main" id="{D20A2718-FA34-E6CF-723A-980D02B72349}"/>
                  </a:ext>
                </a:extLst>
              </p:cNvPr>
              <p:cNvSpPr>
                <a:spLocks/>
              </p:cNvSpPr>
              <p:nvPr/>
            </p:nvSpPr>
            <p:spPr bwMode="auto">
              <a:xfrm>
                <a:off x="7072313" y="962025"/>
                <a:ext cx="228600" cy="498475"/>
              </a:xfrm>
              <a:custGeom>
                <a:avLst/>
                <a:gdLst/>
                <a:ahLst/>
                <a:cxnLst>
                  <a:cxn ang="0">
                    <a:pos x="124" y="0"/>
                  </a:cxn>
                  <a:cxn ang="0">
                    <a:pos x="110" y="0"/>
                  </a:cxn>
                  <a:cxn ang="0">
                    <a:pos x="88" y="64"/>
                  </a:cxn>
                  <a:cxn ang="0">
                    <a:pos x="80" y="0"/>
                  </a:cxn>
                  <a:cxn ang="0">
                    <a:pos x="72" y="0"/>
                  </a:cxn>
                  <a:cxn ang="0">
                    <a:pos x="68" y="64"/>
                  </a:cxn>
                  <a:cxn ang="0">
                    <a:pos x="46" y="0"/>
                  </a:cxn>
                  <a:cxn ang="0">
                    <a:pos x="32" y="0"/>
                  </a:cxn>
                  <a:cxn ang="0">
                    <a:pos x="32" y="0"/>
                  </a:cxn>
                  <a:cxn ang="0">
                    <a:pos x="26" y="0"/>
                  </a:cxn>
                  <a:cxn ang="0">
                    <a:pos x="20" y="2"/>
                  </a:cxn>
                  <a:cxn ang="0">
                    <a:pos x="14" y="6"/>
                  </a:cxn>
                  <a:cxn ang="0">
                    <a:pos x="10" y="10"/>
                  </a:cxn>
                  <a:cxn ang="0">
                    <a:pos x="6" y="14"/>
                  </a:cxn>
                  <a:cxn ang="0">
                    <a:pos x="2" y="20"/>
                  </a:cxn>
                  <a:cxn ang="0">
                    <a:pos x="0" y="26"/>
                  </a:cxn>
                  <a:cxn ang="0">
                    <a:pos x="0" y="34"/>
                  </a:cxn>
                  <a:cxn ang="0">
                    <a:pos x="16" y="138"/>
                  </a:cxn>
                  <a:cxn ang="0">
                    <a:pos x="16" y="138"/>
                  </a:cxn>
                  <a:cxn ang="0">
                    <a:pos x="16" y="146"/>
                  </a:cxn>
                  <a:cxn ang="0">
                    <a:pos x="18" y="154"/>
                  </a:cxn>
                  <a:cxn ang="0">
                    <a:pos x="22" y="160"/>
                  </a:cxn>
                  <a:cxn ang="0">
                    <a:pos x="28" y="166"/>
                  </a:cxn>
                  <a:cxn ang="0">
                    <a:pos x="44" y="314"/>
                  </a:cxn>
                  <a:cxn ang="0">
                    <a:pos x="72" y="314"/>
                  </a:cxn>
                  <a:cxn ang="0">
                    <a:pos x="72" y="168"/>
                  </a:cxn>
                  <a:cxn ang="0">
                    <a:pos x="84" y="168"/>
                  </a:cxn>
                  <a:cxn ang="0">
                    <a:pos x="84" y="314"/>
                  </a:cxn>
                  <a:cxn ang="0">
                    <a:pos x="112" y="314"/>
                  </a:cxn>
                  <a:cxn ang="0">
                    <a:pos x="130" y="164"/>
                  </a:cxn>
                  <a:cxn ang="0">
                    <a:pos x="130" y="164"/>
                  </a:cxn>
                  <a:cxn ang="0">
                    <a:pos x="134" y="160"/>
                  </a:cxn>
                  <a:cxn ang="0">
                    <a:pos x="138" y="154"/>
                  </a:cxn>
                  <a:cxn ang="0">
                    <a:pos x="140" y="146"/>
                  </a:cxn>
                  <a:cxn ang="0">
                    <a:pos x="140" y="140"/>
                  </a:cxn>
                  <a:cxn ang="0">
                    <a:pos x="144" y="120"/>
                  </a:cxn>
                  <a:cxn ang="0">
                    <a:pos x="126" y="0"/>
                  </a:cxn>
                  <a:cxn ang="0">
                    <a:pos x="126" y="0"/>
                  </a:cxn>
                  <a:cxn ang="0">
                    <a:pos x="124" y="0"/>
                  </a:cxn>
                  <a:cxn ang="0">
                    <a:pos x="124" y="0"/>
                  </a:cxn>
                </a:cxnLst>
                <a:rect l="0" t="0" r="r" b="b"/>
                <a:pathLst>
                  <a:path w="144" h="314">
                    <a:moveTo>
                      <a:pt x="124" y="0"/>
                    </a:moveTo>
                    <a:lnTo>
                      <a:pt x="110" y="0"/>
                    </a:lnTo>
                    <a:lnTo>
                      <a:pt x="88" y="64"/>
                    </a:lnTo>
                    <a:lnTo>
                      <a:pt x="80" y="0"/>
                    </a:lnTo>
                    <a:lnTo>
                      <a:pt x="72" y="0"/>
                    </a:lnTo>
                    <a:lnTo>
                      <a:pt x="68" y="64"/>
                    </a:lnTo>
                    <a:lnTo>
                      <a:pt x="46" y="0"/>
                    </a:lnTo>
                    <a:lnTo>
                      <a:pt x="32" y="0"/>
                    </a:lnTo>
                    <a:lnTo>
                      <a:pt x="32" y="0"/>
                    </a:lnTo>
                    <a:lnTo>
                      <a:pt x="26" y="0"/>
                    </a:lnTo>
                    <a:lnTo>
                      <a:pt x="20" y="2"/>
                    </a:lnTo>
                    <a:lnTo>
                      <a:pt x="14" y="6"/>
                    </a:lnTo>
                    <a:lnTo>
                      <a:pt x="10" y="10"/>
                    </a:lnTo>
                    <a:lnTo>
                      <a:pt x="6" y="14"/>
                    </a:lnTo>
                    <a:lnTo>
                      <a:pt x="2" y="20"/>
                    </a:lnTo>
                    <a:lnTo>
                      <a:pt x="0" y="26"/>
                    </a:lnTo>
                    <a:lnTo>
                      <a:pt x="0" y="34"/>
                    </a:lnTo>
                    <a:lnTo>
                      <a:pt x="16" y="138"/>
                    </a:lnTo>
                    <a:lnTo>
                      <a:pt x="16" y="138"/>
                    </a:lnTo>
                    <a:lnTo>
                      <a:pt x="16" y="146"/>
                    </a:lnTo>
                    <a:lnTo>
                      <a:pt x="18" y="154"/>
                    </a:lnTo>
                    <a:lnTo>
                      <a:pt x="22" y="160"/>
                    </a:lnTo>
                    <a:lnTo>
                      <a:pt x="28" y="166"/>
                    </a:lnTo>
                    <a:lnTo>
                      <a:pt x="44" y="314"/>
                    </a:lnTo>
                    <a:lnTo>
                      <a:pt x="72" y="314"/>
                    </a:lnTo>
                    <a:lnTo>
                      <a:pt x="72" y="168"/>
                    </a:lnTo>
                    <a:lnTo>
                      <a:pt x="84" y="168"/>
                    </a:lnTo>
                    <a:lnTo>
                      <a:pt x="84" y="314"/>
                    </a:lnTo>
                    <a:lnTo>
                      <a:pt x="112" y="314"/>
                    </a:lnTo>
                    <a:lnTo>
                      <a:pt x="130" y="164"/>
                    </a:lnTo>
                    <a:lnTo>
                      <a:pt x="130" y="164"/>
                    </a:lnTo>
                    <a:lnTo>
                      <a:pt x="134" y="160"/>
                    </a:lnTo>
                    <a:lnTo>
                      <a:pt x="138" y="154"/>
                    </a:lnTo>
                    <a:lnTo>
                      <a:pt x="140" y="146"/>
                    </a:lnTo>
                    <a:lnTo>
                      <a:pt x="140" y="140"/>
                    </a:lnTo>
                    <a:lnTo>
                      <a:pt x="144" y="120"/>
                    </a:lnTo>
                    <a:lnTo>
                      <a:pt x="126" y="0"/>
                    </a:lnTo>
                    <a:lnTo>
                      <a:pt x="126" y="0"/>
                    </a:lnTo>
                    <a:lnTo>
                      <a:pt x="124" y="0"/>
                    </a:lnTo>
                    <a:lnTo>
                      <a:pt x="124" y="0"/>
                    </a:lnTo>
                    <a:close/>
                  </a:path>
                </a:pathLst>
              </a:custGeom>
              <a:grp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43" name="Freeform 14">
                <a:extLst>
                  <a:ext uri="{FF2B5EF4-FFF2-40B4-BE49-F238E27FC236}">
                    <a16:creationId xmlns:a16="http://schemas.microsoft.com/office/drawing/2014/main" id="{4E13D1D9-CFFB-E484-03CE-54A48C625981}"/>
                  </a:ext>
                </a:extLst>
              </p:cNvPr>
              <p:cNvSpPr>
                <a:spLocks/>
              </p:cNvSpPr>
              <p:nvPr/>
            </p:nvSpPr>
            <p:spPr bwMode="auto">
              <a:xfrm>
                <a:off x="7627938" y="962025"/>
                <a:ext cx="228600" cy="498475"/>
              </a:xfrm>
              <a:custGeom>
                <a:avLst/>
                <a:gdLst/>
                <a:ahLst/>
                <a:cxnLst>
                  <a:cxn ang="0">
                    <a:pos x="112" y="0"/>
                  </a:cxn>
                  <a:cxn ang="0">
                    <a:pos x="98" y="0"/>
                  </a:cxn>
                  <a:cxn ang="0">
                    <a:pos x="76" y="64"/>
                  </a:cxn>
                  <a:cxn ang="0">
                    <a:pos x="68" y="0"/>
                  </a:cxn>
                  <a:cxn ang="0">
                    <a:pos x="60" y="0"/>
                  </a:cxn>
                  <a:cxn ang="0">
                    <a:pos x="56" y="64"/>
                  </a:cxn>
                  <a:cxn ang="0">
                    <a:pos x="34" y="0"/>
                  </a:cxn>
                  <a:cxn ang="0">
                    <a:pos x="20" y="0"/>
                  </a:cxn>
                  <a:cxn ang="0">
                    <a:pos x="20" y="0"/>
                  </a:cxn>
                  <a:cxn ang="0">
                    <a:pos x="16" y="0"/>
                  </a:cxn>
                  <a:cxn ang="0">
                    <a:pos x="0" y="120"/>
                  </a:cxn>
                  <a:cxn ang="0">
                    <a:pos x="2" y="138"/>
                  </a:cxn>
                  <a:cxn ang="0">
                    <a:pos x="2" y="138"/>
                  </a:cxn>
                  <a:cxn ang="0">
                    <a:pos x="4" y="146"/>
                  </a:cxn>
                  <a:cxn ang="0">
                    <a:pos x="6" y="154"/>
                  </a:cxn>
                  <a:cxn ang="0">
                    <a:pos x="10" y="160"/>
                  </a:cxn>
                  <a:cxn ang="0">
                    <a:pos x="16" y="166"/>
                  </a:cxn>
                  <a:cxn ang="0">
                    <a:pos x="32" y="314"/>
                  </a:cxn>
                  <a:cxn ang="0">
                    <a:pos x="60" y="314"/>
                  </a:cxn>
                  <a:cxn ang="0">
                    <a:pos x="60" y="168"/>
                  </a:cxn>
                  <a:cxn ang="0">
                    <a:pos x="72" y="168"/>
                  </a:cxn>
                  <a:cxn ang="0">
                    <a:pos x="72" y="314"/>
                  </a:cxn>
                  <a:cxn ang="0">
                    <a:pos x="100" y="314"/>
                  </a:cxn>
                  <a:cxn ang="0">
                    <a:pos x="116" y="164"/>
                  </a:cxn>
                  <a:cxn ang="0">
                    <a:pos x="116" y="164"/>
                  </a:cxn>
                  <a:cxn ang="0">
                    <a:pos x="122" y="160"/>
                  </a:cxn>
                  <a:cxn ang="0">
                    <a:pos x="126" y="154"/>
                  </a:cxn>
                  <a:cxn ang="0">
                    <a:pos x="128" y="146"/>
                  </a:cxn>
                  <a:cxn ang="0">
                    <a:pos x="128" y="140"/>
                  </a:cxn>
                  <a:cxn ang="0">
                    <a:pos x="144" y="34"/>
                  </a:cxn>
                  <a:cxn ang="0">
                    <a:pos x="144" y="34"/>
                  </a:cxn>
                  <a:cxn ang="0">
                    <a:pos x="142" y="26"/>
                  </a:cxn>
                  <a:cxn ang="0">
                    <a:pos x="140" y="20"/>
                  </a:cxn>
                  <a:cxn ang="0">
                    <a:pos x="134" y="10"/>
                  </a:cxn>
                  <a:cxn ang="0">
                    <a:pos x="130" y="6"/>
                  </a:cxn>
                  <a:cxn ang="0">
                    <a:pos x="124" y="2"/>
                  </a:cxn>
                  <a:cxn ang="0">
                    <a:pos x="118" y="0"/>
                  </a:cxn>
                  <a:cxn ang="0">
                    <a:pos x="112" y="0"/>
                  </a:cxn>
                  <a:cxn ang="0">
                    <a:pos x="112" y="0"/>
                  </a:cxn>
                </a:cxnLst>
                <a:rect l="0" t="0" r="r" b="b"/>
                <a:pathLst>
                  <a:path w="144" h="314">
                    <a:moveTo>
                      <a:pt x="112" y="0"/>
                    </a:moveTo>
                    <a:lnTo>
                      <a:pt x="98" y="0"/>
                    </a:lnTo>
                    <a:lnTo>
                      <a:pt x="76" y="64"/>
                    </a:lnTo>
                    <a:lnTo>
                      <a:pt x="68" y="0"/>
                    </a:lnTo>
                    <a:lnTo>
                      <a:pt x="60" y="0"/>
                    </a:lnTo>
                    <a:lnTo>
                      <a:pt x="56" y="64"/>
                    </a:lnTo>
                    <a:lnTo>
                      <a:pt x="34" y="0"/>
                    </a:lnTo>
                    <a:lnTo>
                      <a:pt x="20" y="0"/>
                    </a:lnTo>
                    <a:lnTo>
                      <a:pt x="20" y="0"/>
                    </a:lnTo>
                    <a:lnTo>
                      <a:pt x="16" y="0"/>
                    </a:lnTo>
                    <a:lnTo>
                      <a:pt x="0" y="120"/>
                    </a:lnTo>
                    <a:lnTo>
                      <a:pt x="2" y="138"/>
                    </a:lnTo>
                    <a:lnTo>
                      <a:pt x="2" y="138"/>
                    </a:lnTo>
                    <a:lnTo>
                      <a:pt x="4" y="146"/>
                    </a:lnTo>
                    <a:lnTo>
                      <a:pt x="6" y="154"/>
                    </a:lnTo>
                    <a:lnTo>
                      <a:pt x="10" y="160"/>
                    </a:lnTo>
                    <a:lnTo>
                      <a:pt x="16" y="166"/>
                    </a:lnTo>
                    <a:lnTo>
                      <a:pt x="32" y="314"/>
                    </a:lnTo>
                    <a:lnTo>
                      <a:pt x="60" y="314"/>
                    </a:lnTo>
                    <a:lnTo>
                      <a:pt x="60" y="168"/>
                    </a:lnTo>
                    <a:lnTo>
                      <a:pt x="72" y="168"/>
                    </a:lnTo>
                    <a:lnTo>
                      <a:pt x="72" y="314"/>
                    </a:lnTo>
                    <a:lnTo>
                      <a:pt x="100" y="314"/>
                    </a:lnTo>
                    <a:lnTo>
                      <a:pt x="116" y="164"/>
                    </a:lnTo>
                    <a:lnTo>
                      <a:pt x="116" y="164"/>
                    </a:lnTo>
                    <a:lnTo>
                      <a:pt x="122" y="160"/>
                    </a:lnTo>
                    <a:lnTo>
                      <a:pt x="126" y="154"/>
                    </a:lnTo>
                    <a:lnTo>
                      <a:pt x="128" y="146"/>
                    </a:lnTo>
                    <a:lnTo>
                      <a:pt x="128" y="140"/>
                    </a:lnTo>
                    <a:lnTo>
                      <a:pt x="144" y="34"/>
                    </a:lnTo>
                    <a:lnTo>
                      <a:pt x="144" y="34"/>
                    </a:lnTo>
                    <a:lnTo>
                      <a:pt x="142" y="26"/>
                    </a:lnTo>
                    <a:lnTo>
                      <a:pt x="140" y="20"/>
                    </a:lnTo>
                    <a:lnTo>
                      <a:pt x="134" y="10"/>
                    </a:lnTo>
                    <a:lnTo>
                      <a:pt x="130" y="6"/>
                    </a:lnTo>
                    <a:lnTo>
                      <a:pt x="124" y="2"/>
                    </a:lnTo>
                    <a:lnTo>
                      <a:pt x="118" y="0"/>
                    </a:lnTo>
                    <a:lnTo>
                      <a:pt x="112" y="0"/>
                    </a:lnTo>
                    <a:lnTo>
                      <a:pt x="112" y="0"/>
                    </a:lnTo>
                    <a:close/>
                  </a:path>
                </a:pathLst>
              </a:custGeom>
              <a:grp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grpSp>
      </p:grpSp>
      <p:grpSp>
        <p:nvGrpSpPr>
          <p:cNvPr id="5" name="Gruppo 4">
            <a:extLst>
              <a:ext uri="{FF2B5EF4-FFF2-40B4-BE49-F238E27FC236}">
                <a16:creationId xmlns:a16="http://schemas.microsoft.com/office/drawing/2014/main" id="{99E66E63-30D9-C0C2-73F8-2652541A3714}"/>
              </a:ext>
            </a:extLst>
          </p:cNvPr>
          <p:cNvGrpSpPr/>
          <p:nvPr/>
        </p:nvGrpSpPr>
        <p:grpSpPr>
          <a:xfrm>
            <a:off x="1421030" y="4169771"/>
            <a:ext cx="2106683" cy="1680362"/>
            <a:chOff x="1421030" y="4169771"/>
            <a:chExt cx="2106683" cy="1680362"/>
          </a:xfrm>
        </p:grpSpPr>
        <p:grpSp>
          <p:nvGrpSpPr>
            <p:cNvPr id="24" name="Group 6">
              <a:extLst>
                <a:ext uri="{FF2B5EF4-FFF2-40B4-BE49-F238E27FC236}">
                  <a16:creationId xmlns:a16="http://schemas.microsoft.com/office/drawing/2014/main" id="{59A1D530-04F5-9A3A-9BFA-1BB9DF084ED9}"/>
                </a:ext>
              </a:extLst>
            </p:cNvPr>
            <p:cNvGrpSpPr/>
            <p:nvPr/>
          </p:nvGrpSpPr>
          <p:grpSpPr>
            <a:xfrm>
              <a:off x="1421030" y="4169771"/>
              <a:ext cx="2106683" cy="1680362"/>
              <a:chOff x="4410973" y="3525469"/>
              <a:chExt cx="2106683" cy="1680362"/>
            </a:xfrm>
          </p:grpSpPr>
          <p:sp>
            <p:nvSpPr>
              <p:cNvPr id="25" name="Shape">
                <a:extLst>
                  <a:ext uri="{FF2B5EF4-FFF2-40B4-BE49-F238E27FC236}">
                    <a16:creationId xmlns:a16="http://schemas.microsoft.com/office/drawing/2014/main" id="{B453D002-3EF8-E642-D5A3-AFF4E31880F1}"/>
                  </a:ext>
                </a:extLst>
              </p:cNvPr>
              <p:cNvSpPr/>
              <p:nvPr/>
            </p:nvSpPr>
            <p:spPr>
              <a:xfrm>
                <a:off x="4410973" y="3525469"/>
                <a:ext cx="2106683" cy="1680362"/>
              </a:xfrm>
              <a:custGeom>
                <a:avLst/>
                <a:gdLst/>
                <a:ahLst/>
                <a:cxnLst>
                  <a:cxn ang="0">
                    <a:pos x="wd2" y="hd2"/>
                  </a:cxn>
                  <a:cxn ang="5400000">
                    <a:pos x="wd2" y="hd2"/>
                  </a:cxn>
                  <a:cxn ang="10800000">
                    <a:pos x="wd2" y="hd2"/>
                  </a:cxn>
                  <a:cxn ang="16200000">
                    <a:pos x="wd2" y="hd2"/>
                  </a:cxn>
                </a:cxnLst>
                <a:rect l="0" t="0" r="r" b="b"/>
                <a:pathLst>
                  <a:path w="21252" h="21161" extrusionOk="0">
                    <a:moveTo>
                      <a:pt x="16580" y="7511"/>
                    </a:moveTo>
                    <a:cubicBezTo>
                      <a:pt x="16788" y="8362"/>
                      <a:pt x="16877" y="9286"/>
                      <a:pt x="16906" y="10174"/>
                    </a:cubicBezTo>
                    <a:lnTo>
                      <a:pt x="16936" y="11099"/>
                    </a:lnTo>
                    <a:cubicBezTo>
                      <a:pt x="17054" y="13429"/>
                      <a:pt x="17795" y="17497"/>
                      <a:pt x="21054" y="20160"/>
                    </a:cubicBezTo>
                    <a:cubicBezTo>
                      <a:pt x="21410" y="20456"/>
                      <a:pt x="21262" y="21196"/>
                      <a:pt x="20817" y="21159"/>
                    </a:cubicBezTo>
                    <a:lnTo>
                      <a:pt x="8580" y="21159"/>
                    </a:lnTo>
                    <a:cubicBezTo>
                      <a:pt x="5943" y="21159"/>
                      <a:pt x="3395" y="19716"/>
                      <a:pt x="1795" y="17127"/>
                    </a:cubicBezTo>
                    <a:cubicBezTo>
                      <a:pt x="491" y="15056"/>
                      <a:pt x="-190" y="12356"/>
                      <a:pt x="47" y="9471"/>
                    </a:cubicBezTo>
                    <a:cubicBezTo>
                      <a:pt x="462" y="4478"/>
                      <a:pt x="3721" y="447"/>
                      <a:pt x="7751" y="40"/>
                    </a:cubicBezTo>
                    <a:cubicBezTo>
                      <a:pt x="11869" y="-404"/>
                      <a:pt x="15454" y="2888"/>
                      <a:pt x="16580" y="7511"/>
                    </a:cubicBezTo>
                    <a:close/>
                  </a:path>
                </a:pathLst>
              </a:custGeom>
              <a:solidFill>
                <a:srgbClr val="FBA91E"/>
              </a:solidFill>
              <a:ln w="12700">
                <a:miter lim="400000"/>
              </a:ln>
            </p:spPr>
            <p:txBody>
              <a:bodyPr lIns="28575" tIns="28575" rIns="28575" bIns="28575"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0" cap="none" spc="0" normalizeH="0" baseline="0" noProof="0">
                  <a:ln>
                    <a:noFill/>
                  </a:ln>
                  <a:solidFill>
                    <a:srgbClr val="FFFFFF"/>
                  </a:solidFill>
                  <a:effectLst/>
                  <a:uLnTx/>
                  <a:uFillTx/>
                  <a:latin typeface="Calibri" panose="020F0502020204030204"/>
                </a:endParaRPr>
              </a:p>
            </p:txBody>
          </p:sp>
          <p:sp>
            <p:nvSpPr>
              <p:cNvPr id="26" name="Circle">
                <a:extLst>
                  <a:ext uri="{FF2B5EF4-FFF2-40B4-BE49-F238E27FC236}">
                    <a16:creationId xmlns:a16="http://schemas.microsoft.com/office/drawing/2014/main" id="{2BBB2DA6-4D0C-7312-3126-1A5DBE1ED137}"/>
                  </a:ext>
                </a:extLst>
              </p:cNvPr>
              <p:cNvSpPr/>
              <p:nvPr/>
            </p:nvSpPr>
            <p:spPr>
              <a:xfrm>
                <a:off x="4481640" y="3596137"/>
                <a:ext cx="1539025" cy="1539025"/>
              </a:xfrm>
              <a:prstGeom prst="ellipse">
                <a:avLst/>
              </a:prstGeom>
              <a:solidFill>
                <a:srgbClr val="FFFFFF">
                  <a:alpha val="77000"/>
                </a:srgbClr>
              </a:solidFill>
              <a:ln w="12700">
                <a:miter lim="400000"/>
              </a:ln>
            </p:spPr>
            <p:txBody>
              <a:bodyPr lIns="28575" tIns="28575" rIns="28575" bIns="28575"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0" cap="none" spc="0" normalizeH="0" baseline="0" noProof="0">
                  <a:ln>
                    <a:noFill/>
                  </a:ln>
                  <a:solidFill>
                    <a:srgbClr val="FFFFFF"/>
                  </a:solidFill>
                  <a:effectLst/>
                  <a:uLnTx/>
                  <a:uFillTx/>
                  <a:latin typeface="Calibri" panose="020F0502020204030204"/>
                </a:endParaRPr>
              </a:p>
            </p:txBody>
          </p:sp>
        </p:grpSp>
        <p:grpSp>
          <p:nvGrpSpPr>
            <p:cNvPr id="44" name="Group 1056">
              <a:extLst>
                <a:ext uri="{FF2B5EF4-FFF2-40B4-BE49-F238E27FC236}">
                  <a16:creationId xmlns:a16="http://schemas.microsoft.com/office/drawing/2014/main" id="{05FFB7AC-356A-7A12-4EA6-03ADC9850305}"/>
                </a:ext>
              </a:extLst>
            </p:cNvPr>
            <p:cNvGrpSpPr/>
            <p:nvPr/>
          </p:nvGrpSpPr>
          <p:grpSpPr>
            <a:xfrm>
              <a:off x="1917333" y="4629733"/>
              <a:ext cx="680846" cy="727706"/>
              <a:chOff x="7072313" y="692150"/>
              <a:chExt cx="784225" cy="838200"/>
            </a:xfrm>
          </p:grpSpPr>
          <p:sp>
            <p:nvSpPr>
              <p:cNvPr id="45" name="Freeform 9">
                <a:extLst>
                  <a:ext uri="{FF2B5EF4-FFF2-40B4-BE49-F238E27FC236}">
                    <a16:creationId xmlns:a16="http://schemas.microsoft.com/office/drawing/2014/main" id="{21571BC4-AC0B-6A63-F52B-EC9EF2394AA1}"/>
                  </a:ext>
                </a:extLst>
              </p:cNvPr>
              <p:cNvSpPr>
                <a:spLocks/>
              </p:cNvSpPr>
              <p:nvPr/>
            </p:nvSpPr>
            <p:spPr bwMode="auto">
              <a:xfrm>
                <a:off x="7386638" y="692150"/>
                <a:ext cx="139700" cy="139700"/>
              </a:xfrm>
              <a:custGeom>
                <a:avLst/>
                <a:gdLst/>
                <a:ahLst/>
                <a:cxnLst>
                  <a:cxn ang="0">
                    <a:pos x="88" y="44"/>
                  </a:cxn>
                  <a:cxn ang="0">
                    <a:pos x="88" y="44"/>
                  </a:cxn>
                  <a:cxn ang="0">
                    <a:pos x="88" y="52"/>
                  </a:cxn>
                  <a:cxn ang="0">
                    <a:pos x="86" y="60"/>
                  </a:cxn>
                  <a:cxn ang="0">
                    <a:pos x="82" y="68"/>
                  </a:cxn>
                  <a:cxn ang="0">
                    <a:pos x="76" y="74"/>
                  </a:cxn>
                  <a:cxn ang="0">
                    <a:pos x="70" y="80"/>
                  </a:cxn>
                  <a:cxn ang="0">
                    <a:pos x="62" y="84"/>
                  </a:cxn>
                  <a:cxn ang="0">
                    <a:pos x="54" y="86"/>
                  </a:cxn>
                  <a:cxn ang="0">
                    <a:pos x="44" y="88"/>
                  </a:cxn>
                  <a:cxn ang="0">
                    <a:pos x="44" y="88"/>
                  </a:cxn>
                  <a:cxn ang="0">
                    <a:pos x="36" y="86"/>
                  </a:cxn>
                  <a:cxn ang="0">
                    <a:pos x="28" y="84"/>
                  </a:cxn>
                  <a:cxn ang="0">
                    <a:pos x="20" y="80"/>
                  </a:cxn>
                  <a:cxn ang="0">
                    <a:pos x="14" y="74"/>
                  </a:cxn>
                  <a:cxn ang="0">
                    <a:pos x="8" y="68"/>
                  </a:cxn>
                  <a:cxn ang="0">
                    <a:pos x="4" y="60"/>
                  </a:cxn>
                  <a:cxn ang="0">
                    <a:pos x="2" y="52"/>
                  </a:cxn>
                  <a:cxn ang="0">
                    <a:pos x="0" y="44"/>
                  </a:cxn>
                  <a:cxn ang="0">
                    <a:pos x="0" y="44"/>
                  </a:cxn>
                  <a:cxn ang="0">
                    <a:pos x="2" y="34"/>
                  </a:cxn>
                  <a:cxn ang="0">
                    <a:pos x="4" y="26"/>
                  </a:cxn>
                  <a:cxn ang="0">
                    <a:pos x="8" y="18"/>
                  </a:cxn>
                  <a:cxn ang="0">
                    <a:pos x="14" y="12"/>
                  </a:cxn>
                  <a:cxn ang="0">
                    <a:pos x="20" y="6"/>
                  </a:cxn>
                  <a:cxn ang="0">
                    <a:pos x="28" y="2"/>
                  </a:cxn>
                  <a:cxn ang="0">
                    <a:pos x="36" y="0"/>
                  </a:cxn>
                  <a:cxn ang="0">
                    <a:pos x="44" y="0"/>
                  </a:cxn>
                  <a:cxn ang="0">
                    <a:pos x="44" y="0"/>
                  </a:cxn>
                  <a:cxn ang="0">
                    <a:pos x="54" y="0"/>
                  </a:cxn>
                  <a:cxn ang="0">
                    <a:pos x="62" y="2"/>
                  </a:cxn>
                  <a:cxn ang="0">
                    <a:pos x="70" y="6"/>
                  </a:cxn>
                  <a:cxn ang="0">
                    <a:pos x="76" y="12"/>
                  </a:cxn>
                  <a:cxn ang="0">
                    <a:pos x="82" y="18"/>
                  </a:cxn>
                  <a:cxn ang="0">
                    <a:pos x="86" y="26"/>
                  </a:cxn>
                  <a:cxn ang="0">
                    <a:pos x="88" y="34"/>
                  </a:cxn>
                  <a:cxn ang="0">
                    <a:pos x="88" y="44"/>
                  </a:cxn>
                  <a:cxn ang="0">
                    <a:pos x="88" y="44"/>
                  </a:cxn>
                </a:cxnLst>
                <a:rect l="0" t="0" r="r" b="b"/>
                <a:pathLst>
                  <a:path w="88" h="88">
                    <a:moveTo>
                      <a:pt x="88" y="44"/>
                    </a:moveTo>
                    <a:lnTo>
                      <a:pt x="88" y="44"/>
                    </a:lnTo>
                    <a:lnTo>
                      <a:pt x="88" y="52"/>
                    </a:lnTo>
                    <a:lnTo>
                      <a:pt x="86" y="60"/>
                    </a:lnTo>
                    <a:lnTo>
                      <a:pt x="82" y="68"/>
                    </a:lnTo>
                    <a:lnTo>
                      <a:pt x="76" y="74"/>
                    </a:lnTo>
                    <a:lnTo>
                      <a:pt x="70" y="80"/>
                    </a:lnTo>
                    <a:lnTo>
                      <a:pt x="62" y="84"/>
                    </a:lnTo>
                    <a:lnTo>
                      <a:pt x="54" y="86"/>
                    </a:lnTo>
                    <a:lnTo>
                      <a:pt x="44" y="88"/>
                    </a:lnTo>
                    <a:lnTo>
                      <a:pt x="44" y="88"/>
                    </a:lnTo>
                    <a:lnTo>
                      <a:pt x="36" y="86"/>
                    </a:lnTo>
                    <a:lnTo>
                      <a:pt x="28" y="84"/>
                    </a:lnTo>
                    <a:lnTo>
                      <a:pt x="20" y="80"/>
                    </a:lnTo>
                    <a:lnTo>
                      <a:pt x="14" y="74"/>
                    </a:lnTo>
                    <a:lnTo>
                      <a:pt x="8" y="68"/>
                    </a:lnTo>
                    <a:lnTo>
                      <a:pt x="4" y="60"/>
                    </a:lnTo>
                    <a:lnTo>
                      <a:pt x="2" y="52"/>
                    </a:lnTo>
                    <a:lnTo>
                      <a:pt x="0" y="44"/>
                    </a:lnTo>
                    <a:lnTo>
                      <a:pt x="0" y="44"/>
                    </a:lnTo>
                    <a:lnTo>
                      <a:pt x="2" y="34"/>
                    </a:lnTo>
                    <a:lnTo>
                      <a:pt x="4" y="26"/>
                    </a:lnTo>
                    <a:lnTo>
                      <a:pt x="8" y="18"/>
                    </a:lnTo>
                    <a:lnTo>
                      <a:pt x="14" y="12"/>
                    </a:lnTo>
                    <a:lnTo>
                      <a:pt x="20" y="6"/>
                    </a:lnTo>
                    <a:lnTo>
                      <a:pt x="28" y="2"/>
                    </a:lnTo>
                    <a:lnTo>
                      <a:pt x="36" y="0"/>
                    </a:lnTo>
                    <a:lnTo>
                      <a:pt x="44" y="0"/>
                    </a:lnTo>
                    <a:lnTo>
                      <a:pt x="44" y="0"/>
                    </a:lnTo>
                    <a:lnTo>
                      <a:pt x="54" y="0"/>
                    </a:lnTo>
                    <a:lnTo>
                      <a:pt x="62" y="2"/>
                    </a:lnTo>
                    <a:lnTo>
                      <a:pt x="70" y="6"/>
                    </a:lnTo>
                    <a:lnTo>
                      <a:pt x="76" y="12"/>
                    </a:lnTo>
                    <a:lnTo>
                      <a:pt x="82" y="18"/>
                    </a:lnTo>
                    <a:lnTo>
                      <a:pt x="86" y="26"/>
                    </a:lnTo>
                    <a:lnTo>
                      <a:pt x="88" y="34"/>
                    </a:lnTo>
                    <a:lnTo>
                      <a:pt x="88" y="44"/>
                    </a:lnTo>
                    <a:lnTo>
                      <a:pt x="88" y="44"/>
                    </a:lnTo>
                    <a:close/>
                  </a:path>
                </a:pathLst>
              </a:custGeom>
              <a:solidFill>
                <a:srgbClr val="CF8404"/>
              </a:solid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46" name="Freeform 10">
                <a:extLst>
                  <a:ext uri="{FF2B5EF4-FFF2-40B4-BE49-F238E27FC236}">
                    <a16:creationId xmlns:a16="http://schemas.microsoft.com/office/drawing/2014/main" id="{7BDBBD3C-677D-CDD7-04C4-0054D58F303F}"/>
                  </a:ext>
                </a:extLst>
              </p:cNvPr>
              <p:cNvSpPr>
                <a:spLocks/>
              </p:cNvSpPr>
              <p:nvPr/>
            </p:nvSpPr>
            <p:spPr bwMode="auto">
              <a:xfrm>
                <a:off x="7300913" y="869950"/>
                <a:ext cx="327025" cy="660400"/>
              </a:xfrm>
              <a:custGeom>
                <a:avLst/>
                <a:gdLst/>
                <a:ahLst/>
                <a:cxnLst>
                  <a:cxn ang="0">
                    <a:pos x="164" y="2"/>
                  </a:cxn>
                  <a:cxn ang="0">
                    <a:pos x="146" y="2"/>
                  </a:cxn>
                  <a:cxn ang="0">
                    <a:pos x="116" y="86"/>
                  </a:cxn>
                  <a:cxn ang="0">
                    <a:pos x="106" y="0"/>
                  </a:cxn>
                  <a:cxn ang="0">
                    <a:pos x="94" y="0"/>
                  </a:cxn>
                  <a:cxn ang="0">
                    <a:pos x="90" y="86"/>
                  </a:cxn>
                  <a:cxn ang="0">
                    <a:pos x="60" y="2"/>
                  </a:cxn>
                  <a:cxn ang="0">
                    <a:pos x="42" y="2"/>
                  </a:cxn>
                  <a:cxn ang="0">
                    <a:pos x="42" y="2"/>
                  </a:cxn>
                  <a:cxn ang="0">
                    <a:pos x="34" y="2"/>
                  </a:cxn>
                  <a:cxn ang="0">
                    <a:pos x="26" y="4"/>
                  </a:cxn>
                  <a:cxn ang="0">
                    <a:pos x="18" y="8"/>
                  </a:cxn>
                  <a:cxn ang="0">
                    <a:pos x="12" y="14"/>
                  </a:cxn>
                  <a:cxn ang="0">
                    <a:pos x="8" y="20"/>
                  </a:cxn>
                  <a:cxn ang="0">
                    <a:pos x="4" y="28"/>
                  </a:cxn>
                  <a:cxn ang="0">
                    <a:pos x="2" y="36"/>
                  </a:cxn>
                  <a:cxn ang="0">
                    <a:pos x="0" y="46"/>
                  </a:cxn>
                  <a:cxn ang="0">
                    <a:pos x="20" y="184"/>
                  </a:cxn>
                  <a:cxn ang="0">
                    <a:pos x="20" y="184"/>
                  </a:cxn>
                  <a:cxn ang="0">
                    <a:pos x="20" y="196"/>
                  </a:cxn>
                  <a:cxn ang="0">
                    <a:pos x="24" y="204"/>
                  </a:cxn>
                  <a:cxn ang="0">
                    <a:pos x="30" y="214"/>
                  </a:cxn>
                  <a:cxn ang="0">
                    <a:pos x="36" y="220"/>
                  </a:cxn>
                  <a:cxn ang="0">
                    <a:pos x="58" y="416"/>
                  </a:cxn>
                  <a:cxn ang="0">
                    <a:pos x="96" y="416"/>
                  </a:cxn>
                  <a:cxn ang="0">
                    <a:pos x="96" y="222"/>
                  </a:cxn>
                  <a:cxn ang="0">
                    <a:pos x="112" y="222"/>
                  </a:cxn>
                  <a:cxn ang="0">
                    <a:pos x="112" y="416"/>
                  </a:cxn>
                  <a:cxn ang="0">
                    <a:pos x="150" y="416"/>
                  </a:cxn>
                  <a:cxn ang="0">
                    <a:pos x="170" y="218"/>
                  </a:cxn>
                  <a:cxn ang="0">
                    <a:pos x="170" y="218"/>
                  </a:cxn>
                  <a:cxn ang="0">
                    <a:pos x="176" y="212"/>
                  </a:cxn>
                  <a:cxn ang="0">
                    <a:pos x="182" y="204"/>
                  </a:cxn>
                  <a:cxn ang="0">
                    <a:pos x="186" y="196"/>
                  </a:cxn>
                  <a:cxn ang="0">
                    <a:pos x="186" y="186"/>
                  </a:cxn>
                  <a:cxn ang="0">
                    <a:pos x="206" y="44"/>
                  </a:cxn>
                  <a:cxn ang="0">
                    <a:pos x="206" y="44"/>
                  </a:cxn>
                  <a:cxn ang="0">
                    <a:pos x="204" y="36"/>
                  </a:cxn>
                  <a:cxn ang="0">
                    <a:pos x="202" y="28"/>
                  </a:cxn>
                  <a:cxn ang="0">
                    <a:pos x="198" y="20"/>
                  </a:cxn>
                  <a:cxn ang="0">
                    <a:pos x="194" y="14"/>
                  </a:cxn>
                  <a:cxn ang="0">
                    <a:pos x="188" y="8"/>
                  </a:cxn>
                  <a:cxn ang="0">
                    <a:pos x="180" y="4"/>
                  </a:cxn>
                  <a:cxn ang="0">
                    <a:pos x="172" y="2"/>
                  </a:cxn>
                  <a:cxn ang="0">
                    <a:pos x="164" y="2"/>
                  </a:cxn>
                  <a:cxn ang="0">
                    <a:pos x="164" y="2"/>
                  </a:cxn>
                </a:cxnLst>
                <a:rect l="0" t="0" r="r" b="b"/>
                <a:pathLst>
                  <a:path w="206" h="416">
                    <a:moveTo>
                      <a:pt x="164" y="2"/>
                    </a:moveTo>
                    <a:lnTo>
                      <a:pt x="146" y="2"/>
                    </a:lnTo>
                    <a:lnTo>
                      <a:pt x="116" y="86"/>
                    </a:lnTo>
                    <a:lnTo>
                      <a:pt x="106" y="0"/>
                    </a:lnTo>
                    <a:lnTo>
                      <a:pt x="94" y="0"/>
                    </a:lnTo>
                    <a:lnTo>
                      <a:pt x="90" y="86"/>
                    </a:lnTo>
                    <a:lnTo>
                      <a:pt x="60" y="2"/>
                    </a:lnTo>
                    <a:lnTo>
                      <a:pt x="42" y="2"/>
                    </a:lnTo>
                    <a:lnTo>
                      <a:pt x="42" y="2"/>
                    </a:lnTo>
                    <a:lnTo>
                      <a:pt x="34" y="2"/>
                    </a:lnTo>
                    <a:lnTo>
                      <a:pt x="26" y="4"/>
                    </a:lnTo>
                    <a:lnTo>
                      <a:pt x="18" y="8"/>
                    </a:lnTo>
                    <a:lnTo>
                      <a:pt x="12" y="14"/>
                    </a:lnTo>
                    <a:lnTo>
                      <a:pt x="8" y="20"/>
                    </a:lnTo>
                    <a:lnTo>
                      <a:pt x="4" y="28"/>
                    </a:lnTo>
                    <a:lnTo>
                      <a:pt x="2" y="36"/>
                    </a:lnTo>
                    <a:lnTo>
                      <a:pt x="0" y="46"/>
                    </a:lnTo>
                    <a:lnTo>
                      <a:pt x="20" y="184"/>
                    </a:lnTo>
                    <a:lnTo>
                      <a:pt x="20" y="184"/>
                    </a:lnTo>
                    <a:lnTo>
                      <a:pt x="20" y="196"/>
                    </a:lnTo>
                    <a:lnTo>
                      <a:pt x="24" y="204"/>
                    </a:lnTo>
                    <a:lnTo>
                      <a:pt x="30" y="214"/>
                    </a:lnTo>
                    <a:lnTo>
                      <a:pt x="36" y="220"/>
                    </a:lnTo>
                    <a:lnTo>
                      <a:pt x="58" y="416"/>
                    </a:lnTo>
                    <a:lnTo>
                      <a:pt x="96" y="416"/>
                    </a:lnTo>
                    <a:lnTo>
                      <a:pt x="96" y="222"/>
                    </a:lnTo>
                    <a:lnTo>
                      <a:pt x="112" y="222"/>
                    </a:lnTo>
                    <a:lnTo>
                      <a:pt x="112" y="416"/>
                    </a:lnTo>
                    <a:lnTo>
                      <a:pt x="150" y="416"/>
                    </a:lnTo>
                    <a:lnTo>
                      <a:pt x="170" y="218"/>
                    </a:lnTo>
                    <a:lnTo>
                      <a:pt x="170" y="218"/>
                    </a:lnTo>
                    <a:lnTo>
                      <a:pt x="176" y="212"/>
                    </a:lnTo>
                    <a:lnTo>
                      <a:pt x="182" y="204"/>
                    </a:lnTo>
                    <a:lnTo>
                      <a:pt x="186" y="196"/>
                    </a:lnTo>
                    <a:lnTo>
                      <a:pt x="186" y="186"/>
                    </a:lnTo>
                    <a:lnTo>
                      <a:pt x="206" y="44"/>
                    </a:lnTo>
                    <a:lnTo>
                      <a:pt x="206" y="44"/>
                    </a:lnTo>
                    <a:lnTo>
                      <a:pt x="204" y="36"/>
                    </a:lnTo>
                    <a:lnTo>
                      <a:pt x="202" y="28"/>
                    </a:lnTo>
                    <a:lnTo>
                      <a:pt x="198" y="20"/>
                    </a:lnTo>
                    <a:lnTo>
                      <a:pt x="194" y="14"/>
                    </a:lnTo>
                    <a:lnTo>
                      <a:pt x="188" y="8"/>
                    </a:lnTo>
                    <a:lnTo>
                      <a:pt x="180" y="4"/>
                    </a:lnTo>
                    <a:lnTo>
                      <a:pt x="172" y="2"/>
                    </a:lnTo>
                    <a:lnTo>
                      <a:pt x="164" y="2"/>
                    </a:lnTo>
                    <a:lnTo>
                      <a:pt x="164" y="2"/>
                    </a:lnTo>
                    <a:close/>
                  </a:path>
                </a:pathLst>
              </a:custGeom>
              <a:solidFill>
                <a:srgbClr val="CF8404"/>
              </a:solid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47" name="Freeform 11">
                <a:extLst>
                  <a:ext uri="{FF2B5EF4-FFF2-40B4-BE49-F238E27FC236}">
                    <a16:creationId xmlns:a16="http://schemas.microsoft.com/office/drawing/2014/main" id="{D791293C-9059-D010-89FF-D2AE8FA7B4B9}"/>
                  </a:ext>
                </a:extLst>
              </p:cNvPr>
              <p:cNvSpPr>
                <a:spLocks/>
              </p:cNvSpPr>
              <p:nvPr/>
            </p:nvSpPr>
            <p:spPr bwMode="auto">
              <a:xfrm>
                <a:off x="7138988" y="825500"/>
                <a:ext cx="104775" cy="104775"/>
              </a:xfrm>
              <a:custGeom>
                <a:avLst/>
                <a:gdLst/>
                <a:ahLst/>
                <a:cxnLst>
                  <a:cxn ang="0">
                    <a:pos x="66" y="34"/>
                  </a:cxn>
                  <a:cxn ang="0">
                    <a:pos x="66" y="34"/>
                  </a:cxn>
                  <a:cxn ang="0">
                    <a:pos x="66" y="40"/>
                  </a:cxn>
                  <a:cxn ang="0">
                    <a:pos x="64" y="46"/>
                  </a:cxn>
                  <a:cxn ang="0">
                    <a:pos x="60" y="52"/>
                  </a:cxn>
                  <a:cxn ang="0">
                    <a:pos x="56" y="58"/>
                  </a:cxn>
                  <a:cxn ang="0">
                    <a:pos x="52" y="62"/>
                  </a:cxn>
                  <a:cxn ang="0">
                    <a:pos x="46" y="64"/>
                  </a:cxn>
                  <a:cxn ang="0">
                    <a:pos x="40" y="66"/>
                  </a:cxn>
                  <a:cxn ang="0">
                    <a:pos x="32" y="66"/>
                  </a:cxn>
                  <a:cxn ang="0">
                    <a:pos x="32" y="66"/>
                  </a:cxn>
                  <a:cxn ang="0">
                    <a:pos x="26" y="66"/>
                  </a:cxn>
                  <a:cxn ang="0">
                    <a:pos x="20" y="64"/>
                  </a:cxn>
                  <a:cxn ang="0">
                    <a:pos x="14" y="62"/>
                  </a:cxn>
                  <a:cxn ang="0">
                    <a:pos x="10" y="58"/>
                  </a:cxn>
                  <a:cxn ang="0">
                    <a:pos x="6" y="52"/>
                  </a:cxn>
                  <a:cxn ang="0">
                    <a:pos x="2" y="46"/>
                  </a:cxn>
                  <a:cxn ang="0">
                    <a:pos x="0" y="40"/>
                  </a:cxn>
                  <a:cxn ang="0">
                    <a:pos x="0" y="34"/>
                  </a:cxn>
                  <a:cxn ang="0">
                    <a:pos x="0" y="34"/>
                  </a:cxn>
                  <a:cxn ang="0">
                    <a:pos x="0" y="26"/>
                  </a:cxn>
                  <a:cxn ang="0">
                    <a:pos x="2" y="20"/>
                  </a:cxn>
                  <a:cxn ang="0">
                    <a:pos x="6" y="14"/>
                  </a:cxn>
                  <a:cxn ang="0">
                    <a:pos x="10" y="10"/>
                  </a:cxn>
                  <a:cxn ang="0">
                    <a:pos x="14" y="6"/>
                  </a:cxn>
                  <a:cxn ang="0">
                    <a:pos x="20" y="2"/>
                  </a:cxn>
                  <a:cxn ang="0">
                    <a:pos x="26" y="0"/>
                  </a:cxn>
                  <a:cxn ang="0">
                    <a:pos x="32" y="0"/>
                  </a:cxn>
                  <a:cxn ang="0">
                    <a:pos x="32" y="0"/>
                  </a:cxn>
                  <a:cxn ang="0">
                    <a:pos x="40" y="0"/>
                  </a:cxn>
                  <a:cxn ang="0">
                    <a:pos x="46" y="2"/>
                  </a:cxn>
                  <a:cxn ang="0">
                    <a:pos x="52" y="6"/>
                  </a:cxn>
                  <a:cxn ang="0">
                    <a:pos x="56" y="10"/>
                  </a:cxn>
                  <a:cxn ang="0">
                    <a:pos x="60" y="14"/>
                  </a:cxn>
                  <a:cxn ang="0">
                    <a:pos x="64" y="20"/>
                  </a:cxn>
                  <a:cxn ang="0">
                    <a:pos x="66" y="26"/>
                  </a:cxn>
                  <a:cxn ang="0">
                    <a:pos x="66" y="34"/>
                  </a:cxn>
                  <a:cxn ang="0">
                    <a:pos x="66" y="34"/>
                  </a:cxn>
                </a:cxnLst>
                <a:rect l="0" t="0" r="r" b="b"/>
                <a:pathLst>
                  <a:path w="66" h="66">
                    <a:moveTo>
                      <a:pt x="66" y="34"/>
                    </a:moveTo>
                    <a:lnTo>
                      <a:pt x="66" y="34"/>
                    </a:lnTo>
                    <a:lnTo>
                      <a:pt x="66" y="40"/>
                    </a:lnTo>
                    <a:lnTo>
                      <a:pt x="64" y="46"/>
                    </a:lnTo>
                    <a:lnTo>
                      <a:pt x="60" y="52"/>
                    </a:lnTo>
                    <a:lnTo>
                      <a:pt x="56" y="58"/>
                    </a:lnTo>
                    <a:lnTo>
                      <a:pt x="52" y="62"/>
                    </a:lnTo>
                    <a:lnTo>
                      <a:pt x="46" y="64"/>
                    </a:lnTo>
                    <a:lnTo>
                      <a:pt x="40" y="66"/>
                    </a:lnTo>
                    <a:lnTo>
                      <a:pt x="32" y="66"/>
                    </a:lnTo>
                    <a:lnTo>
                      <a:pt x="32" y="66"/>
                    </a:lnTo>
                    <a:lnTo>
                      <a:pt x="26" y="66"/>
                    </a:lnTo>
                    <a:lnTo>
                      <a:pt x="20" y="64"/>
                    </a:lnTo>
                    <a:lnTo>
                      <a:pt x="14" y="62"/>
                    </a:lnTo>
                    <a:lnTo>
                      <a:pt x="10" y="58"/>
                    </a:lnTo>
                    <a:lnTo>
                      <a:pt x="6" y="52"/>
                    </a:lnTo>
                    <a:lnTo>
                      <a:pt x="2" y="46"/>
                    </a:lnTo>
                    <a:lnTo>
                      <a:pt x="0" y="40"/>
                    </a:lnTo>
                    <a:lnTo>
                      <a:pt x="0" y="34"/>
                    </a:lnTo>
                    <a:lnTo>
                      <a:pt x="0" y="34"/>
                    </a:lnTo>
                    <a:lnTo>
                      <a:pt x="0" y="26"/>
                    </a:lnTo>
                    <a:lnTo>
                      <a:pt x="2" y="20"/>
                    </a:lnTo>
                    <a:lnTo>
                      <a:pt x="6" y="14"/>
                    </a:lnTo>
                    <a:lnTo>
                      <a:pt x="10" y="10"/>
                    </a:lnTo>
                    <a:lnTo>
                      <a:pt x="14" y="6"/>
                    </a:lnTo>
                    <a:lnTo>
                      <a:pt x="20" y="2"/>
                    </a:lnTo>
                    <a:lnTo>
                      <a:pt x="26" y="0"/>
                    </a:lnTo>
                    <a:lnTo>
                      <a:pt x="32" y="0"/>
                    </a:lnTo>
                    <a:lnTo>
                      <a:pt x="32" y="0"/>
                    </a:lnTo>
                    <a:lnTo>
                      <a:pt x="40" y="0"/>
                    </a:lnTo>
                    <a:lnTo>
                      <a:pt x="46" y="2"/>
                    </a:lnTo>
                    <a:lnTo>
                      <a:pt x="52" y="6"/>
                    </a:lnTo>
                    <a:lnTo>
                      <a:pt x="56" y="10"/>
                    </a:lnTo>
                    <a:lnTo>
                      <a:pt x="60" y="14"/>
                    </a:lnTo>
                    <a:lnTo>
                      <a:pt x="64" y="20"/>
                    </a:lnTo>
                    <a:lnTo>
                      <a:pt x="66" y="26"/>
                    </a:lnTo>
                    <a:lnTo>
                      <a:pt x="66" y="34"/>
                    </a:lnTo>
                    <a:lnTo>
                      <a:pt x="66" y="34"/>
                    </a:lnTo>
                    <a:close/>
                  </a:path>
                </a:pathLst>
              </a:custGeom>
              <a:solidFill>
                <a:srgbClr val="CF8404"/>
              </a:solid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48" name="Freeform 12">
                <a:extLst>
                  <a:ext uri="{FF2B5EF4-FFF2-40B4-BE49-F238E27FC236}">
                    <a16:creationId xmlns:a16="http://schemas.microsoft.com/office/drawing/2014/main" id="{35967092-75E7-E85C-2EC9-AEFACBDFAAE6}"/>
                  </a:ext>
                </a:extLst>
              </p:cNvPr>
              <p:cNvSpPr>
                <a:spLocks/>
              </p:cNvSpPr>
              <p:nvPr/>
            </p:nvSpPr>
            <p:spPr bwMode="auto">
              <a:xfrm>
                <a:off x="7675563" y="825500"/>
                <a:ext cx="104775" cy="104775"/>
              </a:xfrm>
              <a:custGeom>
                <a:avLst/>
                <a:gdLst/>
                <a:ahLst/>
                <a:cxnLst>
                  <a:cxn ang="0">
                    <a:pos x="66" y="34"/>
                  </a:cxn>
                  <a:cxn ang="0">
                    <a:pos x="66" y="34"/>
                  </a:cxn>
                  <a:cxn ang="0">
                    <a:pos x="66" y="40"/>
                  </a:cxn>
                  <a:cxn ang="0">
                    <a:pos x="64" y="46"/>
                  </a:cxn>
                  <a:cxn ang="0">
                    <a:pos x="60" y="52"/>
                  </a:cxn>
                  <a:cxn ang="0">
                    <a:pos x="56" y="58"/>
                  </a:cxn>
                  <a:cxn ang="0">
                    <a:pos x="52" y="62"/>
                  </a:cxn>
                  <a:cxn ang="0">
                    <a:pos x="46" y="64"/>
                  </a:cxn>
                  <a:cxn ang="0">
                    <a:pos x="40" y="66"/>
                  </a:cxn>
                  <a:cxn ang="0">
                    <a:pos x="32" y="66"/>
                  </a:cxn>
                  <a:cxn ang="0">
                    <a:pos x="32" y="66"/>
                  </a:cxn>
                  <a:cxn ang="0">
                    <a:pos x="26" y="66"/>
                  </a:cxn>
                  <a:cxn ang="0">
                    <a:pos x="20" y="64"/>
                  </a:cxn>
                  <a:cxn ang="0">
                    <a:pos x="14" y="62"/>
                  </a:cxn>
                  <a:cxn ang="0">
                    <a:pos x="10" y="58"/>
                  </a:cxn>
                  <a:cxn ang="0">
                    <a:pos x="4" y="52"/>
                  </a:cxn>
                  <a:cxn ang="0">
                    <a:pos x="2" y="46"/>
                  </a:cxn>
                  <a:cxn ang="0">
                    <a:pos x="0" y="40"/>
                  </a:cxn>
                  <a:cxn ang="0">
                    <a:pos x="0" y="34"/>
                  </a:cxn>
                  <a:cxn ang="0">
                    <a:pos x="0" y="34"/>
                  </a:cxn>
                  <a:cxn ang="0">
                    <a:pos x="0" y="26"/>
                  </a:cxn>
                  <a:cxn ang="0">
                    <a:pos x="2" y="20"/>
                  </a:cxn>
                  <a:cxn ang="0">
                    <a:pos x="4" y="14"/>
                  </a:cxn>
                  <a:cxn ang="0">
                    <a:pos x="10" y="10"/>
                  </a:cxn>
                  <a:cxn ang="0">
                    <a:pos x="14" y="6"/>
                  </a:cxn>
                  <a:cxn ang="0">
                    <a:pos x="20" y="2"/>
                  </a:cxn>
                  <a:cxn ang="0">
                    <a:pos x="26" y="0"/>
                  </a:cxn>
                  <a:cxn ang="0">
                    <a:pos x="32" y="0"/>
                  </a:cxn>
                  <a:cxn ang="0">
                    <a:pos x="32" y="0"/>
                  </a:cxn>
                  <a:cxn ang="0">
                    <a:pos x="40" y="0"/>
                  </a:cxn>
                  <a:cxn ang="0">
                    <a:pos x="46" y="2"/>
                  </a:cxn>
                  <a:cxn ang="0">
                    <a:pos x="52" y="6"/>
                  </a:cxn>
                  <a:cxn ang="0">
                    <a:pos x="56" y="10"/>
                  </a:cxn>
                  <a:cxn ang="0">
                    <a:pos x="60" y="14"/>
                  </a:cxn>
                  <a:cxn ang="0">
                    <a:pos x="64" y="20"/>
                  </a:cxn>
                  <a:cxn ang="0">
                    <a:pos x="66" y="26"/>
                  </a:cxn>
                  <a:cxn ang="0">
                    <a:pos x="66" y="34"/>
                  </a:cxn>
                  <a:cxn ang="0">
                    <a:pos x="66" y="34"/>
                  </a:cxn>
                </a:cxnLst>
                <a:rect l="0" t="0" r="r" b="b"/>
                <a:pathLst>
                  <a:path w="66" h="66">
                    <a:moveTo>
                      <a:pt x="66" y="34"/>
                    </a:moveTo>
                    <a:lnTo>
                      <a:pt x="66" y="34"/>
                    </a:lnTo>
                    <a:lnTo>
                      <a:pt x="66" y="40"/>
                    </a:lnTo>
                    <a:lnTo>
                      <a:pt x="64" y="46"/>
                    </a:lnTo>
                    <a:lnTo>
                      <a:pt x="60" y="52"/>
                    </a:lnTo>
                    <a:lnTo>
                      <a:pt x="56" y="58"/>
                    </a:lnTo>
                    <a:lnTo>
                      <a:pt x="52" y="62"/>
                    </a:lnTo>
                    <a:lnTo>
                      <a:pt x="46" y="64"/>
                    </a:lnTo>
                    <a:lnTo>
                      <a:pt x="40" y="66"/>
                    </a:lnTo>
                    <a:lnTo>
                      <a:pt x="32" y="66"/>
                    </a:lnTo>
                    <a:lnTo>
                      <a:pt x="32" y="66"/>
                    </a:lnTo>
                    <a:lnTo>
                      <a:pt x="26" y="66"/>
                    </a:lnTo>
                    <a:lnTo>
                      <a:pt x="20" y="64"/>
                    </a:lnTo>
                    <a:lnTo>
                      <a:pt x="14" y="62"/>
                    </a:lnTo>
                    <a:lnTo>
                      <a:pt x="10" y="58"/>
                    </a:lnTo>
                    <a:lnTo>
                      <a:pt x="4" y="52"/>
                    </a:lnTo>
                    <a:lnTo>
                      <a:pt x="2" y="46"/>
                    </a:lnTo>
                    <a:lnTo>
                      <a:pt x="0" y="40"/>
                    </a:lnTo>
                    <a:lnTo>
                      <a:pt x="0" y="34"/>
                    </a:lnTo>
                    <a:lnTo>
                      <a:pt x="0" y="34"/>
                    </a:lnTo>
                    <a:lnTo>
                      <a:pt x="0" y="26"/>
                    </a:lnTo>
                    <a:lnTo>
                      <a:pt x="2" y="20"/>
                    </a:lnTo>
                    <a:lnTo>
                      <a:pt x="4" y="14"/>
                    </a:lnTo>
                    <a:lnTo>
                      <a:pt x="10" y="10"/>
                    </a:lnTo>
                    <a:lnTo>
                      <a:pt x="14" y="6"/>
                    </a:lnTo>
                    <a:lnTo>
                      <a:pt x="20" y="2"/>
                    </a:lnTo>
                    <a:lnTo>
                      <a:pt x="26" y="0"/>
                    </a:lnTo>
                    <a:lnTo>
                      <a:pt x="32" y="0"/>
                    </a:lnTo>
                    <a:lnTo>
                      <a:pt x="32" y="0"/>
                    </a:lnTo>
                    <a:lnTo>
                      <a:pt x="40" y="0"/>
                    </a:lnTo>
                    <a:lnTo>
                      <a:pt x="46" y="2"/>
                    </a:lnTo>
                    <a:lnTo>
                      <a:pt x="52" y="6"/>
                    </a:lnTo>
                    <a:lnTo>
                      <a:pt x="56" y="10"/>
                    </a:lnTo>
                    <a:lnTo>
                      <a:pt x="60" y="14"/>
                    </a:lnTo>
                    <a:lnTo>
                      <a:pt x="64" y="20"/>
                    </a:lnTo>
                    <a:lnTo>
                      <a:pt x="66" y="26"/>
                    </a:lnTo>
                    <a:lnTo>
                      <a:pt x="66" y="34"/>
                    </a:lnTo>
                    <a:lnTo>
                      <a:pt x="66" y="34"/>
                    </a:lnTo>
                    <a:close/>
                  </a:path>
                </a:pathLst>
              </a:custGeom>
              <a:solidFill>
                <a:srgbClr val="CF8404"/>
              </a:solid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49" name="Freeform 13">
                <a:extLst>
                  <a:ext uri="{FF2B5EF4-FFF2-40B4-BE49-F238E27FC236}">
                    <a16:creationId xmlns:a16="http://schemas.microsoft.com/office/drawing/2014/main" id="{F4446088-91FF-2669-F98D-99B69C8123DF}"/>
                  </a:ext>
                </a:extLst>
              </p:cNvPr>
              <p:cNvSpPr>
                <a:spLocks/>
              </p:cNvSpPr>
              <p:nvPr/>
            </p:nvSpPr>
            <p:spPr bwMode="auto">
              <a:xfrm>
                <a:off x="7072313" y="962025"/>
                <a:ext cx="228600" cy="498475"/>
              </a:xfrm>
              <a:custGeom>
                <a:avLst/>
                <a:gdLst/>
                <a:ahLst/>
                <a:cxnLst>
                  <a:cxn ang="0">
                    <a:pos x="124" y="0"/>
                  </a:cxn>
                  <a:cxn ang="0">
                    <a:pos x="110" y="0"/>
                  </a:cxn>
                  <a:cxn ang="0">
                    <a:pos x="88" y="64"/>
                  </a:cxn>
                  <a:cxn ang="0">
                    <a:pos x="80" y="0"/>
                  </a:cxn>
                  <a:cxn ang="0">
                    <a:pos x="72" y="0"/>
                  </a:cxn>
                  <a:cxn ang="0">
                    <a:pos x="68" y="64"/>
                  </a:cxn>
                  <a:cxn ang="0">
                    <a:pos x="46" y="0"/>
                  </a:cxn>
                  <a:cxn ang="0">
                    <a:pos x="32" y="0"/>
                  </a:cxn>
                  <a:cxn ang="0">
                    <a:pos x="32" y="0"/>
                  </a:cxn>
                  <a:cxn ang="0">
                    <a:pos x="26" y="0"/>
                  </a:cxn>
                  <a:cxn ang="0">
                    <a:pos x="20" y="2"/>
                  </a:cxn>
                  <a:cxn ang="0">
                    <a:pos x="14" y="6"/>
                  </a:cxn>
                  <a:cxn ang="0">
                    <a:pos x="10" y="10"/>
                  </a:cxn>
                  <a:cxn ang="0">
                    <a:pos x="6" y="14"/>
                  </a:cxn>
                  <a:cxn ang="0">
                    <a:pos x="2" y="20"/>
                  </a:cxn>
                  <a:cxn ang="0">
                    <a:pos x="0" y="26"/>
                  </a:cxn>
                  <a:cxn ang="0">
                    <a:pos x="0" y="34"/>
                  </a:cxn>
                  <a:cxn ang="0">
                    <a:pos x="16" y="138"/>
                  </a:cxn>
                  <a:cxn ang="0">
                    <a:pos x="16" y="138"/>
                  </a:cxn>
                  <a:cxn ang="0">
                    <a:pos x="16" y="146"/>
                  </a:cxn>
                  <a:cxn ang="0">
                    <a:pos x="18" y="154"/>
                  </a:cxn>
                  <a:cxn ang="0">
                    <a:pos x="22" y="160"/>
                  </a:cxn>
                  <a:cxn ang="0">
                    <a:pos x="28" y="166"/>
                  </a:cxn>
                  <a:cxn ang="0">
                    <a:pos x="44" y="314"/>
                  </a:cxn>
                  <a:cxn ang="0">
                    <a:pos x="72" y="314"/>
                  </a:cxn>
                  <a:cxn ang="0">
                    <a:pos x="72" y="168"/>
                  </a:cxn>
                  <a:cxn ang="0">
                    <a:pos x="84" y="168"/>
                  </a:cxn>
                  <a:cxn ang="0">
                    <a:pos x="84" y="314"/>
                  </a:cxn>
                  <a:cxn ang="0">
                    <a:pos x="112" y="314"/>
                  </a:cxn>
                  <a:cxn ang="0">
                    <a:pos x="130" y="164"/>
                  </a:cxn>
                  <a:cxn ang="0">
                    <a:pos x="130" y="164"/>
                  </a:cxn>
                  <a:cxn ang="0">
                    <a:pos x="134" y="160"/>
                  </a:cxn>
                  <a:cxn ang="0">
                    <a:pos x="138" y="154"/>
                  </a:cxn>
                  <a:cxn ang="0">
                    <a:pos x="140" y="146"/>
                  </a:cxn>
                  <a:cxn ang="0">
                    <a:pos x="140" y="140"/>
                  </a:cxn>
                  <a:cxn ang="0">
                    <a:pos x="144" y="120"/>
                  </a:cxn>
                  <a:cxn ang="0">
                    <a:pos x="126" y="0"/>
                  </a:cxn>
                  <a:cxn ang="0">
                    <a:pos x="126" y="0"/>
                  </a:cxn>
                  <a:cxn ang="0">
                    <a:pos x="124" y="0"/>
                  </a:cxn>
                  <a:cxn ang="0">
                    <a:pos x="124" y="0"/>
                  </a:cxn>
                </a:cxnLst>
                <a:rect l="0" t="0" r="r" b="b"/>
                <a:pathLst>
                  <a:path w="144" h="314">
                    <a:moveTo>
                      <a:pt x="124" y="0"/>
                    </a:moveTo>
                    <a:lnTo>
                      <a:pt x="110" y="0"/>
                    </a:lnTo>
                    <a:lnTo>
                      <a:pt x="88" y="64"/>
                    </a:lnTo>
                    <a:lnTo>
                      <a:pt x="80" y="0"/>
                    </a:lnTo>
                    <a:lnTo>
                      <a:pt x="72" y="0"/>
                    </a:lnTo>
                    <a:lnTo>
                      <a:pt x="68" y="64"/>
                    </a:lnTo>
                    <a:lnTo>
                      <a:pt x="46" y="0"/>
                    </a:lnTo>
                    <a:lnTo>
                      <a:pt x="32" y="0"/>
                    </a:lnTo>
                    <a:lnTo>
                      <a:pt x="32" y="0"/>
                    </a:lnTo>
                    <a:lnTo>
                      <a:pt x="26" y="0"/>
                    </a:lnTo>
                    <a:lnTo>
                      <a:pt x="20" y="2"/>
                    </a:lnTo>
                    <a:lnTo>
                      <a:pt x="14" y="6"/>
                    </a:lnTo>
                    <a:lnTo>
                      <a:pt x="10" y="10"/>
                    </a:lnTo>
                    <a:lnTo>
                      <a:pt x="6" y="14"/>
                    </a:lnTo>
                    <a:lnTo>
                      <a:pt x="2" y="20"/>
                    </a:lnTo>
                    <a:lnTo>
                      <a:pt x="0" y="26"/>
                    </a:lnTo>
                    <a:lnTo>
                      <a:pt x="0" y="34"/>
                    </a:lnTo>
                    <a:lnTo>
                      <a:pt x="16" y="138"/>
                    </a:lnTo>
                    <a:lnTo>
                      <a:pt x="16" y="138"/>
                    </a:lnTo>
                    <a:lnTo>
                      <a:pt x="16" y="146"/>
                    </a:lnTo>
                    <a:lnTo>
                      <a:pt x="18" y="154"/>
                    </a:lnTo>
                    <a:lnTo>
                      <a:pt x="22" y="160"/>
                    </a:lnTo>
                    <a:lnTo>
                      <a:pt x="28" y="166"/>
                    </a:lnTo>
                    <a:lnTo>
                      <a:pt x="44" y="314"/>
                    </a:lnTo>
                    <a:lnTo>
                      <a:pt x="72" y="314"/>
                    </a:lnTo>
                    <a:lnTo>
                      <a:pt x="72" y="168"/>
                    </a:lnTo>
                    <a:lnTo>
                      <a:pt x="84" y="168"/>
                    </a:lnTo>
                    <a:lnTo>
                      <a:pt x="84" y="314"/>
                    </a:lnTo>
                    <a:lnTo>
                      <a:pt x="112" y="314"/>
                    </a:lnTo>
                    <a:lnTo>
                      <a:pt x="130" y="164"/>
                    </a:lnTo>
                    <a:lnTo>
                      <a:pt x="130" y="164"/>
                    </a:lnTo>
                    <a:lnTo>
                      <a:pt x="134" y="160"/>
                    </a:lnTo>
                    <a:lnTo>
                      <a:pt x="138" y="154"/>
                    </a:lnTo>
                    <a:lnTo>
                      <a:pt x="140" y="146"/>
                    </a:lnTo>
                    <a:lnTo>
                      <a:pt x="140" y="140"/>
                    </a:lnTo>
                    <a:lnTo>
                      <a:pt x="144" y="120"/>
                    </a:lnTo>
                    <a:lnTo>
                      <a:pt x="126" y="0"/>
                    </a:lnTo>
                    <a:lnTo>
                      <a:pt x="126" y="0"/>
                    </a:lnTo>
                    <a:lnTo>
                      <a:pt x="124" y="0"/>
                    </a:lnTo>
                    <a:lnTo>
                      <a:pt x="124" y="0"/>
                    </a:lnTo>
                    <a:close/>
                  </a:path>
                </a:pathLst>
              </a:custGeom>
              <a:solidFill>
                <a:srgbClr val="CF8404"/>
              </a:solid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sp>
            <p:nvSpPr>
              <p:cNvPr id="50" name="Freeform 14">
                <a:extLst>
                  <a:ext uri="{FF2B5EF4-FFF2-40B4-BE49-F238E27FC236}">
                    <a16:creationId xmlns:a16="http://schemas.microsoft.com/office/drawing/2014/main" id="{201C6E2D-C881-CF9B-5697-BB075084FBF7}"/>
                  </a:ext>
                </a:extLst>
              </p:cNvPr>
              <p:cNvSpPr>
                <a:spLocks/>
              </p:cNvSpPr>
              <p:nvPr/>
            </p:nvSpPr>
            <p:spPr bwMode="auto">
              <a:xfrm>
                <a:off x="7627938" y="962025"/>
                <a:ext cx="228600" cy="498475"/>
              </a:xfrm>
              <a:custGeom>
                <a:avLst/>
                <a:gdLst/>
                <a:ahLst/>
                <a:cxnLst>
                  <a:cxn ang="0">
                    <a:pos x="112" y="0"/>
                  </a:cxn>
                  <a:cxn ang="0">
                    <a:pos x="98" y="0"/>
                  </a:cxn>
                  <a:cxn ang="0">
                    <a:pos x="76" y="64"/>
                  </a:cxn>
                  <a:cxn ang="0">
                    <a:pos x="68" y="0"/>
                  </a:cxn>
                  <a:cxn ang="0">
                    <a:pos x="60" y="0"/>
                  </a:cxn>
                  <a:cxn ang="0">
                    <a:pos x="56" y="64"/>
                  </a:cxn>
                  <a:cxn ang="0">
                    <a:pos x="34" y="0"/>
                  </a:cxn>
                  <a:cxn ang="0">
                    <a:pos x="20" y="0"/>
                  </a:cxn>
                  <a:cxn ang="0">
                    <a:pos x="20" y="0"/>
                  </a:cxn>
                  <a:cxn ang="0">
                    <a:pos x="16" y="0"/>
                  </a:cxn>
                  <a:cxn ang="0">
                    <a:pos x="0" y="120"/>
                  </a:cxn>
                  <a:cxn ang="0">
                    <a:pos x="2" y="138"/>
                  </a:cxn>
                  <a:cxn ang="0">
                    <a:pos x="2" y="138"/>
                  </a:cxn>
                  <a:cxn ang="0">
                    <a:pos x="4" y="146"/>
                  </a:cxn>
                  <a:cxn ang="0">
                    <a:pos x="6" y="154"/>
                  </a:cxn>
                  <a:cxn ang="0">
                    <a:pos x="10" y="160"/>
                  </a:cxn>
                  <a:cxn ang="0">
                    <a:pos x="16" y="166"/>
                  </a:cxn>
                  <a:cxn ang="0">
                    <a:pos x="32" y="314"/>
                  </a:cxn>
                  <a:cxn ang="0">
                    <a:pos x="60" y="314"/>
                  </a:cxn>
                  <a:cxn ang="0">
                    <a:pos x="60" y="168"/>
                  </a:cxn>
                  <a:cxn ang="0">
                    <a:pos x="72" y="168"/>
                  </a:cxn>
                  <a:cxn ang="0">
                    <a:pos x="72" y="314"/>
                  </a:cxn>
                  <a:cxn ang="0">
                    <a:pos x="100" y="314"/>
                  </a:cxn>
                  <a:cxn ang="0">
                    <a:pos x="116" y="164"/>
                  </a:cxn>
                  <a:cxn ang="0">
                    <a:pos x="116" y="164"/>
                  </a:cxn>
                  <a:cxn ang="0">
                    <a:pos x="122" y="160"/>
                  </a:cxn>
                  <a:cxn ang="0">
                    <a:pos x="126" y="154"/>
                  </a:cxn>
                  <a:cxn ang="0">
                    <a:pos x="128" y="146"/>
                  </a:cxn>
                  <a:cxn ang="0">
                    <a:pos x="128" y="140"/>
                  </a:cxn>
                  <a:cxn ang="0">
                    <a:pos x="144" y="34"/>
                  </a:cxn>
                  <a:cxn ang="0">
                    <a:pos x="144" y="34"/>
                  </a:cxn>
                  <a:cxn ang="0">
                    <a:pos x="142" y="26"/>
                  </a:cxn>
                  <a:cxn ang="0">
                    <a:pos x="140" y="20"/>
                  </a:cxn>
                  <a:cxn ang="0">
                    <a:pos x="134" y="10"/>
                  </a:cxn>
                  <a:cxn ang="0">
                    <a:pos x="130" y="6"/>
                  </a:cxn>
                  <a:cxn ang="0">
                    <a:pos x="124" y="2"/>
                  </a:cxn>
                  <a:cxn ang="0">
                    <a:pos x="118" y="0"/>
                  </a:cxn>
                  <a:cxn ang="0">
                    <a:pos x="112" y="0"/>
                  </a:cxn>
                  <a:cxn ang="0">
                    <a:pos x="112" y="0"/>
                  </a:cxn>
                </a:cxnLst>
                <a:rect l="0" t="0" r="r" b="b"/>
                <a:pathLst>
                  <a:path w="144" h="314">
                    <a:moveTo>
                      <a:pt x="112" y="0"/>
                    </a:moveTo>
                    <a:lnTo>
                      <a:pt x="98" y="0"/>
                    </a:lnTo>
                    <a:lnTo>
                      <a:pt x="76" y="64"/>
                    </a:lnTo>
                    <a:lnTo>
                      <a:pt x="68" y="0"/>
                    </a:lnTo>
                    <a:lnTo>
                      <a:pt x="60" y="0"/>
                    </a:lnTo>
                    <a:lnTo>
                      <a:pt x="56" y="64"/>
                    </a:lnTo>
                    <a:lnTo>
                      <a:pt x="34" y="0"/>
                    </a:lnTo>
                    <a:lnTo>
                      <a:pt x="20" y="0"/>
                    </a:lnTo>
                    <a:lnTo>
                      <a:pt x="20" y="0"/>
                    </a:lnTo>
                    <a:lnTo>
                      <a:pt x="16" y="0"/>
                    </a:lnTo>
                    <a:lnTo>
                      <a:pt x="0" y="120"/>
                    </a:lnTo>
                    <a:lnTo>
                      <a:pt x="2" y="138"/>
                    </a:lnTo>
                    <a:lnTo>
                      <a:pt x="2" y="138"/>
                    </a:lnTo>
                    <a:lnTo>
                      <a:pt x="4" y="146"/>
                    </a:lnTo>
                    <a:lnTo>
                      <a:pt x="6" y="154"/>
                    </a:lnTo>
                    <a:lnTo>
                      <a:pt x="10" y="160"/>
                    </a:lnTo>
                    <a:lnTo>
                      <a:pt x="16" y="166"/>
                    </a:lnTo>
                    <a:lnTo>
                      <a:pt x="32" y="314"/>
                    </a:lnTo>
                    <a:lnTo>
                      <a:pt x="60" y="314"/>
                    </a:lnTo>
                    <a:lnTo>
                      <a:pt x="60" y="168"/>
                    </a:lnTo>
                    <a:lnTo>
                      <a:pt x="72" y="168"/>
                    </a:lnTo>
                    <a:lnTo>
                      <a:pt x="72" y="314"/>
                    </a:lnTo>
                    <a:lnTo>
                      <a:pt x="100" y="314"/>
                    </a:lnTo>
                    <a:lnTo>
                      <a:pt x="116" y="164"/>
                    </a:lnTo>
                    <a:lnTo>
                      <a:pt x="116" y="164"/>
                    </a:lnTo>
                    <a:lnTo>
                      <a:pt x="122" y="160"/>
                    </a:lnTo>
                    <a:lnTo>
                      <a:pt x="126" y="154"/>
                    </a:lnTo>
                    <a:lnTo>
                      <a:pt x="128" y="146"/>
                    </a:lnTo>
                    <a:lnTo>
                      <a:pt x="128" y="140"/>
                    </a:lnTo>
                    <a:lnTo>
                      <a:pt x="144" y="34"/>
                    </a:lnTo>
                    <a:lnTo>
                      <a:pt x="144" y="34"/>
                    </a:lnTo>
                    <a:lnTo>
                      <a:pt x="142" y="26"/>
                    </a:lnTo>
                    <a:lnTo>
                      <a:pt x="140" y="20"/>
                    </a:lnTo>
                    <a:lnTo>
                      <a:pt x="134" y="10"/>
                    </a:lnTo>
                    <a:lnTo>
                      <a:pt x="130" y="6"/>
                    </a:lnTo>
                    <a:lnTo>
                      <a:pt x="124" y="2"/>
                    </a:lnTo>
                    <a:lnTo>
                      <a:pt x="118" y="0"/>
                    </a:lnTo>
                    <a:lnTo>
                      <a:pt x="112" y="0"/>
                    </a:lnTo>
                    <a:lnTo>
                      <a:pt x="112" y="0"/>
                    </a:lnTo>
                    <a:close/>
                  </a:path>
                </a:pathLst>
              </a:custGeom>
              <a:solidFill>
                <a:srgbClr val="CF8404"/>
              </a:solid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grpSp>
      </p:grpSp>
      <p:grpSp>
        <p:nvGrpSpPr>
          <p:cNvPr id="7" name="Gruppo 6">
            <a:extLst>
              <a:ext uri="{FF2B5EF4-FFF2-40B4-BE49-F238E27FC236}">
                <a16:creationId xmlns:a16="http://schemas.microsoft.com/office/drawing/2014/main" id="{EF5D327C-0C64-4ECB-61DD-0B2C9CD0ACD0}"/>
              </a:ext>
            </a:extLst>
          </p:cNvPr>
          <p:cNvGrpSpPr/>
          <p:nvPr/>
        </p:nvGrpSpPr>
        <p:grpSpPr>
          <a:xfrm>
            <a:off x="6776803" y="2588388"/>
            <a:ext cx="3775802" cy="946565"/>
            <a:chOff x="6776803" y="2588388"/>
            <a:chExt cx="3775802" cy="946565"/>
          </a:xfrm>
        </p:grpSpPr>
        <p:grpSp>
          <p:nvGrpSpPr>
            <p:cNvPr id="20" name="Group 14">
              <a:extLst>
                <a:ext uri="{FF2B5EF4-FFF2-40B4-BE49-F238E27FC236}">
                  <a16:creationId xmlns:a16="http://schemas.microsoft.com/office/drawing/2014/main" id="{630D9938-24C9-9E53-8DA4-6DCF5045E92E}"/>
                </a:ext>
              </a:extLst>
            </p:cNvPr>
            <p:cNvGrpSpPr/>
            <p:nvPr/>
          </p:nvGrpSpPr>
          <p:grpSpPr>
            <a:xfrm>
              <a:off x="7735394" y="2588388"/>
              <a:ext cx="2817211" cy="859744"/>
              <a:chOff x="8921977" y="1434552"/>
              <a:chExt cx="3103628" cy="1061143"/>
            </a:xfrm>
          </p:grpSpPr>
          <p:sp>
            <p:nvSpPr>
              <p:cNvPr id="21" name="TextBox 15">
                <a:extLst>
                  <a:ext uri="{FF2B5EF4-FFF2-40B4-BE49-F238E27FC236}">
                    <a16:creationId xmlns:a16="http://schemas.microsoft.com/office/drawing/2014/main" id="{6F735E62-69C4-5BCE-F47A-14A607041FE5}"/>
                  </a:ext>
                </a:extLst>
              </p:cNvPr>
              <p:cNvSpPr txBox="1"/>
              <p:nvPr/>
            </p:nvSpPr>
            <p:spPr>
              <a:xfrm>
                <a:off x="8921978" y="1434552"/>
                <a:ext cx="3103627" cy="493838"/>
              </a:xfrm>
              <a:prstGeom prst="rect">
                <a:avLst/>
              </a:prstGeom>
              <a:noFill/>
            </p:spPr>
            <p:txBody>
              <a:bodyPr wrap="square" lIns="0" rIns="0" rtlCol="0" anchor="b">
                <a:spAutoFit/>
              </a:bodyPr>
              <a:lstStyle/>
              <a:p>
                <a:r>
                  <a:rPr lang="en-US" sz="2000" b="1" noProof="1">
                    <a:solidFill>
                      <a:schemeClr val="bg1"/>
                    </a:solidFill>
                    <a:latin typeface="Calibri" panose="020F0502020204030204"/>
                  </a:rPr>
                  <a:t>Sintesi del Contributo</a:t>
                </a:r>
              </a:p>
            </p:txBody>
          </p:sp>
          <p:sp>
            <p:nvSpPr>
              <p:cNvPr id="22" name="TextBox 16">
                <a:extLst>
                  <a:ext uri="{FF2B5EF4-FFF2-40B4-BE49-F238E27FC236}">
                    <a16:creationId xmlns:a16="http://schemas.microsoft.com/office/drawing/2014/main" id="{4AA5C41D-6C25-6366-CFE9-F886975DF349}"/>
                  </a:ext>
                </a:extLst>
              </p:cNvPr>
              <p:cNvSpPr txBox="1"/>
              <p:nvPr/>
            </p:nvSpPr>
            <p:spPr>
              <a:xfrm>
                <a:off x="8921977" y="1925883"/>
                <a:ext cx="3103627" cy="569812"/>
              </a:xfrm>
              <a:prstGeom prst="rect">
                <a:avLst/>
              </a:prstGeom>
              <a:noFill/>
            </p:spPr>
            <p:txBody>
              <a:bodyPr wrap="square" lIns="0" rIns="0" rtlCol="0" anchor="t">
                <a:spAutoFit/>
              </a:bodyPr>
              <a:lstStyle/>
              <a:p>
                <a:pPr algn="just"/>
                <a:r>
                  <a:rPr lang="it-IT" sz="800" noProof="1">
                    <a:latin typeface="Calibri" panose="020F0502020204030204"/>
                  </a:rPr>
                  <a:t>Per lo sviluppo dell’applicazione sono stato guidato da tre elementi chiave: la </a:t>
                </a:r>
                <a:r>
                  <a:rPr lang="it-IT" sz="800" b="1" noProof="1">
                    <a:latin typeface="Calibri" panose="020F0502020204030204"/>
                  </a:rPr>
                  <a:t>potenza interpretativa </a:t>
                </a:r>
                <a:r>
                  <a:rPr lang="it-IT" sz="800" noProof="1">
                    <a:latin typeface="Calibri" panose="020F0502020204030204"/>
                  </a:rPr>
                  <a:t>degli LLM, il </a:t>
                </a:r>
                <a:r>
                  <a:rPr lang="it-IT" sz="800" b="1" noProof="1">
                    <a:latin typeface="Calibri" panose="020F0502020204030204"/>
                  </a:rPr>
                  <a:t>rigore</a:t>
                </a:r>
                <a:r>
                  <a:rPr lang="it-IT" sz="800" noProof="1">
                    <a:latin typeface="Calibri" panose="020F0502020204030204"/>
                  </a:rPr>
                  <a:t> delle tassonomie ufficiali (ISTAT/INAPP) e i </a:t>
                </a:r>
                <a:r>
                  <a:rPr lang="it-IT" sz="800" b="1" noProof="1">
                    <a:latin typeface="Calibri" panose="020F0502020204030204"/>
                  </a:rPr>
                  <a:t>principi</a:t>
                </a:r>
                <a:r>
                  <a:rPr lang="it-IT" sz="800" noProof="1">
                    <a:latin typeface="Calibri" panose="020F0502020204030204"/>
                  </a:rPr>
                  <a:t> della Responsible AI.</a:t>
                </a:r>
              </a:p>
            </p:txBody>
          </p:sp>
        </p:grpSp>
        <p:sp>
          <p:nvSpPr>
            <p:cNvPr id="23" name="Rounded Rectangle 20">
              <a:extLst>
                <a:ext uri="{FF2B5EF4-FFF2-40B4-BE49-F238E27FC236}">
                  <a16:creationId xmlns:a16="http://schemas.microsoft.com/office/drawing/2014/main" id="{A8397593-3981-1675-2C6C-D4453A171EBC}"/>
                </a:ext>
              </a:extLst>
            </p:cNvPr>
            <p:cNvSpPr/>
            <p:nvPr/>
          </p:nvSpPr>
          <p:spPr>
            <a:xfrm>
              <a:off x="7592990" y="2694922"/>
              <a:ext cx="37042" cy="840031"/>
            </a:xfrm>
            <a:prstGeom prst="roundRect">
              <a:avLst/>
            </a:prstGeom>
            <a:solidFill>
              <a:srgbClr val="24447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1" name="Freeform 20">
              <a:extLst>
                <a:ext uri="{FF2B5EF4-FFF2-40B4-BE49-F238E27FC236}">
                  <a16:creationId xmlns:a16="http://schemas.microsoft.com/office/drawing/2014/main" id="{80B9F5AD-BF20-7813-CFB8-379C91349EB1}"/>
                </a:ext>
              </a:extLst>
            </p:cNvPr>
            <p:cNvSpPr>
              <a:spLocks noEditPoints="1"/>
            </p:cNvSpPr>
            <p:nvPr/>
          </p:nvSpPr>
          <p:spPr bwMode="auto">
            <a:xfrm>
              <a:off x="6776803" y="2694922"/>
              <a:ext cx="654340" cy="709326"/>
            </a:xfrm>
            <a:custGeom>
              <a:avLst/>
              <a:gdLst>
                <a:gd name="T0" fmla="*/ 246 w 479"/>
                <a:gd name="T1" fmla="*/ 4 h 566"/>
                <a:gd name="T2" fmla="*/ 231 w 479"/>
                <a:gd name="T3" fmla="*/ 33 h 566"/>
                <a:gd name="T4" fmla="*/ 293 w 479"/>
                <a:gd name="T5" fmla="*/ 56 h 566"/>
                <a:gd name="T6" fmla="*/ 310 w 479"/>
                <a:gd name="T7" fmla="*/ 18 h 566"/>
                <a:gd name="T8" fmla="*/ 284 w 479"/>
                <a:gd name="T9" fmla="*/ 49 h 566"/>
                <a:gd name="T10" fmla="*/ 297 w 479"/>
                <a:gd name="T11" fmla="*/ 292 h 566"/>
                <a:gd name="T12" fmla="*/ 311 w 479"/>
                <a:gd name="T13" fmla="*/ 337 h 566"/>
                <a:gd name="T14" fmla="*/ 163 w 479"/>
                <a:gd name="T15" fmla="*/ 340 h 566"/>
                <a:gd name="T16" fmla="*/ 189 w 479"/>
                <a:gd name="T17" fmla="*/ 294 h 566"/>
                <a:gd name="T18" fmla="*/ 94 w 479"/>
                <a:gd name="T19" fmla="*/ 343 h 566"/>
                <a:gd name="T20" fmla="*/ 14 w 479"/>
                <a:gd name="T21" fmla="*/ 440 h 566"/>
                <a:gd name="T22" fmla="*/ 10 w 479"/>
                <a:gd name="T23" fmla="*/ 551 h 566"/>
                <a:gd name="T24" fmla="*/ 390 w 479"/>
                <a:gd name="T25" fmla="*/ 566 h 566"/>
                <a:gd name="T26" fmla="*/ 469 w 479"/>
                <a:gd name="T27" fmla="*/ 551 h 566"/>
                <a:gd name="T28" fmla="*/ 464 w 479"/>
                <a:gd name="T29" fmla="*/ 440 h 566"/>
                <a:gd name="T30" fmla="*/ 385 w 479"/>
                <a:gd name="T31" fmla="*/ 343 h 566"/>
                <a:gd name="T32" fmla="*/ 372 w 479"/>
                <a:gd name="T33" fmla="*/ 148 h 566"/>
                <a:gd name="T34" fmla="*/ 375 w 479"/>
                <a:gd name="T35" fmla="*/ 133 h 566"/>
                <a:gd name="T36" fmla="*/ 328 w 479"/>
                <a:gd name="T37" fmla="*/ 200 h 566"/>
                <a:gd name="T38" fmla="*/ 362 w 479"/>
                <a:gd name="T39" fmla="*/ 204 h 566"/>
                <a:gd name="T40" fmla="*/ 325 w 479"/>
                <a:gd name="T41" fmla="*/ 189 h 566"/>
                <a:gd name="T42" fmla="*/ 358 w 479"/>
                <a:gd name="T43" fmla="*/ 80 h 566"/>
                <a:gd name="T44" fmla="*/ 353 w 479"/>
                <a:gd name="T45" fmla="*/ 65 h 566"/>
                <a:gd name="T46" fmla="*/ 328 w 479"/>
                <a:gd name="T47" fmla="*/ 94 h 566"/>
                <a:gd name="T48" fmla="*/ 190 w 479"/>
                <a:gd name="T49" fmla="*/ 55 h 566"/>
                <a:gd name="T50" fmla="*/ 172 w 479"/>
                <a:gd name="T51" fmla="*/ 17 h 566"/>
                <a:gd name="T52" fmla="*/ 120 w 479"/>
                <a:gd name="T53" fmla="*/ 200 h 566"/>
                <a:gd name="T54" fmla="*/ 124 w 479"/>
                <a:gd name="T55" fmla="*/ 214 h 566"/>
                <a:gd name="T56" fmla="*/ 152 w 479"/>
                <a:gd name="T57" fmla="*/ 187 h 566"/>
                <a:gd name="T58" fmla="*/ 147 w 479"/>
                <a:gd name="T59" fmla="*/ 95 h 566"/>
                <a:gd name="T60" fmla="*/ 128 w 479"/>
                <a:gd name="T61" fmla="*/ 66 h 566"/>
                <a:gd name="T62" fmla="*/ 120 w 479"/>
                <a:gd name="T63" fmla="*/ 80 h 566"/>
                <a:gd name="T64" fmla="*/ 140 w 479"/>
                <a:gd name="T65" fmla="*/ 140 h 566"/>
                <a:gd name="T66" fmla="*/ 99 w 479"/>
                <a:gd name="T67" fmla="*/ 137 h 566"/>
                <a:gd name="T68" fmla="*/ 260 w 479"/>
                <a:gd name="T69" fmla="*/ 279 h 566"/>
                <a:gd name="T70" fmla="*/ 263 w 479"/>
                <a:gd name="T71" fmla="*/ 263 h 566"/>
                <a:gd name="T72" fmla="*/ 210 w 479"/>
                <a:gd name="T73" fmla="*/ 274 h 566"/>
                <a:gd name="T74" fmla="*/ 211 w 479"/>
                <a:gd name="T75" fmla="*/ 289 h 566"/>
                <a:gd name="T76" fmla="*/ 216 w 479"/>
                <a:gd name="T77" fmla="*/ 301 h 566"/>
                <a:gd name="T78" fmla="*/ 239 w 479"/>
                <a:gd name="T79" fmla="*/ 313 h 566"/>
                <a:gd name="T80" fmla="*/ 267 w 479"/>
                <a:gd name="T81" fmla="*/ 296 h 566"/>
                <a:gd name="T82" fmla="*/ 186 w 479"/>
                <a:gd name="T83" fmla="*/ 194 h 566"/>
                <a:gd name="T84" fmla="*/ 209 w 479"/>
                <a:gd name="T85" fmla="*/ 247 h 566"/>
                <a:gd name="T86" fmla="*/ 267 w 479"/>
                <a:gd name="T87" fmla="*/ 252 h 566"/>
                <a:gd name="T88" fmla="*/ 276 w 479"/>
                <a:gd name="T89" fmla="*/ 221 h 566"/>
                <a:gd name="T90" fmla="*/ 315 w 479"/>
                <a:gd name="T91" fmla="*/ 138 h 566"/>
                <a:gd name="T92" fmla="*/ 293 w 479"/>
                <a:gd name="T93" fmla="*/ 82 h 566"/>
                <a:gd name="T94" fmla="*/ 239 w 479"/>
                <a:gd name="T95" fmla="*/ 59 h 566"/>
                <a:gd name="T96" fmla="*/ 186 w 479"/>
                <a:gd name="T97" fmla="*/ 82 h 566"/>
                <a:gd name="T98" fmla="*/ 163 w 479"/>
                <a:gd name="T99" fmla="*/ 138 h 566"/>
                <a:gd name="T100" fmla="*/ 239 w 479"/>
                <a:gd name="T101" fmla="*/ 75 h 566"/>
                <a:gd name="T102" fmla="*/ 299 w 479"/>
                <a:gd name="T103" fmla="*/ 138 h 566"/>
                <a:gd name="T104" fmla="*/ 281 w 479"/>
                <a:gd name="T105" fmla="*/ 184 h 566"/>
                <a:gd name="T106" fmla="*/ 217 w 479"/>
                <a:gd name="T107" fmla="*/ 212 h 566"/>
                <a:gd name="T108" fmla="*/ 182 w 479"/>
                <a:gd name="T109" fmla="*/ 158 h 566"/>
                <a:gd name="T110" fmla="*/ 216 w 479"/>
                <a:gd name="T111" fmla="*/ 80 h 566"/>
                <a:gd name="T112" fmla="*/ 254 w 479"/>
                <a:gd name="T113" fmla="*/ 38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9" h="566">
                  <a:moveTo>
                    <a:pt x="239" y="41"/>
                  </a:moveTo>
                  <a:lnTo>
                    <a:pt x="239" y="41"/>
                  </a:lnTo>
                  <a:lnTo>
                    <a:pt x="242" y="41"/>
                  </a:lnTo>
                  <a:lnTo>
                    <a:pt x="245" y="39"/>
                  </a:lnTo>
                  <a:lnTo>
                    <a:pt x="246" y="37"/>
                  </a:lnTo>
                  <a:lnTo>
                    <a:pt x="247" y="33"/>
                  </a:lnTo>
                  <a:lnTo>
                    <a:pt x="247" y="7"/>
                  </a:lnTo>
                  <a:lnTo>
                    <a:pt x="247" y="7"/>
                  </a:lnTo>
                  <a:lnTo>
                    <a:pt x="246" y="4"/>
                  </a:lnTo>
                  <a:lnTo>
                    <a:pt x="245" y="2"/>
                  </a:lnTo>
                  <a:lnTo>
                    <a:pt x="242" y="0"/>
                  </a:lnTo>
                  <a:lnTo>
                    <a:pt x="239" y="0"/>
                  </a:lnTo>
                  <a:lnTo>
                    <a:pt x="239" y="0"/>
                  </a:lnTo>
                  <a:lnTo>
                    <a:pt x="236" y="0"/>
                  </a:lnTo>
                  <a:lnTo>
                    <a:pt x="234" y="2"/>
                  </a:lnTo>
                  <a:lnTo>
                    <a:pt x="231" y="4"/>
                  </a:lnTo>
                  <a:lnTo>
                    <a:pt x="231" y="7"/>
                  </a:lnTo>
                  <a:lnTo>
                    <a:pt x="231" y="33"/>
                  </a:lnTo>
                  <a:lnTo>
                    <a:pt x="231" y="33"/>
                  </a:lnTo>
                  <a:lnTo>
                    <a:pt x="231" y="37"/>
                  </a:lnTo>
                  <a:lnTo>
                    <a:pt x="234" y="39"/>
                  </a:lnTo>
                  <a:lnTo>
                    <a:pt x="236" y="41"/>
                  </a:lnTo>
                  <a:lnTo>
                    <a:pt x="239" y="41"/>
                  </a:lnTo>
                  <a:lnTo>
                    <a:pt x="239" y="41"/>
                  </a:lnTo>
                  <a:close/>
                  <a:moveTo>
                    <a:pt x="289" y="55"/>
                  </a:moveTo>
                  <a:lnTo>
                    <a:pt x="289" y="55"/>
                  </a:lnTo>
                  <a:lnTo>
                    <a:pt x="293" y="56"/>
                  </a:lnTo>
                  <a:lnTo>
                    <a:pt x="293" y="56"/>
                  </a:lnTo>
                  <a:lnTo>
                    <a:pt x="296" y="55"/>
                  </a:lnTo>
                  <a:lnTo>
                    <a:pt x="299" y="51"/>
                  </a:lnTo>
                  <a:lnTo>
                    <a:pt x="313" y="29"/>
                  </a:lnTo>
                  <a:lnTo>
                    <a:pt x="313" y="29"/>
                  </a:lnTo>
                  <a:lnTo>
                    <a:pt x="314" y="26"/>
                  </a:lnTo>
                  <a:lnTo>
                    <a:pt x="313" y="23"/>
                  </a:lnTo>
                  <a:lnTo>
                    <a:pt x="312" y="20"/>
                  </a:lnTo>
                  <a:lnTo>
                    <a:pt x="310" y="18"/>
                  </a:lnTo>
                  <a:lnTo>
                    <a:pt x="310" y="18"/>
                  </a:lnTo>
                  <a:lnTo>
                    <a:pt x="307" y="17"/>
                  </a:lnTo>
                  <a:lnTo>
                    <a:pt x="303" y="18"/>
                  </a:lnTo>
                  <a:lnTo>
                    <a:pt x="301" y="19"/>
                  </a:lnTo>
                  <a:lnTo>
                    <a:pt x="299" y="21"/>
                  </a:lnTo>
                  <a:lnTo>
                    <a:pt x="285" y="44"/>
                  </a:lnTo>
                  <a:lnTo>
                    <a:pt x="285" y="44"/>
                  </a:lnTo>
                  <a:lnTo>
                    <a:pt x="284" y="46"/>
                  </a:lnTo>
                  <a:lnTo>
                    <a:pt x="284" y="49"/>
                  </a:lnTo>
                  <a:lnTo>
                    <a:pt x="286" y="53"/>
                  </a:lnTo>
                  <a:lnTo>
                    <a:pt x="289" y="55"/>
                  </a:lnTo>
                  <a:lnTo>
                    <a:pt x="289" y="55"/>
                  </a:lnTo>
                  <a:close/>
                  <a:moveTo>
                    <a:pt x="379" y="340"/>
                  </a:moveTo>
                  <a:lnTo>
                    <a:pt x="326" y="321"/>
                  </a:lnTo>
                  <a:lnTo>
                    <a:pt x="303" y="296"/>
                  </a:lnTo>
                  <a:lnTo>
                    <a:pt x="303" y="296"/>
                  </a:lnTo>
                  <a:lnTo>
                    <a:pt x="300" y="293"/>
                  </a:lnTo>
                  <a:lnTo>
                    <a:pt x="297" y="292"/>
                  </a:lnTo>
                  <a:lnTo>
                    <a:pt x="293" y="293"/>
                  </a:lnTo>
                  <a:lnTo>
                    <a:pt x="289" y="294"/>
                  </a:lnTo>
                  <a:lnTo>
                    <a:pt x="289" y="294"/>
                  </a:lnTo>
                  <a:lnTo>
                    <a:pt x="286" y="298"/>
                  </a:lnTo>
                  <a:lnTo>
                    <a:pt x="285" y="301"/>
                  </a:lnTo>
                  <a:lnTo>
                    <a:pt x="285" y="306"/>
                  </a:lnTo>
                  <a:lnTo>
                    <a:pt x="288" y="310"/>
                  </a:lnTo>
                  <a:lnTo>
                    <a:pt x="311" y="337"/>
                  </a:lnTo>
                  <a:lnTo>
                    <a:pt x="311" y="337"/>
                  </a:lnTo>
                  <a:lnTo>
                    <a:pt x="313" y="338"/>
                  </a:lnTo>
                  <a:lnTo>
                    <a:pt x="316" y="340"/>
                  </a:lnTo>
                  <a:lnTo>
                    <a:pt x="335" y="347"/>
                  </a:lnTo>
                  <a:lnTo>
                    <a:pt x="261" y="539"/>
                  </a:lnTo>
                  <a:lnTo>
                    <a:pt x="253" y="397"/>
                  </a:lnTo>
                  <a:lnTo>
                    <a:pt x="226" y="397"/>
                  </a:lnTo>
                  <a:lnTo>
                    <a:pt x="218" y="541"/>
                  </a:lnTo>
                  <a:lnTo>
                    <a:pt x="141" y="348"/>
                  </a:lnTo>
                  <a:lnTo>
                    <a:pt x="163" y="340"/>
                  </a:lnTo>
                  <a:lnTo>
                    <a:pt x="163" y="340"/>
                  </a:lnTo>
                  <a:lnTo>
                    <a:pt x="165" y="338"/>
                  </a:lnTo>
                  <a:lnTo>
                    <a:pt x="167" y="337"/>
                  </a:lnTo>
                  <a:lnTo>
                    <a:pt x="191" y="310"/>
                  </a:lnTo>
                  <a:lnTo>
                    <a:pt x="191" y="310"/>
                  </a:lnTo>
                  <a:lnTo>
                    <a:pt x="192" y="306"/>
                  </a:lnTo>
                  <a:lnTo>
                    <a:pt x="193" y="301"/>
                  </a:lnTo>
                  <a:lnTo>
                    <a:pt x="192" y="298"/>
                  </a:lnTo>
                  <a:lnTo>
                    <a:pt x="189" y="294"/>
                  </a:lnTo>
                  <a:lnTo>
                    <a:pt x="189" y="294"/>
                  </a:lnTo>
                  <a:lnTo>
                    <a:pt x="186" y="293"/>
                  </a:lnTo>
                  <a:lnTo>
                    <a:pt x="182" y="292"/>
                  </a:lnTo>
                  <a:lnTo>
                    <a:pt x="177" y="293"/>
                  </a:lnTo>
                  <a:lnTo>
                    <a:pt x="174" y="296"/>
                  </a:lnTo>
                  <a:lnTo>
                    <a:pt x="153" y="321"/>
                  </a:lnTo>
                  <a:lnTo>
                    <a:pt x="100" y="340"/>
                  </a:lnTo>
                  <a:lnTo>
                    <a:pt x="100" y="340"/>
                  </a:lnTo>
                  <a:lnTo>
                    <a:pt x="94" y="343"/>
                  </a:lnTo>
                  <a:lnTo>
                    <a:pt x="81" y="350"/>
                  </a:lnTo>
                  <a:lnTo>
                    <a:pt x="73" y="355"/>
                  </a:lnTo>
                  <a:lnTo>
                    <a:pt x="64" y="362"/>
                  </a:lnTo>
                  <a:lnTo>
                    <a:pt x="56" y="369"/>
                  </a:lnTo>
                  <a:lnTo>
                    <a:pt x="47" y="380"/>
                  </a:lnTo>
                  <a:lnTo>
                    <a:pt x="38" y="391"/>
                  </a:lnTo>
                  <a:lnTo>
                    <a:pt x="29" y="405"/>
                  </a:lnTo>
                  <a:lnTo>
                    <a:pt x="21" y="421"/>
                  </a:lnTo>
                  <a:lnTo>
                    <a:pt x="14" y="440"/>
                  </a:lnTo>
                  <a:lnTo>
                    <a:pt x="8" y="461"/>
                  </a:lnTo>
                  <a:lnTo>
                    <a:pt x="4" y="484"/>
                  </a:lnTo>
                  <a:lnTo>
                    <a:pt x="1" y="511"/>
                  </a:lnTo>
                  <a:lnTo>
                    <a:pt x="0" y="541"/>
                  </a:lnTo>
                  <a:lnTo>
                    <a:pt x="0" y="541"/>
                  </a:lnTo>
                  <a:lnTo>
                    <a:pt x="1" y="545"/>
                  </a:lnTo>
                  <a:lnTo>
                    <a:pt x="3" y="548"/>
                  </a:lnTo>
                  <a:lnTo>
                    <a:pt x="6" y="550"/>
                  </a:lnTo>
                  <a:lnTo>
                    <a:pt x="10" y="551"/>
                  </a:lnTo>
                  <a:lnTo>
                    <a:pt x="10" y="551"/>
                  </a:lnTo>
                  <a:lnTo>
                    <a:pt x="78" y="551"/>
                  </a:lnTo>
                  <a:lnTo>
                    <a:pt x="78" y="555"/>
                  </a:lnTo>
                  <a:lnTo>
                    <a:pt x="78" y="555"/>
                  </a:lnTo>
                  <a:lnTo>
                    <a:pt x="79" y="560"/>
                  </a:lnTo>
                  <a:lnTo>
                    <a:pt x="81" y="563"/>
                  </a:lnTo>
                  <a:lnTo>
                    <a:pt x="84" y="565"/>
                  </a:lnTo>
                  <a:lnTo>
                    <a:pt x="88" y="566"/>
                  </a:lnTo>
                  <a:lnTo>
                    <a:pt x="390" y="566"/>
                  </a:lnTo>
                  <a:lnTo>
                    <a:pt x="390" y="566"/>
                  </a:lnTo>
                  <a:lnTo>
                    <a:pt x="394" y="565"/>
                  </a:lnTo>
                  <a:lnTo>
                    <a:pt x="398" y="563"/>
                  </a:lnTo>
                  <a:lnTo>
                    <a:pt x="400" y="560"/>
                  </a:lnTo>
                  <a:lnTo>
                    <a:pt x="401" y="555"/>
                  </a:lnTo>
                  <a:lnTo>
                    <a:pt x="401" y="551"/>
                  </a:lnTo>
                  <a:lnTo>
                    <a:pt x="401" y="551"/>
                  </a:lnTo>
                  <a:lnTo>
                    <a:pt x="469" y="551"/>
                  </a:lnTo>
                  <a:lnTo>
                    <a:pt x="469" y="551"/>
                  </a:lnTo>
                  <a:lnTo>
                    <a:pt x="473" y="550"/>
                  </a:lnTo>
                  <a:lnTo>
                    <a:pt x="476" y="548"/>
                  </a:lnTo>
                  <a:lnTo>
                    <a:pt x="478" y="545"/>
                  </a:lnTo>
                  <a:lnTo>
                    <a:pt x="479" y="541"/>
                  </a:lnTo>
                  <a:lnTo>
                    <a:pt x="479" y="541"/>
                  </a:lnTo>
                  <a:lnTo>
                    <a:pt x="478" y="511"/>
                  </a:lnTo>
                  <a:lnTo>
                    <a:pt x="475" y="484"/>
                  </a:lnTo>
                  <a:lnTo>
                    <a:pt x="471" y="461"/>
                  </a:lnTo>
                  <a:lnTo>
                    <a:pt x="464" y="440"/>
                  </a:lnTo>
                  <a:lnTo>
                    <a:pt x="457" y="421"/>
                  </a:lnTo>
                  <a:lnTo>
                    <a:pt x="449" y="405"/>
                  </a:lnTo>
                  <a:lnTo>
                    <a:pt x="441" y="391"/>
                  </a:lnTo>
                  <a:lnTo>
                    <a:pt x="431" y="380"/>
                  </a:lnTo>
                  <a:lnTo>
                    <a:pt x="423" y="369"/>
                  </a:lnTo>
                  <a:lnTo>
                    <a:pt x="413" y="362"/>
                  </a:lnTo>
                  <a:lnTo>
                    <a:pt x="405" y="355"/>
                  </a:lnTo>
                  <a:lnTo>
                    <a:pt x="398" y="350"/>
                  </a:lnTo>
                  <a:lnTo>
                    <a:pt x="385" y="343"/>
                  </a:lnTo>
                  <a:lnTo>
                    <a:pt x="379" y="340"/>
                  </a:lnTo>
                  <a:lnTo>
                    <a:pt x="379" y="340"/>
                  </a:lnTo>
                  <a:close/>
                  <a:moveTo>
                    <a:pt x="338" y="140"/>
                  </a:moveTo>
                  <a:lnTo>
                    <a:pt x="338" y="140"/>
                  </a:lnTo>
                  <a:lnTo>
                    <a:pt x="338" y="144"/>
                  </a:lnTo>
                  <a:lnTo>
                    <a:pt x="340" y="146"/>
                  </a:lnTo>
                  <a:lnTo>
                    <a:pt x="343" y="148"/>
                  </a:lnTo>
                  <a:lnTo>
                    <a:pt x="346" y="148"/>
                  </a:lnTo>
                  <a:lnTo>
                    <a:pt x="372" y="148"/>
                  </a:lnTo>
                  <a:lnTo>
                    <a:pt x="372" y="148"/>
                  </a:lnTo>
                  <a:lnTo>
                    <a:pt x="375" y="148"/>
                  </a:lnTo>
                  <a:lnTo>
                    <a:pt x="377" y="146"/>
                  </a:lnTo>
                  <a:lnTo>
                    <a:pt x="380" y="144"/>
                  </a:lnTo>
                  <a:lnTo>
                    <a:pt x="380" y="140"/>
                  </a:lnTo>
                  <a:lnTo>
                    <a:pt x="380" y="140"/>
                  </a:lnTo>
                  <a:lnTo>
                    <a:pt x="380" y="137"/>
                  </a:lnTo>
                  <a:lnTo>
                    <a:pt x="377" y="134"/>
                  </a:lnTo>
                  <a:lnTo>
                    <a:pt x="375" y="133"/>
                  </a:lnTo>
                  <a:lnTo>
                    <a:pt x="372" y="132"/>
                  </a:lnTo>
                  <a:lnTo>
                    <a:pt x="346" y="132"/>
                  </a:lnTo>
                  <a:lnTo>
                    <a:pt x="346" y="132"/>
                  </a:lnTo>
                  <a:lnTo>
                    <a:pt x="343" y="133"/>
                  </a:lnTo>
                  <a:lnTo>
                    <a:pt x="340" y="134"/>
                  </a:lnTo>
                  <a:lnTo>
                    <a:pt x="338" y="137"/>
                  </a:lnTo>
                  <a:lnTo>
                    <a:pt x="338" y="140"/>
                  </a:lnTo>
                  <a:lnTo>
                    <a:pt x="338" y="140"/>
                  </a:lnTo>
                  <a:close/>
                  <a:moveTo>
                    <a:pt x="328" y="200"/>
                  </a:moveTo>
                  <a:lnTo>
                    <a:pt x="350" y="213"/>
                  </a:lnTo>
                  <a:lnTo>
                    <a:pt x="350" y="213"/>
                  </a:lnTo>
                  <a:lnTo>
                    <a:pt x="354" y="214"/>
                  </a:lnTo>
                  <a:lnTo>
                    <a:pt x="354" y="214"/>
                  </a:lnTo>
                  <a:lnTo>
                    <a:pt x="358" y="213"/>
                  </a:lnTo>
                  <a:lnTo>
                    <a:pt x="361" y="210"/>
                  </a:lnTo>
                  <a:lnTo>
                    <a:pt x="361" y="210"/>
                  </a:lnTo>
                  <a:lnTo>
                    <a:pt x="362" y="207"/>
                  </a:lnTo>
                  <a:lnTo>
                    <a:pt x="362" y="204"/>
                  </a:lnTo>
                  <a:lnTo>
                    <a:pt x="361" y="202"/>
                  </a:lnTo>
                  <a:lnTo>
                    <a:pt x="358" y="200"/>
                  </a:lnTo>
                  <a:lnTo>
                    <a:pt x="335" y="186"/>
                  </a:lnTo>
                  <a:lnTo>
                    <a:pt x="335" y="186"/>
                  </a:lnTo>
                  <a:lnTo>
                    <a:pt x="332" y="186"/>
                  </a:lnTo>
                  <a:lnTo>
                    <a:pt x="330" y="186"/>
                  </a:lnTo>
                  <a:lnTo>
                    <a:pt x="327" y="187"/>
                  </a:lnTo>
                  <a:lnTo>
                    <a:pt x="325" y="189"/>
                  </a:lnTo>
                  <a:lnTo>
                    <a:pt x="325" y="189"/>
                  </a:lnTo>
                  <a:lnTo>
                    <a:pt x="323" y="192"/>
                  </a:lnTo>
                  <a:lnTo>
                    <a:pt x="323" y="195"/>
                  </a:lnTo>
                  <a:lnTo>
                    <a:pt x="326" y="198"/>
                  </a:lnTo>
                  <a:lnTo>
                    <a:pt x="328" y="200"/>
                  </a:lnTo>
                  <a:lnTo>
                    <a:pt x="328" y="200"/>
                  </a:lnTo>
                  <a:close/>
                  <a:moveTo>
                    <a:pt x="332" y="95"/>
                  </a:moveTo>
                  <a:lnTo>
                    <a:pt x="332" y="95"/>
                  </a:lnTo>
                  <a:lnTo>
                    <a:pt x="335" y="94"/>
                  </a:lnTo>
                  <a:lnTo>
                    <a:pt x="358" y="80"/>
                  </a:lnTo>
                  <a:lnTo>
                    <a:pt x="358" y="80"/>
                  </a:lnTo>
                  <a:lnTo>
                    <a:pt x="361" y="78"/>
                  </a:lnTo>
                  <a:lnTo>
                    <a:pt x="362" y="76"/>
                  </a:lnTo>
                  <a:lnTo>
                    <a:pt x="362" y="73"/>
                  </a:lnTo>
                  <a:lnTo>
                    <a:pt x="361" y="69"/>
                  </a:lnTo>
                  <a:lnTo>
                    <a:pt x="361" y="69"/>
                  </a:lnTo>
                  <a:lnTo>
                    <a:pt x="359" y="67"/>
                  </a:lnTo>
                  <a:lnTo>
                    <a:pt x="356" y="66"/>
                  </a:lnTo>
                  <a:lnTo>
                    <a:pt x="353" y="65"/>
                  </a:lnTo>
                  <a:lnTo>
                    <a:pt x="350" y="66"/>
                  </a:lnTo>
                  <a:lnTo>
                    <a:pt x="328" y="80"/>
                  </a:lnTo>
                  <a:lnTo>
                    <a:pt x="328" y="80"/>
                  </a:lnTo>
                  <a:lnTo>
                    <a:pt x="326" y="82"/>
                  </a:lnTo>
                  <a:lnTo>
                    <a:pt x="323" y="84"/>
                  </a:lnTo>
                  <a:lnTo>
                    <a:pt x="323" y="87"/>
                  </a:lnTo>
                  <a:lnTo>
                    <a:pt x="325" y="91"/>
                  </a:lnTo>
                  <a:lnTo>
                    <a:pt x="325" y="91"/>
                  </a:lnTo>
                  <a:lnTo>
                    <a:pt x="328" y="94"/>
                  </a:lnTo>
                  <a:lnTo>
                    <a:pt x="332" y="95"/>
                  </a:lnTo>
                  <a:lnTo>
                    <a:pt x="332" y="95"/>
                  </a:lnTo>
                  <a:close/>
                  <a:moveTo>
                    <a:pt x="178" y="51"/>
                  </a:moveTo>
                  <a:lnTo>
                    <a:pt x="178" y="51"/>
                  </a:lnTo>
                  <a:lnTo>
                    <a:pt x="182" y="55"/>
                  </a:lnTo>
                  <a:lnTo>
                    <a:pt x="186" y="56"/>
                  </a:lnTo>
                  <a:lnTo>
                    <a:pt x="186" y="56"/>
                  </a:lnTo>
                  <a:lnTo>
                    <a:pt x="190" y="55"/>
                  </a:lnTo>
                  <a:lnTo>
                    <a:pt x="190" y="55"/>
                  </a:lnTo>
                  <a:lnTo>
                    <a:pt x="192" y="53"/>
                  </a:lnTo>
                  <a:lnTo>
                    <a:pt x="193" y="49"/>
                  </a:lnTo>
                  <a:lnTo>
                    <a:pt x="193" y="46"/>
                  </a:lnTo>
                  <a:lnTo>
                    <a:pt x="192" y="44"/>
                  </a:lnTo>
                  <a:lnTo>
                    <a:pt x="180" y="21"/>
                  </a:lnTo>
                  <a:lnTo>
                    <a:pt x="180" y="21"/>
                  </a:lnTo>
                  <a:lnTo>
                    <a:pt x="177" y="19"/>
                  </a:lnTo>
                  <a:lnTo>
                    <a:pt x="175" y="18"/>
                  </a:lnTo>
                  <a:lnTo>
                    <a:pt x="172" y="17"/>
                  </a:lnTo>
                  <a:lnTo>
                    <a:pt x="169" y="18"/>
                  </a:lnTo>
                  <a:lnTo>
                    <a:pt x="169" y="18"/>
                  </a:lnTo>
                  <a:lnTo>
                    <a:pt x="167" y="20"/>
                  </a:lnTo>
                  <a:lnTo>
                    <a:pt x="165" y="23"/>
                  </a:lnTo>
                  <a:lnTo>
                    <a:pt x="165" y="26"/>
                  </a:lnTo>
                  <a:lnTo>
                    <a:pt x="166" y="29"/>
                  </a:lnTo>
                  <a:lnTo>
                    <a:pt x="178" y="51"/>
                  </a:lnTo>
                  <a:close/>
                  <a:moveTo>
                    <a:pt x="142" y="186"/>
                  </a:moveTo>
                  <a:lnTo>
                    <a:pt x="120" y="200"/>
                  </a:lnTo>
                  <a:lnTo>
                    <a:pt x="120" y="200"/>
                  </a:lnTo>
                  <a:lnTo>
                    <a:pt x="118" y="202"/>
                  </a:lnTo>
                  <a:lnTo>
                    <a:pt x="116" y="204"/>
                  </a:lnTo>
                  <a:lnTo>
                    <a:pt x="116" y="207"/>
                  </a:lnTo>
                  <a:lnTo>
                    <a:pt x="117" y="210"/>
                  </a:lnTo>
                  <a:lnTo>
                    <a:pt x="117" y="210"/>
                  </a:lnTo>
                  <a:lnTo>
                    <a:pt x="120" y="213"/>
                  </a:lnTo>
                  <a:lnTo>
                    <a:pt x="124" y="214"/>
                  </a:lnTo>
                  <a:lnTo>
                    <a:pt x="124" y="214"/>
                  </a:lnTo>
                  <a:lnTo>
                    <a:pt x="128" y="213"/>
                  </a:lnTo>
                  <a:lnTo>
                    <a:pt x="151" y="200"/>
                  </a:lnTo>
                  <a:lnTo>
                    <a:pt x="151" y="200"/>
                  </a:lnTo>
                  <a:lnTo>
                    <a:pt x="153" y="198"/>
                  </a:lnTo>
                  <a:lnTo>
                    <a:pt x="154" y="195"/>
                  </a:lnTo>
                  <a:lnTo>
                    <a:pt x="155" y="192"/>
                  </a:lnTo>
                  <a:lnTo>
                    <a:pt x="154" y="189"/>
                  </a:lnTo>
                  <a:lnTo>
                    <a:pt x="154" y="189"/>
                  </a:lnTo>
                  <a:lnTo>
                    <a:pt x="152" y="187"/>
                  </a:lnTo>
                  <a:lnTo>
                    <a:pt x="149" y="186"/>
                  </a:lnTo>
                  <a:lnTo>
                    <a:pt x="146" y="186"/>
                  </a:lnTo>
                  <a:lnTo>
                    <a:pt x="142" y="186"/>
                  </a:lnTo>
                  <a:lnTo>
                    <a:pt x="142" y="186"/>
                  </a:lnTo>
                  <a:close/>
                  <a:moveTo>
                    <a:pt x="120" y="80"/>
                  </a:moveTo>
                  <a:lnTo>
                    <a:pt x="142" y="94"/>
                  </a:lnTo>
                  <a:lnTo>
                    <a:pt x="142" y="94"/>
                  </a:lnTo>
                  <a:lnTo>
                    <a:pt x="147" y="95"/>
                  </a:lnTo>
                  <a:lnTo>
                    <a:pt x="147" y="95"/>
                  </a:lnTo>
                  <a:lnTo>
                    <a:pt x="151" y="94"/>
                  </a:lnTo>
                  <a:lnTo>
                    <a:pt x="154" y="91"/>
                  </a:lnTo>
                  <a:lnTo>
                    <a:pt x="154" y="91"/>
                  </a:lnTo>
                  <a:lnTo>
                    <a:pt x="155" y="87"/>
                  </a:lnTo>
                  <a:lnTo>
                    <a:pt x="154" y="84"/>
                  </a:lnTo>
                  <a:lnTo>
                    <a:pt x="153" y="82"/>
                  </a:lnTo>
                  <a:lnTo>
                    <a:pt x="151" y="80"/>
                  </a:lnTo>
                  <a:lnTo>
                    <a:pt x="128" y="66"/>
                  </a:lnTo>
                  <a:lnTo>
                    <a:pt x="128" y="66"/>
                  </a:lnTo>
                  <a:lnTo>
                    <a:pt x="126" y="65"/>
                  </a:lnTo>
                  <a:lnTo>
                    <a:pt x="122" y="66"/>
                  </a:lnTo>
                  <a:lnTo>
                    <a:pt x="119" y="67"/>
                  </a:lnTo>
                  <a:lnTo>
                    <a:pt x="117" y="69"/>
                  </a:lnTo>
                  <a:lnTo>
                    <a:pt x="117" y="69"/>
                  </a:lnTo>
                  <a:lnTo>
                    <a:pt x="116" y="73"/>
                  </a:lnTo>
                  <a:lnTo>
                    <a:pt x="116" y="76"/>
                  </a:lnTo>
                  <a:lnTo>
                    <a:pt x="118" y="78"/>
                  </a:lnTo>
                  <a:lnTo>
                    <a:pt x="120" y="80"/>
                  </a:lnTo>
                  <a:lnTo>
                    <a:pt x="120" y="80"/>
                  </a:lnTo>
                  <a:close/>
                  <a:moveTo>
                    <a:pt x="106" y="148"/>
                  </a:moveTo>
                  <a:lnTo>
                    <a:pt x="133" y="148"/>
                  </a:lnTo>
                  <a:lnTo>
                    <a:pt x="133" y="148"/>
                  </a:lnTo>
                  <a:lnTo>
                    <a:pt x="136" y="148"/>
                  </a:lnTo>
                  <a:lnTo>
                    <a:pt x="138" y="146"/>
                  </a:lnTo>
                  <a:lnTo>
                    <a:pt x="140" y="144"/>
                  </a:lnTo>
                  <a:lnTo>
                    <a:pt x="140" y="140"/>
                  </a:lnTo>
                  <a:lnTo>
                    <a:pt x="140" y="140"/>
                  </a:lnTo>
                  <a:lnTo>
                    <a:pt x="140" y="137"/>
                  </a:lnTo>
                  <a:lnTo>
                    <a:pt x="138" y="134"/>
                  </a:lnTo>
                  <a:lnTo>
                    <a:pt x="136" y="133"/>
                  </a:lnTo>
                  <a:lnTo>
                    <a:pt x="133" y="132"/>
                  </a:lnTo>
                  <a:lnTo>
                    <a:pt x="106" y="132"/>
                  </a:lnTo>
                  <a:lnTo>
                    <a:pt x="106" y="132"/>
                  </a:lnTo>
                  <a:lnTo>
                    <a:pt x="103" y="133"/>
                  </a:lnTo>
                  <a:lnTo>
                    <a:pt x="101" y="134"/>
                  </a:lnTo>
                  <a:lnTo>
                    <a:pt x="99" y="137"/>
                  </a:lnTo>
                  <a:lnTo>
                    <a:pt x="98" y="140"/>
                  </a:lnTo>
                  <a:lnTo>
                    <a:pt x="98" y="140"/>
                  </a:lnTo>
                  <a:lnTo>
                    <a:pt x="99" y="144"/>
                  </a:lnTo>
                  <a:lnTo>
                    <a:pt x="101" y="146"/>
                  </a:lnTo>
                  <a:lnTo>
                    <a:pt x="103" y="148"/>
                  </a:lnTo>
                  <a:lnTo>
                    <a:pt x="106" y="148"/>
                  </a:lnTo>
                  <a:lnTo>
                    <a:pt x="106" y="148"/>
                  </a:lnTo>
                  <a:close/>
                  <a:moveTo>
                    <a:pt x="218" y="279"/>
                  </a:moveTo>
                  <a:lnTo>
                    <a:pt x="260" y="279"/>
                  </a:lnTo>
                  <a:lnTo>
                    <a:pt x="260" y="279"/>
                  </a:lnTo>
                  <a:lnTo>
                    <a:pt x="263" y="278"/>
                  </a:lnTo>
                  <a:lnTo>
                    <a:pt x="266" y="276"/>
                  </a:lnTo>
                  <a:lnTo>
                    <a:pt x="267" y="274"/>
                  </a:lnTo>
                  <a:lnTo>
                    <a:pt x="268" y="271"/>
                  </a:lnTo>
                  <a:lnTo>
                    <a:pt x="268" y="271"/>
                  </a:lnTo>
                  <a:lnTo>
                    <a:pt x="267" y="267"/>
                  </a:lnTo>
                  <a:lnTo>
                    <a:pt x="266" y="265"/>
                  </a:lnTo>
                  <a:lnTo>
                    <a:pt x="263" y="263"/>
                  </a:lnTo>
                  <a:lnTo>
                    <a:pt x="260" y="263"/>
                  </a:lnTo>
                  <a:lnTo>
                    <a:pt x="218" y="263"/>
                  </a:lnTo>
                  <a:lnTo>
                    <a:pt x="218" y="263"/>
                  </a:lnTo>
                  <a:lnTo>
                    <a:pt x="214" y="263"/>
                  </a:lnTo>
                  <a:lnTo>
                    <a:pt x="212" y="265"/>
                  </a:lnTo>
                  <a:lnTo>
                    <a:pt x="210" y="267"/>
                  </a:lnTo>
                  <a:lnTo>
                    <a:pt x="210" y="271"/>
                  </a:lnTo>
                  <a:lnTo>
                    <a:pt x="210" y="271"/>
                  </a:lnTo>
                  <a:lnTo>
                    <a:pt x="210" y="274"/>
                  </a:lnTo>
                  <a:lnTo>
                    <a:pt x="212" y="276"/>
                  </a:lnTo>
                  <a:lnTo>
                    <a:pt x="214" y="278"/>
                  </a:lnTo>
                  <a:lnTo>
                    <a:pt x="218" y="279"/>
                  </a:lnTo>
                  <a:lnTo>
                    <a:pt x="218" y="279"/>
                  </a:lnTo>
                  <a:close/>
                  <a:moveTo>
                    <a:pt x="263" y="288"/>
                  </a:moveTo>
                  <a:lnTo>
                    <a:pt x="216" y="288"/>
                  </a:lnTo>
                  <a:lnTo>
                    <a:pt x="216" y="288"/>
                  </a:lnTo>
                  <a:lnTo>
                    <a:pt x="213" y="288"/>
                  </a:lnTo>
                  <a:lnTo>
                    <a:pt x="211" y="289"/>
                  </a:lnTo>
                  <a:lnTo>
                    <a:pt x="210" y="291"/>
                  </a:lnTo>
                  <a:lnTo>
                    <a:pt x="210" y="293"/>
                  </a:lnTo>
                  <a:lnTo>
                    <a:pt x="210" y="293"/>
                  </a:lnTo>
                  <a:lnTo>
                    <a:pt x="211" y="296"/>
                  </a:lnTo>
                  <a:lnTo>
                    <a:pt x="211" y="296"/>
                  </a:lnTo>
                  <a:lnTo>
                    <a:pt x="211" y="296"/>
                  </a:lnTo>
                  <a:lnTo>
                    <a:pt x="211" y="296"/>
                  </a:lnTo>
                  <a:lnTo>
                    <a:pt x="211" y="296"/>
                  </a:lnTo>
                  <a:lnTo>
                    <a:pt x="216" y="301"/>
                  </a:lnTo>
                  <a:lnTo>
                    <a:pt x="216" y="301"/>
                  </a:lnTo>
                  <a:lnTo>
                    <a:pt x="217" y="302"/>
                  </a:lnTo>
                  <a:lnTo>
                    <a:pt x="221" y="303"/>
                  </a:lnTo>
                  <a:lnTo>
                    <a:pt x="228" y="310"/>
                  </a:lnTo>
                  <a:lnTo>
                    <a:pt x="228" y="310"/>
                  </a:lnTo>
                  <a:lnTo>
                    <a:pt x="230" y="312"/>
                  </a:lnTo>
                  <a:lnTo>
                    <a:pt x="234" y="312"/>
                  </a:lnTo>
                  <a:lnTo>
                    <a:pt x="239" y="313"/>
                  </a:lnTo>
                  <a:lnTo>
                    <a:pt x="239" y="313"/>
                  </a:lnTo>
                  <a:lnTo>
                    <a:pt x="244" y="312"/>
                  </a:lnTo>
                  <a:lnTo>
                    <a:pt x="248" y="311"/>
                  </a:lnTo>
                  <a:lnTo>
                    <a:pt x="249" y="310"/>
                  </a:lnTo>
                  <a:lnTo>
                    <a:pt x="258" y="303"/>
                  </a:lnTo>
                  <a:lnTo>
                    <a:pt x="258" y="303"/>
                  </a:lnTo>
                  <a:lnTo>
                    <a:pt x="260" y="303"/>
                  </a:lnTo>
                  <a:lnTo>
                    <a:pt x="262" y="301"/>
                  </a:lnTo>
                  <a:lnTo>
                    <a:pt x="267" y="296"/>
                  </a:lnTo>
                  <a:lnTo>
                    <a:pt x="267" y="296"/>
                  </a:lnTo>
                  <a:lnTo>
                    <a:pt x="267" y="296"/>
                  </a:lnTo>
                  <a:lnTo>
                    <a:pt x="268" y="293"/>
                  </a:lnTo>
                  <a:lnTo>
                    <a:pt x="268" y="293"/>
                  </a:lnTo>
                  <a:lnTo>
                    <a:pt x="268" y="291"/>
                  </a:lnTo>
                  <a:lnTo>
                    <a:pt x="266" y="289"/>
                  </a:lnTo>
                  <a:lnTo>
                    <a:pt x="265" y="288"/>
                  </a:lnTo>
                  <a:lnTo>
                    <a:pt x="263" y="288"/>
                  </a:lnTo>
                  <a:lnTo>
                    <a:pt x="263" y="288"/>
                  </a:lnTo>
                  <a:close/>
                  <a:moveTo>
                    <a:pt x="186" y="194"/>
                  </a:moveTo>
                  <a:lnTo>
                    <a:pt x="186" y="194"/>
                  </a:lnTo>
                  <a:lnTo>
                    <a:pt x="196" y="209"/>
                  </a:lnTo>
                  <a:lnTo>
                    <a:pt x="204" y="222"/>
                  </a:lnTo>
                  <a:lnTo>
                    <a:pt x="206" y="228"/>
                  </a:lnTo>
                  <a:lnTo>
                    <a:pt x="208" y="234"/>
                  </a:lnTo>
                  <a:lnTo>
                    <a:pt x="209" y="239"/>
                  </a:lnTo>
                  <a:lnTo>
                    <a:pt x="209" y="243"/>
                  </a:lnTo>
                  <a:lnTo>
                    <a:pt x="209" y="243"/>
                  </a:lnTo>
                  <a:lnTo>
                    <a:pt x="209" y="247"/>
                  </a:lnTo>
                  <a:lnTo>
                    <a:pt x="210" y="249"/>
                  </a:lnTo>
                  <a:lnTo>
                    <a:pt x="210" y="249"/>
                  </a:lnTo>
                  <a:lnTo>
                    <a:pt x="213" y="252"/>
                  </a:lnTo>
                  <a:lnTo>
                    <a:pt x="217" y="253"/>
                  </a:lnTo>
                  <a:lnTo>
                    <a:pt x="264" y="253"/>
                  </a:lnTo>
                  <a:lnTo>
                    <a:pt x="264" y="253"/>
                  </a:lnTo>
                  <a:lnTo>
                    <a:pt x="264" y="253"/>
                  </a:lnTo>
                  <a:lnTo>
                    <a:pt x="264" y="253"/>
                  </a:lnTo>
                  <a:lnTo>
                    <a:pt x="267" y="252"/>
                  </a:lnTo>
                  <a:lnTo>
                    <a:pt x="270" y="249"/>
                  </a:lnTo>
                  <a:lnTo>
                    <a:pt x="270" y="249"/>
                  </a:lnTo>
                  <a:lnTo>
                    <a:pt x="272" y="247"/>
                  </a:lnTo>
                  <a:lnTo>
                    <a:pt x="272" y="244"/>
                  </a:lnTo>
                  <a:lnTo>
                    <a:pt x="272" y="244"/>
                  </a:lnTo>
                  <a:lnTo>
                    <a:pt x="272" y="239"/>
                  </a:lnTo>
                  <a:lnTo>
                    <a:pt x="273" y="234"/>
                  </a:lnTo>
                  <a:lnTo>
                    <a:pt x="274" y="227"/>
                  </a:lnTo>
                  <a:lnTo>
                    <a:pt x="276" y="221"/>
                  </a:lnTo>
                  <a:lnTo>
                    <a:pt x="283" y="208"/>
                  </a:lnTo>
                  <a:lnTo>
                    <a:pt x="293" y="194"/>
                  </a:lnTo>
                  <a:lnTo>
                    <a:pt x="293" y="194"/>
                  </a:lnTo>
                  <a:lnTo>
                    <a:pt x="300" y="186"/>
                  </a:lnTo>
                  <a:lnTo>
                    <a:pt x="300" y="186"/>
                  </a:lnTo>
                  <a:lnTo>
                    <a:pt x="307" y="174"/>
                  </a:lnTo>
                  <a:lnTo>
                    <a:pt x="312" y="164"/>
                  </a:lnTo>
                  <a:lnTo>
                    <a:pt x="314" y="151"/>
                  </a:lnTo>
                  <a:lnTo>
                    <a:pt x="315" y="138"/>
                  </a:lnTo>
                  <a:lnTo>
                    <a:pt x="315" y="138"/>
                  </a:lnTo>
                  <a:lnTo>
                    <a:pt x="315" y="131"/>
                  </a:lnTo>
                  <a:lnTo>
                    <a:pt x="314" y="123"/>
                  </a:lnTo>
                  <a:lnTo>
                    <a:pt x="312" y="115"/>
                  </a:lnTo>
                  <a:lnTo>
                    <a:pt x="310" y="109"/>
                  </a:lnTo>
                  <a:lnTo>
                    <a:pt x="307" y="101"/>
                  </a:lnTo>
                  <a:lnTo>
                    <a:pt x="302" y="95"/>
                  </a:lnTo>
                  <a:lnTo>
                    <a:pt x="298" y="88"/>
                  </a:lnTo>
                  <a:lnTo>
                    <a:pt x="293" y="82"/>
                  </a:lnTo>
                  <a:lnTo>
                    <a:pt x="293" y="82"/>
                  </a:lnTo>
                  <a:lnTo>
                    <a:pt x="288" y="77"/>
                  </a:lnTo>
                  <a:lnTo>
                    <a:pt x="281" y="73"/>
                  </a:lnTo>
                  <a:lnTo>
                    <a:pt x="275" y="68"/>
                  </a:lnTo>
                  <a:lnTo>
                    <a:pt x="268" y="65"/>
                  </a:lnTo>
                  <a:lnTo>
                    <a:pt x="261" y="62"/>
                  </a:lnTo>
                  <a:lnTo>
                    <a:pt x="255" y="61"/>
                  </a:lnTo>
                  <a:lnTo>
                    <a:pt x="247" y="60"/>
                  </a:lnTo>
                  <a:lnTo>
                    <a:pt x="239" y="59"/>
                  </a:lnTo>
                  <a:lnTo>
                    <a:pt x="239" y="59"/>
                  </a:lnTo>
                  <a:lnTo>
                    <a:pt x="231" y="60"/>
                  </a:lnTo>
                  <a:lnTo>
                    <a:pt x="224" y="61"/>
                  </a:lnTo>
                  <a:lnTo>
                    <a:pt x="217" y="63"/>
                  </a:lnTo>
                  <a:lnTo>
                    <a:pt x="209" y="65"/>
                  </a:lnTo>
                  <a:lnTo>
                    <a:pt x="203" y="68"/>
                  </a:lnTo>
                  <a:lnTo>
                    <a:pt x="196" y="73"/>
                  </a:lnTo>
                  <a:lnTo>
                    <a:pt x="191" y="77"/>
                  </a:lnTo>
                  <a:lnTo>
                    <a:pt x="186" y="82"/>
                  </a:lnTo>
                  <a:lnTo>
                    <a:pt x="181" y="87"/>
                  </a:lnTo>
                  <a:lnTo>
                    <a:pt x="176" y="94"/>
                  </a:lnTo>
                  <a:lnTo>
                    <a:pt x="172" y="100"/>
                  </a:lnTo>
                  <a:lnTo>
                    <a:pt x="169" y="108"/>
                  </a:lnTo>
                  <a:lnTo>
                    <a:pt x="167" y="115"/>
                  </a:lnTo>
                  <a:lnTo>
                    <a:pt x="165" y="122"/>
                  </a:lnTo>
                  <a:lnTo>
                    <a:pt x="164" y="130"/>
                  </a:lnTo>
                  <a:lnTo>
                    <a:pt x="163" y="138"/>
                  </a:lnTo>
                  <a:lnTo>
                    <a:pt x="163" y="138"/>
                  </a:lnTo>
                  <a:lnTo>
                    <a:pt x="164" y="151"/>
                  </a:lnTo>
                  <a:lnTo>
                    <a:pt x="167" y="163"/>
                  </a:lnTo>
                  <a:lnTo>
                    <a:pt x="171" y="174"/>
                  </a:lnTo>
                  <a:lnTo>
                    <a:pt x="178" y="186"/>
                  </a:lnTo>
                  <a:lnTo>
                    <a:pt x="178" y="186"/>
                  </a:lnTo>
                  <a:lnTo>
                    <a:pt x="186" y="194"/>
                  </a:lnTo>
                  <a:lnTo>
                    <a:pt x="186" y="194"/>
                  </a:lnTo>
                  <a:close/>
                  <a:moveTo>
                    <a:pt x="239" y="75"/>
                  </a:moveTo>
                  <a:lnTo>
                    <a:pt x="239" y="75"/>
                  </a:lnTo>
                  <a:lnTo>
                    <a:pt x="252" y="76"/>
                  </a:lnTo>
                  <a:lnTo>
                    <a:pt x="262" y="80"/>
                  </a:lnTo>
                  <a:lnTo>
                    <a:pt x="273" y="85"/>
                  </a:lnTo>
                  <a:lnTo>
                    <a:pt x="282" y="94"/>
                  </a:lnTo>
                  <a:lnTo>
                    <a:pt x="282" y="94"/>
                  </a:lnTo>
                  <a:lnTo>
                    <a:pt x="290" y="103"/>
                  </a:lnTo>
                  <a:lnTo>
                    <a:pt x="295" y="114"/>
                  </a:lnTo>
                  <a:lnTo>
                    <a:pt x="298" y="126"/>
                  </a:lnTo>
                  <a:lnTo>
                    <a:pt x="299" y="138"/>
                  </a:lnTo>
                  <a:lnTo>
                    <a:pt x="299" y="138"/>
                  </a:lnTo>
                  <a:lnTo>
                    <a:pt x="299" y="149"/>
                  </a:lnTo>
                  <a:lnTo>
                    <a:pt x="296" y="158"/>
                  </a:lnTo>
                  <a:lnTo>
                    <a:pt x="293" y="168"/>
                  </a:lnTo>
                  <a:lnTo>
                    <a:pt x="288" y="176"/>
                  </a:lnTo>
                  <a:lnTo>
                    <a:pt x="288" y="176"/>
                  </a:lnTo>
                  <a:lnTo>
                    <a:pt x="281" y="184"/>
                  </a:lnTo>
                  <a:lnTo>
                    <a:pt x="281" y="184"/>
                  </a:lnTo>
                  <a:lnTo>
                    <a:pt x="281" y="184"/>
                  </a:lnTo>
                  <a:lnTo>
                    <a:pt x="281" y="184"/>
                  </a:lnTo>
                  <a:lnTo>
                    <a:pt x="271" y="199"/>
                  </a:lnTo>
                  <a:lnTo>
                    <a:pt x="263" y="211"/>
                  </a:lnTo>
                  <a:lnTo>
                    <a:pt x="258" y="224"/>
                  </a:lnTo>
                  <a:lnTo>
                    <a:pt x="256" y="237"/>
                  </a:lnTo>
                  <a:lnTo>
                    <a:pt x="225" y="237"/>
                  </a:lnTo>
                  <a:lnTo>
                    <a:pt x="225" y="237"/>
                  </a:lnTo>
                  <a:lnTo>
                    <a:pt x="222" y="225"/>
                  </a:lnTo>
                  <a:lnTo>
                    <a:pt x="217" y="212"/>
                  </a:lnTo>
                  <a:lnTo>
                    <a:pt x="209" y="199"/>
                  </a:lnTo>
                  <a:lnTo>
                    <a:pt x="198" y="185"/>
                  </a:lnTo>
                  <a:lnTo>
                    <a:pt x="198" y="185"/>
                  </a:lnTo>
                  <a:lnTo>
                    <a:pt x="198" y="184"/>
                  </a:lnTo>
                  <a:lnTo>
                    <a:pt x="198" y="184"/>
                  </a:lnTo>
                  <a:lnTo>
                    <a:pt x="191" y="176"/>
                  </a:lnTo>
                  <a:lnTo>
                    <a:pt x="191" y="176"/>
                  </a:lnTo>
                  <a:lnTo>
                    <a:pt x="186" y="168"/>
                  </a:lnTo>
                  <a:lnTo>
                    <a:pt x="182" y="158"/>
                  </a:lnTo>
                  <a:lnTo>
                    <a:pt x="180" y="148"/>
                  </a:lnTo>
                  <a:lnTo>
                    <a:pt x="178" y="138"/>
                  </a:lnTo>
                  <a:lnTo>
                    <a:pt x="178" y="138"/>
                  </a:lnTo>
                  <a:lnTo>
                    <a:pt x="181" y="126"/>
                  </a:lnTo>
                  <a:lnTo>
                    <a:pt x="184" y="114"/>
                  </a:lnTo>
                  <a:lnTo>
                    <a:pt x="189" y="103"/>
                  </a:lnTo>
                  <a:lnTo>
                    <a:pt x="196" y="94"/>
                  </a:lnTo>
                  <a:lnTo>
                    <a:pt x="206" y="85"/>
                  </a:lnTo>
                  <a:lnTo>
                    <a:pt x="216" y="80"/>
                  </a:lnTo>
                  <a:lnTo>
                    <a:pt x="227" y="76"/>
                  </a:lnTo>
                  <a:lnTo>
                    <a:pt x="234" y="76"/>
                  </a:lnTo>
                  <a:lnTo>
                    <a:pt x="239" y="75"/>
                  </a:lnTo>
                  <a:lnTo>
                    <a:pt x="239" y="75"/>
                  </a:lnTo>
                  <a:close/>
                  <a:moveTo>
                    <a:pt x="221" y="348"/>
                  </a:moveTo>
                  <a:lnTo>
                    <a:pt x="221" y="348"/>
                  </a:lnTo>
                  <a:lnTo>
                    <a:pt x="213" y="368"/>
                  </a:lnTo>
                  <a:lnTo>
                    <a:pt x="226" y="386"/>
                  </a:lnTo>
                  <a:lnTo>
                    <a:pt x="254" y="386"/>
                  </a:lnTo>
                  <a:lnTo>
                    <a:pt x="266" y="368"/>
                  </a:lnTo>
                  <a:lnTo>
                    <a:pt x="266" y="368"/>
                  </a:lnTo>
                  <a:lnTo>
                    <a:pt x="258" y="348"/>
                  </a:lnTo>
                  <a:lnTo>
                    <a:pt x="258" y="348"/>
                  </a:lnTo>
                  <a:lnTo>
                    <a:pt x="221" y="348"/>
                  </a:lnTo>
                  <a:lnTo>
                    <a:pt x="221" y="348"/>
                  </a:lnTo>
                  <a:close/>
                </a:path>
              </a:pathLst>
            </a:custGeom>
            <a:solidFill>
              <a:srgbClr val="001F33"/>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3" name="Gruppo 2">
            <a:extLst>
              <a:ext uri="{FF2B5EF4-FFF2-40B4-BE49-F238E27FC236}">
                <a16:creationId xmlns:a16="http://schemas.microsoft.com/office/drawing/2014/main" id="{692B4AFA-0A7E-DD2C-D857-B3C54D1A6766}"/>
              </a:ext>
            </a:extLst>
          </p:cNvPr>
          <p:cNvGrpSpPr/>
          <p:nvPr/>
        </p:nvGrpSpPr>
        <p:grpSpPr>
          <a:xfrm>
            <a:off x="1846221" y="2588388"/>
            <a:ext cx="2186389" cy="1681223"/>
            <a:chOff x="1846221" y="2588388"/>
            <a:chExt cx="2186389" cy="1681223"/>
          </a:xfrm>
        </p:grpSpPr>
        <p:grpSp>
          <p:nvGrpSpPr>
            <p:cNvPr id="30" name="Group 8">
              <a:extLst>
                <a:ext uri="{FF2B5EF4-FFF2-40B4-BE49-F238E27FC236}">
                  <a16:creationId xmlns:a16="http://schemas.microsoft.com/office/drawing/2014/main" id="{FB504968-46F9-67DD-2413-15C076A71D6A}"/>
                </a:ext>
              </a:extLst>
            </p:cNvPr>
            <p:cNvGrpSpPr/>
            <p:nvPr/>
          </p:nvGrpSpPr>
          <p:grpSpPr>
            <a:xfrm>
              <a:off x="1846221" y="2588388"/>
              <a:ext cx="2186389" cy="1681223"/>
              <a:chOff x="4836164" y="1944086"/>
              <a:chExt cx="2186389" cy="1681223"/>
            </a:xfrm>
          </p:grpSpPr>
          <p:sp>
            <p:nvSpPr>
              <p:cNvPr id="31" name="Freeform: Shape 27">
                <a:extLst>
                  <a:ext uri="{FF2B5EF4-FFF2-40B4-BE49-F238E27FC236}">
                    <a16:creationId xmlns:a16="http://schemas.microsoft.com/office/drawing/2014/main" id="{E7B94618-9891-4714-D92A-BE661D6A5D34}"/>
                  </a:ext>
                </a:extLst>
              </p:cNvPr>
              <p:cNvSpPr/>
              <p:nvPr/>
            </p:nvSpPr>
            <p:spPr>
              <a:xfrm>
                <a:off x="4836164" y="1944086"/>
                <a:ext cx="2186389" cy="1681223"/>
              </a:xfrm>
              <a:custGeom>
                <a:avLst/>
                <a:gdLst>
                  <a:gd name="connsiteX0" fmla="*/ 1313724 w 2075113"/>
                  <a:gd name="connsiteY0" fmla="*/ 886 h 1595656"/>
                  <a:gd name="connsiteX1" fmla="*/ 1746737 w 2075113"/>
                  <a:gd name="connsiteY1" fmla="*/ 154044 h 1595656"/>
                  <a:gd name="connsiteX2" fmla="*/ 1999885 w 2075113"/>
                  <a:gd name="connsiteY2" fmla="*/ 1137149 h 1595656"/>
                  <a:gd name="connsiteX3" fmla="*/ 1096924 w 2075113"/>
                  <a:gd name="connsiteY3" fmla="*/ 1574991 h 1595656"/>
                  <a:gd name="connsiteX4" fmla="*/ 907776 w 2075113"/>
                  <a:gd name="connsiteY4" fmla="*/ 1501203 h 1595656"/>
                  <a:gd name="connsiteX5" fmla="*/ 845990 w 2075113"/>
                  <a:gd name="connsiteY5" fmla="*/ 1468789 h 1595656"/>
                  <a:gd name="connsiteX6" fmla="*/ 60864 w 2075113"/>
                  <a:gd name="connsiteY6" fmla="*/ 1462869 h 1595656"/>
                  <a:gd name="connsiteX7" fmla="*/ 11555 w 2075113"/>
                  <a:gd name="connsiteY7" fmla="*/ 1454160 h 1595656"/>
                  <a:gd name="connsiteX8" fmla="*/ 6808 w 2075113"/>
                  <a:gd name="connsiteY8" fmla="*/ 1405913 h 1595656"/>
                  <a:gd name="connsiteX9" fmla="*/ 582458 w 2075113"/>
                  <a:gd name="connsiteY9" fmla="*/ 408858 h 1595656"/>
                  <a:gd name="connsiteX10" fmla="*/ 1164804 w 2075113"/>
                  <a:gd name="connsiteY10" fmla="*/ 7965 h 1595656"/>
                  <a:gd name="connsiteX11" fmla="*/ 1313724 w 2075113"/>
                  <a:gd name="connsiteY11" fmla="*/ 886 h 159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75113" h="1595656">
                    <a:moveTo>
                      <a:pt x="1313724" y="886"/>
                    </a:moveTo>
                    <a:cubicBezTo>
                      <a:pt x="1463507" y="7998"/>
                      <a:pt x="1613872" y="58023"/>
                      <a:pt x="1746737" y="154044"/>
                    </a:cubicBezTo>
                    <a:cubicBezTo>
                      <a:pt x="2053107" y="376011"/>
                      <a:pt x="2162900" y="793452"/>
                      <a:pt x="1999885" y="1137149"/>
                    </a:cubicBezTo>
                    <a:cubicBezTo>
                      <a:pt x="1835148" y="1489410"/>
                      <a:pt x="1451635" y="1657457"/>
                      <a:pt x="1096924" y="1574991"/>
                    </a:cubicBezTo>
                    <a:cubicBezTo>
                      <a:pt x="1031595" y="1559870"/>
                      <a:pt x="967099" y="1532303"/>
                      <a:pt x="907776" y="1501203"/>
                    </a:cubicBezTo>
                    <a:lnTo>
                      <a:pt x="845990" y="1468789"/>
                    </a:lnTo>
                    <a:cubicBezTo>
                      <a:pt x="688360" y="1390602"/>
                      <a:pt x="387986" y="1297681"/>
                      <a:pt x="60864" y="1462869"/>
                    </a:cubicBezTo>
                    <a:cubicBezTo>
                      <a:pt x="42831" y="1471795"/>
                      <a:pt x="23479" y="1466272"/>
                      <a:pt x="11555" y="1454160"/>
                    </a:cubicBezTo>
                    <a:cubicBezTo>
                      <a:pt x="-369" y="1442047"/>
                      <a:pt x="-4867" y="1423345"/>
                      <a:pt x="6808" y="1405913"/>
                    </a:cubicBezTo>
                    <a:lnTo>
                      <a:pt x="582458" y="408858"/>
                    </a:lnTo>
                    <a:cubicBezTo>
                      <a:pt x="706507" y="193999"/>
                      <a:pt x="920554" y="40768"/>
                      <a:pt x="1164804" y="7965"/>
                    </a:cubicBezTo>
                    <a:cubicBezTo>
                      <a:pt x="1213933" y="913"/>
                      <a:pt x="1263796" y="-1484"/>
                      <a:pt x="1313724" y="886"/>
                    </a:cubicBezTo>
                    <a:close/>
                  </a:path>
                </a:pathLst>
              </a:custGeom>
              <a:solidFill>
                <a:srgbClr val="001F33"/>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2" name="Circle">
                <a:extLst>
                  <a:ext uri="{FF2B5EF4-FFF2-40B4-BE49-F238E27FC236}">
                    <a16:creationId xmlns:a16="http://schemas.microsoft.com/office/drawing/2014/main" id="{1032F261-2EDF-4E47-44A6-DC1E22112354}"/>
                  </a:ext>
                </a:extLst>
              </p:cNvPr>
              <p:cNvSpPr/>
              <p:nvPr/>
            </p:nvSpPr>
            <p:spPr>
              <a:xfrm>
                <a:off x="5412995" y="2016412"/>
                <a:ext cx="1539025" cy="1539025"/>
              </a:xfrm>
              <a:prstGeom prst="ellipse">
                <a:avLst/>
              </a:prstGeom>
              <a:solidFill>
                <a:srgbClr val="FFFFFF">
                  <a:alpha val="77000"/>
                </a:srgbClr>
              </a:solidFill>
              <a:ln w="12700">
                <a:miter lim="400000"/>
              </a:ln>
            </p:spPr>
            <p:txBody>
              <a:bodyPr lIns="28575" tIns="28575" rIns="28575" bIns="28575"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0" cap="none" spc="0" normalizeH="0" baseline="0" noProof="0">
                  <a:ln>
                    <a:noFill/>
                  </a:ln>
                  <a:solidFill>
                    <a:srgbClr val="FFFFFF"/>
                  </a:solidFill>
                  <a:effectLst/>
                  <a:uLnTx/>
                  <a:uFillTx/>
                  <a:latin typeface="Calibri" panose="020F0502020204030204"/>
                </a:endParaRPr>
              </a:p>
            </p:txBody>
          </p:sp>
        </p:grpSp>
        <p:sp>
          <p:nvSpPr>
            <p:cNvPr id="52" name="Freeform 20">
              <a:extLst>
                <a:ext uri="{FF2B5EF4-FFF2-40B4-BE49-F238E27FC236}">
                  <a16:creationId xmlns:a16="http://schemas.microsoft.com/office/drawing/2014/main" id="{D2463A8F-98B7-7C01-643D-192361310D9E}"/>
                </a:ext>
              </a:extLst>
            </p:cNvPr>
            <p:cNvSpPr>
              <a:spLocks noEditPoints="1"/>
            </p:cNvSpPr>
            <p:nvPr/>
          </p:nvSpPr>
          <p:spPr bwMode="auto">
            <a:xfrm>
              <a:off x="2882898" y="2997129"/>
              <a:ext cx="654340" cy="709326"/>
            </a:xfrm>
            <a:custGeom>
              <a:avLst/>
              <a:gdLst>
                <a:gd name="T0" fmla="*/ 246 w 479"/>
                <a:gd name="T1" fmla="*/ 4 h 566"/>
                <a:gd name="T2" fmla="*/ 231 w 479"/>
                <a:gd name="T3" fmla="*/ 33 h 566"/>
                <a:gd name="T4" fmla="*/ 293 w 479"/>
                <a:gd name="T5" fmla="*/ 56 h 566"/>
                <a:gd name="T6" fmla="*/ 310 w 479"/>
                <a:gd name="T7" fmla="*/ 18 h 566"/>
                <a:gd name="T8" fmla="*/ 284 w 479"/>
                <a:gd name="T9" fmla="*/ 49 h 566"/>
                <a:gd name="T10" fmla="*/ 297 w 479"/>
                <a:gd name="T11" fmla="*/ 292 h 566"/>
                <a:gd name="T12" fmla="*/ 311 w 479"/>
                <a:gd name="T13" fmla="*/ 337 h 566"/>
                <a:gd name="T14" fmla="*/ 163 w 479"/>
                <a:gd name="T15" fmla="*/ 340 h 566"/>
                <a:gd name="T16" fmla="*/ 189 w 479"/>
                <a:gd name="T17" fmla="*/ 294 h 566"/>
                <a:gd name="T18" fmla="*/ 94 w 479"/>
                <a:gd name="T19" fmla="*/ 343 h 566"/>
                <a:gd name="T20" fmla="*/ 14 w 479"/>
                <a:gd name="T21" fmla="*/ 440 h 566"/>
                <a:gd name="T22" fmla="*/ 10 w 479"/>
                <a:gd name="T23" fmla="*/ 551 h 566"/>
                <a:gd name="T24" fmla="*/ 390 w 479"/>
                <a:gd name="T25" fmla="*/ 566 h 566"/>
                <a:gd name="T26" fmla="*/ 469 w 479"/>
                <a:gd name="T27" fmla="*/ 551 h 566"/>
                <a:gd name="T28" fmla="*/ 464 w 479"/>
                <a:gd name="T29" fmla="*/ 440 h 566"/>
                <a:gd name="T30" fmla="*/ 385 w 479"/>
                <a:gd name="T31" fmla="*/ 343 h 566"/>
                <a:gd name="T32" fmla="*/ 372 w 479"/>
                <a:gd name="T33" fmla="*/ 148 h 566"/>
                <a:gd name="T34" fmla="*/ 375 w 479"/>
                <a:gd name="T35" fmla="*/ 133 h 566"/>
                <a:gd name="T36" fmla="*/ 328 w 479"/>
                <a:gd name="T37" fmla="*/ 200 h 566"/>
                <a:gd name="T38" fmla="*/ 362 w 479"/>
                <a:gd name="T39" fmla="*/ 204 h 566"/>
                <a:gd name="T40" fmla="*/ 325 w 479"/>
                <a:gd name="T41" fmla="*/ 189 h 566"/>
                <a:gd name="T42" fmla="*/ 358 w 479"/>
                <a:gd name="T43" fmla="*/ 80 h 566"/>
                <a:gd name="T44" fmla="*/ 353 w 479"/>
                <a:gd name="T45" fmla="*/ 65 h 566"/>
                <a:gd name="T46" fmla="*/ 328 w 479"/>
                <a:gd name="T47" fmla="*/ 94 h 566"/>
                <a:gd name="T48" fmla="*/ 190 w 479"/>
                <a:gd name="T49" fmla="*/ 55 h 566"/>
                <a:gd name="T50" fmla="*/ 172 w 479"/>
                <a:gd name="T51" fmla="*/ 17 h 566"/>
                <a:gd name="T52" fmla="*/ 120 w 479"/>
                <a:gd name="T53" fmla="*/ 200 h 566"/>
                <a:gd name="T54" fmla="*/ 124 w 479"/>
                <a:gd name="T55" fmla="*/ 214 h 566"/>
                <a:gd name="T56" fmla="*/ 152 w 479"/>
                <a:gd name="T57" fmla="*/ 187 h 566"/>
                <a:gd name="T58" fmla="*/ 147 w 479"/>
                <a:gd name="T59" fmla="*/ 95 h 566"/>
                <a:gd name="T60" fmla="*/ 128 w 479"/>
                <a:gd name="T61" fmla="*/ 66 h 566"/>
                <a:gd name="T62" fmla="*/ 120 w 479"/>
                <a:gd name="T63" fmla="*/ 80 h 566"/>
                <a:gd name="T64" fmla="*/ 140 w 479"/>
                <a:gd name="T65" fmla="*/ 140 h 566"/>
                <a:gd name="T66" fmla="*/ 99 w 479"/>
                <a:gd name="T67" fmla="*/ 137 h 566"/>
                <a:gd name="T68" fmla="*/ 260 w 479"/>
                <a:gd name="T69" fmla="*/ 279 h 566"/>
                <a:gd name="T70" fmla="*/ 263 w 479"/>
                <a:gd name="T71" fmla="*/ 263 h 566"/>
                <a:gd name="T72" fmla="*/ 210 w 479"/>
                <a:gd name="T73" fmla="*/ 274 h 566"/>
                <a:gd name="T74" fmla="*/ 211 w 479"/>
                <a:gd name="T75" fmla="*/ 289 h 566"/>
                <a:gd name="T76" fmla="*/ 216 w 479"/>
                <a:gd name="T77" fmla="*/ 301 h 566"/>
                <a:gd name="T78" fmla="*/ 239 w 479"/>
                <a:gd name="T79" fmla="*/ 313 h 566"/>
                <a:gd name="T80" fmla="*/ 267 w 479"/>
                <a:gd name="T81" fmla="*/ 296 h 566"/>
                <a:gd name="T82" fmla="*/ 186 w 479"/>
                <a:gd name="T83" fmla="*/ 194 h 566"/>
                <a:gd name="T84" fmla="*/ 209 w 479"/>
                <a:gd name="T85" fmla="*/ 247 h 566"/>
                <a:gd name="T86" fmla="*/ 267 w 479"/>
                <a:gd name="T87" fmla="*/ 252 h 566"/>
                <a:gd name="T88" fmla="*/ 276 w 479"/>
                <a:gd name="T89" fmla="*/ 221 h 566"/>
                <a:gd name="T90" fmla="*/ 315 w 479"/>
                <a:gd name="T91" fmla="*/ 138 h 566"/>
                <a:gd name="T92" fmla="*/ 293 w 479"/>
                <a:gd name="T93" fmla="*/ 82 h 566"/>
                <a:gd name="T94" fmla="*/ 239 w 479"/>
                <a:gd name="T95" fmla="*/ 59 h 566"/>
                <a:gd name="T96" fmla="*/ 186 w 479"/>
                <a:gd name="T97" fmla="*/ 82 h 566"/>
                <a:gd name="T98" fmla="*/ 163 w 479"/>
                <a:gd name="T99" fmla="*/ 138 h 566"/>
                <a:gd name="T100" fmla="*/ 239 w 479"/>
                <a:gd name="T101" fmla="*/ 75 h 566"/>
                <a:gd name="T102" fmla="*/ 299 w 479"/>
                <a:gd name="T103" fmla="*/ 138 h 566"/>
                <a:gd name="T104" fmla="*/ 281 w 479"/>
                <a:gd name="T105" fmla="*/ 184 h 566"/>
                <a:gd name="T106" fmla="*/ 217 w 479"/>
                <a:gd name="T107" fmla="*/ 212 h 566"/>
                <a:gd name="T108" fmla="*/ 182 w 479"/>
                <a:gd name="T109" fmla="*/ 158 h 566"/>
                <a:gd name="T110" fmla="*/ 216 w 479"/>
                <a:gd name="T111" fmla="*/ 80 h 566"/>
                <a:gd name="T112" fmla="*/ 254 w 479"/>
                <a:gd name="T113" fmla="*/ 38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9" h="566">
                  <a:moveTo>
                    <a:pt x="239" y="41"/>
                  </a:moveTo>
                  <a:lnTo>
                    <a:pt x="239" y="41"/>
                  </a:lnTo>
                  <a:lnTo>
                    <a:pt x="242" y="41"/>
                  </a:lnTo>
                  <a:lnTo>
                    <a:pt x="245" y="39"/>
                  </a:lnTo>
                  <a:lnTo>
                    <a:pt x="246" y="37"/>
                  </a:lnTo>
                  <a:lnTo>
                    <a:pt x="247" y="33"/>
                  </a:lnTo>
                  <a:lnTo>
                    <a:pt x="247" y="7"/>
                  </a:lnTo>
                  <a:lnTo>
                    <a:pt x="247" y="7"/>
                  </a:lnTo>
                  <a:lnTo>
                    <a:pt x="246" y="4"/>
                  </a:lnTo>
                  <a:lnTo>
                    <a:pt x="245" y="2"/>
                  </a:lnTo>
                  <a:lnTo>
                    <a:pt x="242" y="0"/>
                  </a:lnTo>
                  <a:lnTo>
                    <a:pt x="239" y="0"/>
                  </a:lnTo>
                  <a:lnTo>
                    <a:pt x="239" y="0"/>
                  </a:lnTo>
                  <a:lnTo>
                    <a:pt x="236" y="0"/>
                  </a:lnTo>
                  <a:lnTo>
                    <a:pt x="234" y="2"/>
                  </a:lnTo>
                  <a:lnTo>
                    <a:pt x="231" y="4"/>
                  </a:lnTo>
                  <a:lnTo>
                    <a:pt x="231" y="7"/>
                  </a:lnTo>
                  <a:lnTo>
                    <a:pt x="231" y="33"/>
                  </a:lnTo>
                  <a:lnTo>
                    <a:pt x="231" y="33"/>
                  </a:lnTo>
                  <a:lnTo>
                    <a:pt x="231" y="37"/>
                  </a:lnTo>
                  <a:lnTo>
                    <a:pt x="234" y="39"/>
                  </a:lnTo>
                  <a:lnTo>
                    <a:pt x="236" y="41"/>
                  </a:lnTo>
                  <a:lnTo>
                    <a:pt x="239" y="41"/>
                  </a:lnTo>
                  <a:lnTo>
                    <a:pt x="239" y="41"/>
                  </a:lnTo>
                  <a:close/>
                  <a:moveTo>
                    <a:pt x="289" y="55"/>
                  </a:moveTo>
                  <a:lnTo>
                    <a:pt x="289" y="55"/>
                  </a:lnTo>
                  <a:lnTo>
                    <a:pt x="293" y="56"/>
                  </a:lnTo>
                  <a:lnTo>
                    <a:pt x="293" y="56"/>
                  </a:lnTo>
                  <a:lnTo>
                    <a:pt x="296" y="55"/>
                  </a:lnTo>
                  <a:lnTo>
                    <a:pt x="299" y="51"/>
                  </a:lnTo>
                  <a:lnTo>
                    <a:pt x="313" y="29"/>
                  </a:lnTo>
                  <a:lnTo>
                    <a:pt x="313" y="29"/>
                  </a:lnTo>
                  <a:lnTo>
                    <a:pt x="314" y="26"/>
                  </a:lnTo>
                  <a:lnTo>
                    <a:pt x="313" y="23"/>
                  </a:lnTo>
                  <a:lnTo>
                    <a:pt x="312" y="20"/>
                  </a:lnTo>
                  <a:lnTo>
                    <a:pt x="310" y="18"/>
                  </a:lnTo>
                  <a:lnTo>
                    <a:pt x="310" y="18"/>
                  </a:lnTo>
                  <a:lnTo>
                    <a:pt x="307" y="17"/>
                  </a:lnTo>
                  <a:lnTo>
                    <a:pt x="303" y="18"/>
                  </a:lnTo>
                  <a:lnTo>
                    <a:pt x="301" y="19"/>
                  </a:lnTo>
                  <a:lnTo>
                    <a:pt x="299" y="21"/>
                  </a:lnTo>
                  <a:lnTo>
                    <a:pt x="285" y="44"/>
                  </a:lnTo>
                  <a:lnTo>
                    <a:pt x="285" y="44"/>
                  </a:lnTo>
                  <a:lnTo>
                    <a:pt x="284" y="46"/>
                  </a:lnTo>
                  <a:lnTo>
                    <a:pt x="284" y="49"/>
                  </a:lnTo>
                  <a:lnTo>
                    <a:pt x="286" y="53"/>
                  </a:lnTo>
                  <a:lnTo>
                    <a:pt x="289" y="55"/>
                  </a:lnTo>
                  <a:lnTo>
                    <a:pt x="289" y="55"/>
                  </a:lnTo>
                  <a:close/>
                  <a:moveTo>
                    <a:pt x="379" y="340"/>
                  </a:moveTo>
                  <a:lnTo>
                    <a:pt x="326" y="321"/>
                  </a:lnTo>
                  <a:lnTo>
                    <a:pt x="303" y="296"/>
                  </a:lnTo>
                  <a:lnTo>
                    <a:pt x="303" y="296"/>
                  </a:lnTo>
                  <a:lnTo>
                    <a:pt x="300" y="293"/>
                  </a:lnTo>
                  <a:lnTo>
                    <a:pt x="297" y="292"/>
                  </a:lnTo>
                  <a:lnTo>
                    <a:pt x="293" y="293"/>
                  </a:lnTo>
                  <a:lnTo>
                    <a:pt x="289" y="294"/>
                  </a:lnTo>
                  <a:lnTo>
                    <a:pt x="289" y="294"/>
                  </a:lnTo>
                  <a:lnTo>
                    <a:pt x="286" y="298"/>
                  </a:lnTo>
                  <a:lnTo>
                    <a:pt x="285" y="301"/>
                  </a:lnTo>
                  <a:lnTo>
                    <a:pt x="285" y="306"/>
                  </a:lnTo>
                  <a:lnTo>
                    <a:pt x="288" y="310"/>
                  </a:lnTo>
                  <a:lnTo>
                    <a:pt x="311" y="337"/>
                  </a:lnTo>
                  <a:lnTo>
                    <a:pt x="311" y="337"/>
                  </a:lnTo>
                  <a:lnTo>
                    <a:pt x="313" y="338"/>
                  </a:lnTo>
                  <a:lnTo>
                    <a:pt x="316" y="340"/>
                  </a:lnTo>
                  <a:lnTo>
                    <a:pt x="335" y="347"/>
                  </a:lnTo>
                  <a:lnTo>
                    <a:pt x="261" y="539"/>
                  </a:lnTo>
                  <a:lnTo>
                    <a:pt x="253" y="397"/>
                  </a:lnTo>
                  <a:lnTo>
                    <a:pt x="226" y="397"/>
                  </a:lnTo>
                  <a:lnTo>
                    <a:pt x="218" y="541"/>
                  </a:lnTo>
                  <a:lnTo>
                    <a:pt x="141" y="348"/>
                  </a:lnTo>
                  <a:lnTo>
                    <a:pt x="163" y="340"/>
                  </a:lnTo>
                  <a:lnTo>
                    <a:pt x="163" y="340"/>
                  </a:lnTo>
                  <a:lnTo>
                    <a:pt x="165" y="338"/>
                  </a:lnTo>
                  <a:lnTo>
                    <a:pt x="167" y="337"/>
                  </a:lnTo>
                  <a:lnTo>
                    <a:pt x="191" y="310"/>
                  </a:lnTo>
                  <a:lnTo>
                    <a:pt x="191" y="310"/>
                  </a:lnTo>
                  <a:lnTo>
                    <a:pt x="192" y="306"/>
                  </a:lnTo>
                  <a:lnTo>
                    <a:pt x="193" y="301"/>
                  </a:lnTo>
                  <a:lnTo>
                    <a:pt x="192" y="298"/>
                  </a:lnTo>
                  <a:lnTo>
                    <a:pt x="189" y="294"/>
                  </a:lnTo>
                  <a:lnTo>
                    <a:pt x="189" y="294"/>
                  </a:lnTo>
                  <a:lnTo>
                    <a:pt x="186" y="293"/>
                  </a:lnTo>
                  <a:lnTo>
                    <a:pt x="182" y="292"/>
                  </a:lnTo>
                  <a:lnTo>
                    <a:pt x="177" y="293"/>
                  </a:lnTo>
                  <a:lnTo>
                    <a:pt x="174" y="296"/>
                  </a:lnTo>
                  <a:lnTo>
                    <a:pt x="153" y="321"/>
                  </a:lnTo>
                  <a:lnTo>
                    <a:pt x="100" y="340"/>
                  </a:lnTo>
                  <a:lnTo>
                    <a:pt x="100" y="340"/>
                  </a:lnTo>
                  <a:lnTo>
                    <a:pt x="94" y="343"/>
                  </a:lnTo>
                  <a:lnTo>
                    <a:pt x="81" y="350"/>
                  </a:lnTo>
                  <a:lnTo>
                    <a:pt x="73" y="355"/>
                  </a:lnTo>
                  <a:lnTo>
                    <a:pt x="64" y="362"/>
                  </a:lnTo>
                  <a:lnTo>
                    <a:pt x="56" y="369"/>
                  </a:lnTo>
                  <a:lnTo>
                    <a:pt x="47" y="380"/>
                  </a:lnTo>
                  <a:lnTo>
                    <a:pt x="38" y="391"/>
                  </a:lnTo>
                  <a:lnTo>
                    <a:pt x="29" y="405"/>
                  </a:lnTo>
                  <a:lnTo>
                    <a:pt x="21" y="421"/>
                  </a:lnTo>
                  <a:lnTo>
                    <a:pt x="14" y="440"/>
                  </a:lnTo>
                  <a:lnTo>
                    <a:pt x="8" y="461"/>
                  </a:lnTo>
                  <a:lnTo>
                    <a:pt x="4" y="484"/>
                  </a:lnTo>
                  <a:lnTo>
                    <a:pt x="1" y="511"/>
                  </a:lnTo>
                  <a:lnTo>
                    <a:pt x="0" y="541"/>
                  </a:lnTo>
                  <a:lnTo>
                    <a:pt x="0" y="541"/>
                  </a:lnTo>
                  <a:lnTo>
                    <a:pt x="1" y="545"/>
                  </a:lnTo>
                  <a:lnTo>
                    <a:pt x="3" y="548"/>
                  </a:lnTo>
                  <a:lnTo>
                    <a:pt x="6" y="550"/>
                  </a:lnTo>
                  <a:lnTo>
                    <a:pt x="10" y="551"/>
                  </a:lnTo>
                  <a:lnTo>
                    <a:pt x="10" y="551"/>
                  </a:lnTo>
                  <a:lnTo>
                    <a:pt x="78" y="551"/>
                  </a:lnTo>
                  <a:lnTo>
                    <a:pt x="78" y="555"/>
                  </a:lnTo>
                  <a:lnTo>
                    <a:pt x="78" y="555"/>
                  </a:lnTo>
                  <a:lnTo>
                    <a:pt x="79" y="560"/>
                  </a:lnTo>
                  <a:lnTo>
                    <a:pt x="81" y="563"/>
                  </a:lnTo>
                  <a:lnTo>
                    <a:pt x="84" y="565"/>
                  </a:lnTo>
                  <a:lnTo>
                    <a:pt x="88" y="566"/>
                  </a:lnTo>
                  <a:lnTo>
                    <a:pt x="390" y="566"/>
                  </a:lnTo>
                  <a:lnTo>
                    <a:pt x="390" y="566"/>
                  </a:lnTo>
                  <a:lnTo>
                    <a:pt x="394" y="565"/>
                  </a:lnTo>
                  <a:lnTo>
                    <a:pt x="398" y="563"/>
                  </a:lnTo>
                  <a:lnTo>
                    <a:pt x="400" y="560"/>
                  </a:lnTo>
                  <a:lnTo>
                    <a:pt x="401" y="555"/>
                  </a:lnTo>
                  <a:lnTo>
                    <a:pt x="401" y="551"/>
                  </a:lnTo>
                  <a:lnTo>
                    <a:pt x="401" y="551"/>
                  </a:lnTo>
                  <a:lnTo>
                    <a:pt x="469" y="551"/>
                  </a:lnTo>
                  <a:lnTo>
                    <a:pt x="469" y="551"/>
                  </a:lnTo>
                  <a:lnTo>
                    <a:pt x="473" y="550"/>
                  </a:lnTo>
                  <a:lnTo>
                    <a:pt x="476" y="548"/>
                  </a:lnTo>
                  <a:lnTo>
                    <a:pt x="478" y="545"/>
                  </a:lnTo>
                  <a:lnTo>
                    <a:pt x="479" y="541"/>
                  </a:lnTo>
                  <a:lnTo>
                    <a:pt x="479" y="541"/>
                  </a:lnTo>
                  <a:lnTo>
                    <a:pt x="478" y="511"/>
                  </a:lnTo>
                  <a:lnTo>
                    <a:pt x="475" y="484"/>
                  </a:lnTo>
                  <a:lnTo>
                    <a:pt x="471" y="461"/>
                  </a:lnTo>
                  <a:lnTo>
                    <a:pt x="464" y="440"/>
                  </a:lnTo>
                  <a:lnTo>
                    <a:pt x="457" y="421"/>
                  </a:lnTo>
                  <a:lnTo>
                    <a:pt x="449" y="405"/>
                  </a:lnTo>
                  <a:lnTo>
                    <a:pt x="441" y="391"/>
                  </a:lnTo>
                  <a:lnTo>
                    <a:pt x="431" y="380"/>
                  </a:lnTo>
                  <a:lnTo>
                    <a:pt x="423" y="369"/>
                  </a:lnTo>
                  <a:lnTo>
                    <a:pt x="413" y="362"/>
                  </a:lnTo>
                  <a:lnTo>
                    <a:pt x="405" y="355"/>
                  </a:lnTo>
                  <a:lnTo>
                    <a:pt x="398" y="350"/>
                  </a:lnTo>
                  <a:lnTo>
                    <a:pt x="385" y="343"/>
                  </a:lnTo>
                  <a:lnTo>
                    <a:pt x="379" y="340"/>
                  </a:lnTo>
                  <a:lnTo>
                    <a:pt x="379" y="340"/>
                  </a:lnTo>
                  <a:close/>
                  <a:moveTo>
                    <a:pt x="338" y="140"/>
                  </a:moveTo>
                  <a:lnTo>
                    <a:pt x="338" y="140"/>
                  </a:lnTo>
                  <a:lnTo>
                    <a:pt x="338" y="144"/>
                  </a:lnTo>
                  <a:lnTo>
                    <a:pt x="340" y="146"/>
                  </a:lnTo>
                  <a:lnTo>
                    <a:pt x="343" y="148"/>
                  </a:lnTo>
                  <a:lnTo>
                    <a:pt x="346" y="148"/>
                  </a:lnTo>
                  <a:lnTo>
                    <a:pt x="372" y="148"/>
                  </a:lnTo>
                  <a:lnTo>
                    <a:pt x="372" y="148"/>
                  </a:lnTo>
                  <a:lnTo>
                    <a:pt x="375" y="148"/>
                  </a:lnTo>
                  <a:lnTo>
                    <a:pt x="377" y="146"/>
                  </a:lnTo>
                  <a:lnTo>
                    <a:pt x="380" y="144"/>
                  </a:lnTo>
                  <a:lnTo>
                    <a:pt x="380" y="140"/>
                  </a:lnTo>
                  <a:lnTo>
                    <a:pt x="380" y="140"/>
                  </a:lnTo>
                  <a:lnTo>
                    <a:pt x="380" y="137"/>
                  </a:lnTo>
                  <a:lnTo>
                    <a:pt x="377" y="134"/>
                  </a:lnTo>
                  <a:lnTo>
                    <a:pt x="375" y="133"/>
                  </a:lnTo>
                  <a:lnTo>
                    <a:pt x="372" y="132"/>
                  </a:lnTo>
                  <a:lnTo>
                    <a:pt x="346" y="132"/>
                  </a:lnTo>
                  <a:lnTo>
                    <a:pt x="346" y="132"/>
                  </a:lnTo>
                  <a:lnTo>
                    <a:pt x="343" y="133"/>
                  </a:lnTo>
                  <a:lnTo>
                    <a:pt x="340" y="134"/>
                  </a:lnTo>
                  <a:lnTo>
                    <a:pt x="338" y="137"/>
                  </a:lnTo>
                  <a:lnTo>
                    <a:pt x="338" y="140"/>
                  </a:lnTo>
                  <a:lnTo>
                    <a:pt x="338" y="140"/>
                  </a:lnTo>
                  <a:close/>
                  <a:moveTo>
                    <a:pt x="328" y="200"/>
                  </a:moveTo>
                  <a:lnTo>
                    <a:pt x="350" y="213"/>
                  </a:lnTo>
                  <a:lnTo>
                    <a:pt x="350" y="213"/>
                  </a:lnTo>
                  <a:lnTo>
                    <a:pt x="354" y="214"/>
                  </a:lnTo>
                  <a:lnTo>
                    <a:pt x="354" y="214"/>
                  </a:lnTo>
                  <a:lnTo>
                    <a:pt x="358" y="213"/>
                  </a:lnTo>
                  <a:lnTo>
                    <a:pt x="361" y="210"/>
                  </a:lnTo>
                  <a:lnTo>
                    <a:pt x="361" y="210"/>
                  </a:lnTo>
                  <a:lnTo>
                    <a:pt x="362" y="207"/>
                  </a:lnTo>
                  <a:lnTo>
                    <a:pt x="362" y="204"/>
                  </a:lnTo>
                  <a:lnTo>
                    <a:pt x="361" y="202"/>
                  </a:lnTo>
                  <a:lnTo>
                    <a:pt x="358" y="200"/>
                  </a:lnTo>
                  <a:lnTo>
                    <a:pt x="335" y="186"/>
                  </a:lnTo>
                  <a:lnTo>
                    <a:pt x="335" y="186"/>
                  </a:lnTo>
                  <a:lnTo>
                    <a:pt x="332" y="186"/>
                  </a:lnTo>
                  <a:lnTo>
                    <a:pt x="330" y="186"/>
                  </a:lnTo>
                  <a:lnTo>
                    <a:pt x="327" y="187"/>
                  </a:lnTo>
                  <a:lnTo>
                    <a:pt x="325" y="189"/>
                  </a:lnTo>
                  <a:lnTo>
                    <a:pt x="325" y="189"/>
                  </a:lnTo>
                  <a:lnTo>
                    <a:pt x="323" y="192"/>
                  </a:lnTo>
                  <a:lnTo>
                    <a:pt x="323" y="195"/>
                  </a:lnTo>
                  <a:lnTo>
                    <a:pt x="326" y="198"/>
                  </a:lnTo>
                  <a:lnTo>
                    <a:pt x="328" y="200"/>
                  </a:lnTo>
                  <a:lnTo>
                    <a:pt x="328" y="200"/>
                  </a:lnTo>
                  <a:close/>
                  <a:moveTo>
                    <a:pt x="332" y="95"/>
                  </a:moveTo>
                  <a:lnTo>
                    <a:pt x="332" y="95"/>
                  </a:lnTo>
                  <a:lnTo>
                    <a:pt x="335" y="94"/>
                  </a:lnTo>
                  <a:lnTo>
                    <a:pt x="358" y="80"/>
                  </a:lnTo>
                  <a:lnTo>
                    <a:pt x="358" y="80"/>
                  </a:lnTo>
                  <a:lnTo>
                    <a:pt x="361" y="78"/>
                  </a:lnTo>
                  <a:lnTo>
                    <a:pt x="362" y="76"/>
                  </a:lnTo>
                  <a:lnTo>
                    <a:pt x="362" y="73"/>
                  </a:lnTo>
                  <a:lnTo>
                    <a:pt x="361" y="69"/>
                  </a:lnTo>
                  <a:lnTo>
                    <a:pt x="361" y="69"/>
                  </a:lnTo>
                  <a:lnTo>
                    <a:pt x="359" y="67"/>
                  </a:lnTo>
                  <a:lnTo>
                    <a:pt x="356" y="66"/>
                  </a:lnTo>
                  <a:lnTo>
                    <a:pt x="353" y="65"/>
                  </a:lnTo>
                  <a:lnTo>
                    <a:pt x="350" y="66"/>
                  </a:lnTo>
                  <a:lnTo>
                    <a:pt x="328" y="80"/>
                  </a:lnTo>
                  <a:lnTo>
                    <a:pt x="328" y="80"/>
                  </a:lnTo>
                  <a:lnTo>
                    <a:pt x="326" y="82"/>
                  </a:lnTo>
                  <a:lnTo>
                    <a:pt x="323" y="84"/>
                  </a:lnTo>
                  <a:lnTo>
                    <a:pt x="323" y="87"/>
                  </a:lnTo>
                  <a:lnTo>
                    <a:pt x="325" y="91"/>
                  </a:lnTo>
                  <a:lnTo>
                    <a:pt x="325" y="91"/>
                  </a:lnTo>
                  <a:lnTo>
                    <a:pt x="328" y="94"/>
                  </a:lnTo>
                  <a:lnTo>
                    <a:pt x="332" y="95"/>
                  </a:lnTo>
                  <a:lnTo>
                    <a:pt x="332" y="95"/>
                  </a:lnTo>
                  <a:close/>
                  <a:moveTo>
                    <a:pt x="178" y="51"/>
                  </a:moveTo>
                  <a:lnTo>
                    <a:pt x="178" y="51"/>
                  </a:lnTo>
                  <a:lnTo>
                    <a:pt x="182" y="55"/>
                  </a:lnTo>
                  <a:lnTo>
                    <a:pt x="186" y="56"/>
                  </a:lnTo>
                  <a:lnTo>
                    <a:pt x="186" y="56"/>
                  </a:lnTo>
                  <a:lnTo>
                    <a:pt x="190" y="55"/>
                  </a:lnTo>
                  <a:lnTo>
                    <a:pt x="190" y="55"/>
                  </a:lnTo>
                  <a:lnTo>
                    <a:pt x="192" y="53"/>
                  </a:lnTo>
                  <a:lnTo>
                    <a:pt x="193" y="49"/>
                  </a:lnTo>
                  <a:lnTo>
                    <a:pt x="193" y="46"/>
                  </a:lnTo>
                  <a:lnTo>
                    <a:pt x="192" y="44"/>
                  </a:lnTo>
                  <a:lnTo>
                    <a:pt x="180" y="21"/>
                  </a:lnTo>
                  <a:lnTo>
                    <a:pt x="180" y="21"/>
                  </a:lnTo>
                  <a:lnTo>
                    <a:pt x="177" y="19"/>
                  </a:lnTo>
                  <a:lnTo>
                    <a:pt x="175" y="18"/>
                  </a:lnTo>
                  <a:lnTo>
                    <a:pt x="172" y="17"/>
                  </a:lnTo>
                  <a:lnTo>
                    <a:pt x="169" y="18"/>
                  </a:lnTo>
                  <a:lnTo>
                    <a:pt x="169" y="18"/>
                  </a:lnTo>
                  <a:lnTo>
                    <a:pt x="167" y="20"/>
                  </a:lnTo>
                  <a:lnTo>
                    <a:pt x="165" y="23"/>
                  </a:lnTo>
                  <a:lnTo>
                    <a:pt x="165" y="26"/>
                  </a:lnTo>
                  <a:lnTo>
                    <a:pt x="166" y="29"/>
                  </a:lnTo>
                  <a:lnTo>
                    <a:pt x="178" y="51"/>
                  </a:lnTo>
                  <a:close/>
                  <a:moveTo>
                    <a:pt x="142" y="186"/>
                  </a:moveTo>
                  <a:lnTo>
                    <a:pt x="120" y="200"/>
                  </a:lnTo>
                  <a:lnTo>
                    <a:pt x="120" y="200"/>
                  </a:lnTo>
                  <a:lnTo>
                    <a:pt x="118" y="202"/>
                  </a:lnTo>
                  <a:lnTo>
                    <a:pt x="116" y="204"/>
                  </a:lnTo>
                  <a:lnTo>
                    <a:pt x="116" y="207"/>
                  </a:lnTo>
                  <a:lnTo>
                    <a:pt x="117" y="210"/>
                  </a:lnTo>
                  <a:lnTo>
                    <a:pt x="117" y="210"/>
                  </a:lnTo>
                  <a:lnTo>
                    <a:pt x="120" y="213"/>
                  </a:lnTo>
                  <a:lnTo>
                    <a:pt x="124" y="214"/>
                  </a:lnTo>
                  <a:lnTo>
                    <a:pt x="124" y="214"/>
                  </a:lnTo>
                  <a:lnTo>
                    <a:pt x="128" y="213"/>
                  </a:lnTo>
                  <a:lnTo>
                    <a:pt x="151" y="200"/>
                  </a:lnTo>
                  <a:lnTo>
                    <a:pt x="151" y="200"/>
                  </a:lnTo>
                  <a:lnTo>
                    <a:pt x="153" y="198"/>
                  </a:lnTo>
                  <a:lnTo>
                    <a:pt x="154" y="195"/>
                  </a:lnTo>
                  <a:lnTo>
                    <a:pt x="155" y="192"/>
                  </a:lnTo>
                  <a:lnTo>
                    <a:pt x="154" y="189"/>
                  </a:lnTo>
                  <a:lnTo>
                    <a:pt x="154" y="189"/>
                  </a:lnTo>
                  <a:lnTo>
                    <a:pt x="152" y="187"/>
                  </a:lnTo>
                  <a:lnTo>
                    <a:pt x="149" y="186"/>
                  </a:lnTo>
                  <a:lnTo>
                    <a:pt x="146" y="186"/>
                  </a:lnTo>
                  <a:lnTo>
                    <a:pt x="142" y="186"/>
                  </a:lnTo>
                  <a:lnTo>
                    <a:pt x="142" y="186"/>
                  </a:lnTo>
                  <a:close/>
                  <a:moveTo>
                    <a:pt x="120" y="80"/>
                  </a:moveTo>
                  <a:lnTo>
                    <a:pt x="142" y="94"/>
                  </a:lnTo>
                  <a:lnTo>
                    <a:pt x="142" y="94"/>
                  </a:lnTo>
                  <a:lnTo>
                    <a:pt x="147" y="95"/>
                  </a:lnTo>
                  <a:lnTo>
                    <a:pt x="147" y="95"/>
                  </a:lnTo>
                  <a:lnTo>
                    <a:pt x="151" y="94"/>
                  </a:lnTo>
                  <a:lnTo>
                    <a:pt x="154" y="91"/>
                  </a:lnTo>
                  <a:lnTo>
                    <a:pt x="154" y="91"/>
                  </a:lnTo>
                  <a:lnTo>
                    <a:pt x="155" y="87"/>
                  </a:lnTo>
                  <a:lnTo>
                    <a:pt x="154" y="84"/>
                  </a:lnTo>
                  <a:lnTo>
                    <a:pt x="153" y="82"/>
                  </a:lnTo>
                  <a:lnTo>
                    <a:pt x="151" y="80"/>
                  </a:lnTo>
                  <a:lnTo>
                    <a:pt x="128" y="66"/>
                  </a:lnTo>
                  <a:lnTo>
                    <a:pt x="128" y="66"/>
                  </a:lnTo>
                  <a:lnTo>
                    <a:pt x="126" y="65"/>
                  </a:lnTo>
                  <a:lnTo>
                    <a:pt x="122" y="66"/>
                  </a:lnTo>
                  <a:lnTo>
                    <a:pt x="119" y="67"/>
                  </a:lnTo>
                  <a:lnTo>
                    <a:pt x="117" y="69"/>
                  </a:lnTo>
                  <a:lnTo>
                    <a:pt x="117" y="69"/>
                  </a:lnTo>
                  <a:lnTo>
                    <a:pt x="116" y="73"/>
                  </a:lnTo>
                  <a:lnTo>
                    <a:pt x="116" y="76"/>
                  </a:lnTo>
                  <a:lnTo>
                    <a:pt x="118" y="78"/>
                  </a:lnTo>
                  <a:lnTo>
                    <a:pt x="120" y="80"/>
                  </a:lnTo>
                  <a:lnTo>
                    <a:pt x="120" y="80"/>
                  </a:lnTo>
                  <a:close/>
                  <a:moveTo>
                    <a:pt x="106" y="148"/>
                  </a:moveTo>
                  <a:lnTo>
                    <a:pt x="133" y="148"/>
                  </a:lnTo>
                  <a:lnTo>
                    <a:pt x="133" y="148"/>
                  </a:lnTo>
                  <a:lnTo>
                    <a:pt x="136" y="148"/>
                  </a:lnTo>
                  <a:lnTo>
                    <a:pt x="138" y="146"/>
                  </a:lnTo>
                  <a:lnTo>
                    <a:pt x="140" y="144"/>
                  </a:lnTo>
                  <a:lnTo>
                    <a:pt x="140" y="140"/>
                  </a:lnTo>
                  <a:lnTo>
                    <a:pt x="140" y="140"/>
                  </a:lnTo>
                  <a:lnTo>
                    <a:pt x="140" y="137"/>
                  </a:lnTo>
                  <a:lnTo>
                    <a:pt x="138" y="134"/>
                  </a:lnTo>
                  <a:lnTo>
                    <a:pt x="136" y="133"/>
                  </a:lnTo>
                  <a:lnTo>
                    <a:pt x="133" y="132"/>
                  </a:lnTo>
                  <a:lnTo>
                    <a:pt x="106" y="132"/>
                  </a:lnTo>
                  <a:lnTo>
                    <a:pt x="106" y="132"/>
                  </a:lnTo>
                  <a:lnTo>
                    <a:pt x="103" y="133"/>
                  </a:lnTo>
                  <a:lnTo>
                    <a:pt x="101" y="134"/>
                  </a:lnTo>
                  <a:lnTo>
                    <a:pt x="99" y="137"/>
                  </a:lnTo>
                  <a:lnTo>
                    <a:pt x="98" y="140"/>
                  </a:lnTo>
                  <a:lnTo>
                    <a:pt x="98" y="140"/>
                  </a:lnTo>
                  <a:lnTo>
                    <a:pt x="99" y="144"/>
                  </a:lnTo>
                  <a:lnTo>
                    <a:pt x="101" y="146"/>
                  </a:lnTo>
                  <a:lnTo>
                    <a:pt x="103" y="148"/>
                  </a:lnTo>
                  <a:lnTo>
                    <a:pt x="106" y="148"/>
                  </a:lnTo>
                  <a:lnTo>
                    <a:pt x="106" y="148"/>
                  </a:lnTo>
                  <a:close/>
                  <a:moveTo>
                    <a:pt x="218" y="279"/>
                  </a:moveTo>
                  <a:lnTo>
                    <a:pt x="260" y="279"/>
                  </a:lnTo>
                  <a:lnTo>
                    <a:pt x="260" y="279"/>
                  </a:lnTo>
                  <a:lnTo>
                    <a:pt x="263" y="278"/>
                  </a:lnTo>
                  <a:lnTo>
                    <a:pt x="266" y="276"/>
                  </a:lnTo>
                  <a:lnTo>
                    <a:pt x="267" y="274"/>
                  </a:lnTo>
                  <a:lnTo>
                    <a:pt x="268" y="271"/>
                  </a:lnTo>
                  <a:lnTo>
                    <a:pt x="268" y="271"/>
                  </a:lnTo>
                  <a:lnTo>
                    <a:pt x="267" y="267"/>
                  </a:lnTo>
                  <a:lnTo>
                    <a:pt x="266" y="265"/>
                  </a:lnTo>
                  <a:lnTo>
                    <a:pt x="263" y="263"/>
                  </a:lnTo>
                  <a:lnTo>
                    <a:pt x="260" y="263"/>
                  </a:lnTo>
                  <a:lnTo>
                    <a:pt x="218" y="263"/>
                  </a:lnTo>
                  <a:lnTo>
                    <a:pt x="218" y="263"/>
                  </a:lnTo>
                  <a:lnTo>
                    <a:pt x="214" y="263"/>
                  </a:lnTo>
                  <a:lnTo>
                    <a:pt x="212" y="265"/>
                  </a:lnTo>
                  <a:lnTo>
                    <a:pt x="210" y="267"/>
                  </a:lnTo>
                  <a:lnTo>
                    <a:pt x="210" y="271"/>
                  </a:lnTo>
                  <a:lnTo>
                    <a:pt x="210" y="271"/>
                  </a:lnTo>
                  <a:lnTo>
                    <a:pt x="210" y="274"/>
                  </a:lnTo>
                  <a:lnTo>
                    <a:pt x="212" y="276"/>
                  </a:lnTo>
                  <a:lnTo>
                    <a:pt x="214" y="278"/>
                  </a:lnTo>
                  <a:lnTo>
                    <a:pt x="218" y="279"/>
                  </a:lnTo>
                  <a:lnTo>
                    <a:pt x="218" y="279"/>
                  </a:lnTo>
                  <a:close/>
                  <a:moveTo>
                    <a:pt x="263" y="288"/>
                  </a:moveTo>
                  <a:lnTo>
                    <a:pt x="216" y="288"/>
                  </a:lnTo>
                  <a:lnTo>
                    <a:pt x="216" y="288"/>
                  </a:lnTo>
                  <a:lnTo>
                    <a:pt x="213" y="288"/>
                  </a:lnTo>
                  <a:lnTo>
                    <a:pt x="211" y="289"/>
                  </a:lnTo>
                  <a:lnTo>
                    <a:pt x="210" y="291"/>
                  </a:lnTo>
                  <a:lnTo>
                    <a:pt x="210" y="293"/>
                  </a:lnTo>
                  <a:lnTo>
                    <a:pt x="210" y="293"/>
                  </a:lnTo>
                  <a:lnTo>
                    <a:pt x="211" y="296"/>
                  </a:lnTo>
                  <a:lnTo>
                    <a:pt x="211" y="296"/>
                  </a:lnTo>
                  <a:lnTo>
                    <a:pt x="211" y="296"/>
                  </a:lnTo>
                  <a:lnTo>
                    <a:pt x="211" y="296"/>
                  </a:lnTo>
                  <a:lnTo>
                    <a:pt x="211" y="296"/>
                  </a:lnTo>
                  <a:lnTo>
                    <a:pt x="216" y="301"/>
                  </a:lnTo>
                  <a:lnTo>
                    <a:pt x="216" y="301"/>
                  </a:lnTo>
                  <a:lnTo>
                    <a:pt x="217" y="302"/>
                  </a:lnTo>
                  <a:lnTo>
                    <a:pt x="221" y="303"/>
                  </a:lnTo>
                  <a:lnTo>
                    <a:pt x="228" y="310"/>
                  </a:lnTo>
                  <a:lnTo>
                    <a:pt x="228" y="310"/>
                  </a:lnTo>
                  <a:lnTo>
                    <a:pt x="230" y="312"/>
                  </a:lnTo>
                  <a:lnTo>
                    <a:pt x="234" y="312"/>
                  </a:lnTo>
                  <a:lnTo>
                    <a:pt x="239" y="313"/>
                  </a:lnTo>
                  <a:lnTo>
                    <a:pt x="239" y="313"/>
                  </a:lnTo>
                  <a:lnTo>
                    <a:pt x="244" y="312"/>
                  </a:lnTo>
                  <a:lnTo>
                    <a:pt x="248" y="311"/>
                  </a:lnTo>
                  <a:lnTo>
                    <a:pt x="249" y="310"/>
                  </a:lnTo>
                  <a:lnTo>
                    <a:pt x="258" y="303"/>
                  </a:lnTo>
                  <a:lnTo>
                    <a:pt x="258" y="303"/>
                  </a:lnTo>
                  <a:lnTo>
                    <a:pt x="260" y="303"/>
                  </a:lnTo>
                  <a:lnTo>
                    <a:pt x="262" y="301"/>
                  </a:lnTo>
                  <a:lnTo>
                    <a:pt x="267" y="296"/>
                  </a:lnTo>
                  <a:lnTo>
                    <a:pt x="267" y="296"/>
                  </a:lnTo>
                  <a:lnTo>
                    <a:pt x="267" y="296"/>
                  </a:lnTo>
                  <a:lnTo>
                    <a:pt x="268" y="293"/>
                  </a:lnTo>
                  <a:lnTo>
                    <a:pt x="268" y="293"/>
                  </a:lnTo>
                  <a:lnTo>
                    <a:pt x="268" y="291"/>
                  </a:lnTo>
                  <a:lnTo>
                    <a:pt x="266" y="289"/>
                  </a:lnTo>
                  <a:lnTo>
                    <a:pt x="265" y="288"/>
                  </a:lnTo>
                  <a:lnTo>
                    <a:pt x="263" y="288"/>
                  </a:lnTo>
                  <a:lnTo>
                    <a:pt x="263" y="288"/>
                  </a:lnTo>
                  <a:close/>
                  <a:moveTo>
                    <a:pt x="186" y="194"/>
                  </a:moveTo>
                  <a:lnTo>
                    <a:pt x="186" y="194"/>
                  </a:lnTo>
                  <a:lnTo>
                    <a:pt x="196" y="209"/>
                  </a:lnTo>
                  <a:lnTo>
                    <a:pt x="204" y="222"/>
                  </a:lnTo>
                  <a:lnTo>
                    <a:pt x="206" y="228"/>
                  </a:lnTo>
                  <a:lnTo>
                    <a:pt x="208" y="234"/>
                  </a:lnTo>
                  <a:lnTo>
                    <a:pt x="209" y="239"/>
                  </a:lnTo>
                  <a:lnTo>
                    <a:pt x="209" y="243"/>
                  </a:lnTo>
                  <a:lnTo>
                    <a:pt x="209" y="243"/>
                  </a:lnTo>
                  <a:lnTo>
                    <a:pt x="209" y="247"/>
                  </a:lnTo>
                  <a:lnTo>
                    <a:pt x="210" y="249"/>
                  </a:lnTo>
                  <a:lnTo>
                    <a:pt x="210" y="249"/>
                  </a:lnTo>
                  <a:lnTo>
                    <a:pt x="213" y="252"/>
                  </a:lnTo>
                  <a:lnTo>
                    <a:pt x="217" y="253"/>
                  </a:lnTo>
                  <a:lnTo>
                    <a:pt x="264" y="253"/>
                  </a:lnTo>
                  <a:lnTo>
                    <a:pt x="264" y="253"/>
                  </a:lnTo>
                  <a:lnTo>
                    <a:pt x="264" y="253"/>
                  </a:lnTo>
                  <a:lnTo>
                    <a:pt x="264" y="253"/>
                  </a:lnTo>
                  <a:lnTo>
                    <a:pt x="267" y="252"/>
                  </a:lnTo>
                  <a:lnTo>
                    <a:pt x="270" y="249"/>
                  </a:lnTo>
                  <a:lnTo>
                    <a:pt x="270" y="249"/>
                  </a:lnTo>
                  <a:lnTo>
                    <a:pt x="272" y="247"/>
                  </a:lnTo>
                  <a:lnTo>
                    <a:pt x="272" y="244"/>
                  </a:lnTo>
                  <a:lnTo>
                    <a:pt x="272" y="244"/>
                  </a:lnTo>
                  <a:lnTo>
                    <a:pt x="272" y="239"/>
                  </a:lnTo>
                  <a:lnTo>
                    <a:pt x="273" y="234"/>
                  </a:lnTo>
                  <a:lnTo>
                    <a:pt x="274" y="227"/>
                  </a:lnTo>
                  <a:lnTo>
                    <a:pt x="276" y="221"/>
                  </a:lnTo>
                  <a:lnTo>
                    <a:pt x="283" y="208"/>
                  </a:lnTo>
                  <a:lnTo>
                    <a:pt x="293" y="194"/>
                  </a:lnTo>
                  <a:lnTo>
                    <a:pt x="293" y="194"/>
                  </a:lnTo>
                  <a:lnTo>
                    <a:pt x="300" y="186"/>
                  </a:lnTo>
                  <a:lnTo>
                    <a:pt x="300" y="186"/>
                  </a:lnTo>
                  <a:lnTo>
                    <a:pt x="307" y="174"/>
                  </a:lnTo>
                  <a:lnTo>
                    <a:pt x="312" y="164"/>
                  </a:lnTo>
                  <a:lnTo>
                    <a:pt x="314" y="151"/>
                  </a:lnTo>
                  <a:lnTo>
                    <a:pt x="315" y="138"/>
                  </a:lnTo>
                  <a:lnTo>
                    <a:pt x="315" y="138"/>
                  </a:lnTo>
                  <a:lnTo>
                    <a:pt x="315" y="131"/>
                  </a:lnTo>
                  <a:lnTo>
                    <a:pt x="314" y="123"/>
                  </a:lnTo>
                  <a:lnTo>
                    <a:pt x="312" y="115"/>
                  </a:lnTo>
                  <a:lnTo>
                    <a:pt x="310" y="109"/>
                  </a:lnTo>
                  <a:lnTo>
                    <a:pt x="307" y="101"/>
                  </a:lnTo>
                  <a:lnTo>
                    <a:pt x="302" y="95"/>
                  </a:lnTo>
                  <a:lnTo>
                    <a:pt x="298" y="88"/>
                  </a:lnTo>
                  <a:lnTo>
                    <a:pt x="293" y="82"/>
                  </a:lnTo>
                  <a:lnTo>
                    <a:pt x="293" y="82"/>
                  </a:lnTo>
                  <a:lnTo>
                    <a:pt x="288" y="77"/>
                  </a:lnTo>
                  <a:lnTo>
                    <a:pt x="281" y="73"/>
                  </a:lnTo>
                  <a:lnTo>
                    <a:pt x="275" y="68"/>
                  </a:lnTo>
                  <a:lnTo>
                    <a:pt x="268" y="65"/>
                  </a:lnTo>
                  <a:lnTo>
                    <a:pt x="261" y="62"/>
                  </a:lnTo>
                  <a:lnTo>
                    <a:pt x="255" y="61"/>
                  </a:lnTo>
                  <a:lnTo>
                    <a:pt x="247" y="60"/>
                  </a:lnTo>
                  <a:lnTo>
                    <a:pt x="239" y="59"/>
                  </a:lnTo>
                  <a:lnTo>
                    <a:pt x="239" y="59"/>
                  </a:lnTo>
                  <a:lnTo>
                    <a:pt x="231" y="60"/>
                  </a:lnTo>
                  <a:lnTo>
                    <a:pt x="224" y="61"/>
                  </a:lnTo>
                  <a:lnTo>
                    <a:pt x="217" y="63"/>
                  </a:lnTo>
                  <a:lnTo>
                    <a:pt x="209" y="65"/>
                  </a:lnTo>
                  <a:lnTo>
                    <a:pt x="203" y="68"/>
                  </a:lnTo>
                  <a:lnTo>
                    <a:pt x="196" y="73"/>
                  </a:lnTo>
                  <a:lnTo>
                    <a:pt x="191" y="77"/>
                  </a:lnTo>
                  <a:lnTo>
                    <a:pt x="186" y="82"/>
                  </a:lnTo>
                  <a:lnTo>
                    <a:pt x="181" y="87"/>
                  </a:lnTo>
                  <a:lnTo>
                    <a:pt x="176" y="94"/>
                  </a:lnTo>
                  <a:lnTo>
                    <a:pt x="172" y="100"/>
                  </a:lnTo>
                  <a:lnTo>
                    <a:pt x="169" y="108"/>
                  </a:lnTo>
                  <a:lnTo>
                    <a:pt x="167" y="115"/>
                  </a:lnTo>
                  <a:lnTo>
                    <a:pt x="165" y="122"/>
                  </a:lnTo>
                  <a:lnTo>
                    <a:pt x="164" y="130"/>
                  </a:lnTo>
                  <a:lnTo>
                    <a:pt x="163" y="138"/>
                  </a:lnTo>
                  <a:lnTo>
                    <a:pt x="163" y="138"/>
                  </a:lnTo>
                  <a:lnTo>
                    <a:pt x="164" y="151"/>
                  </a:lnTo>
                  <a:lnTo>
                    <a:pt x="167" y="163"/>
                  </a:lnTo>
                  <a:lnTo>
                    <a:pt x="171" y="174"/>
                  </a:lnTo>
                  <a:lnTo>
                    <a:pt x="178" y="186"/>
                  </a:lnTo>
                  <a:lnTo>
                    <a:pt x="178" y="186"/>
                  </a:lnTo>
                  <a:lnTo>
                    <a:pt x="186" y="194"/>
                  </a:lnTo>
                  <a:lnTo>
                    <a:pt x="186" y="194"/>
                  </a:lnTo>
                  <a:close/>
                  <a:moveTo>
                    <a:pt x="239" y="75"/>
                  </a:moveTo>
                  <a:lnTo>
                    <a:pt x="239" y="75"/>
                  </a:lnTo>
                  <a:lnTo>
                    <a:pt x="252" y="76"/>
                  </a:lnTo>
                  <a:lnTo>
                    <a:pt x="262" y="80"/>
                  </a:lnTo>
                  <a:lnTo>
                    <a:pt x="273" y="85"/>
                  </a:lnTo>
                  <a:lnTo>
                    <a:pt x="282" y="94"/>
                  </a:lnTo>
                  <a:lnTo>
                    <a:pt x="282" y="94"/>
                  </a:lnTo>
                  <a:lnTo>
                    <a:pt x="290" y="103"/>
                  </a:lnTo>
                  <a:lnTo>
                    <a:pt x="295" y="114"/>
                  </a:lnTo>
                  <a:lnTo>
                    <a:pt x="298" y="126"/>
                  </a:lnTo>
                  <a:lnTo>
                    <a:pt x="299" y="138"/>
                  </a:lnTo>
                  <a:lnTo>
                    <a:pt x="299" y="138"/>
                  </a:lnTo>
                  <a:lnTo>
                    <a:pt x="299" y="149"/>
                  </a:lnTo>
                  <a:lnTo>
                    <a:pt x="296" y="158"/>
                  </a:lnTo>
                  <a:lnTo>
                    <a:pt x="293" y="168"/>
                  </a:lnTo>
                  <a:lnTo>
                    <a:pt x="288" y="176"/>
                  </a:lnTo>
                  <a:lnTo>
                    <a:pt x="288" y="176"/>
                  </a:lnTo>
                  <a:lnTo>
                    <a:pt x="281" y="184"/>
                  </a:lnTo>
                  <a:lnTo>
                    <a:pt x="281" y="184"/>
                  </a:lnTo>
                  <a:lnTo>
                    <a:pt x="281" y="184"/>
                  </a:lnTo>
                  <a:lnTo>
                    <a:pt x="281" y="184"/>
                  </a:lnTo>
                  <a:lnTo>
                    <a:pt x="271" y="199"/>
                  </a:lnTo>
                  <a:lnTo>
                    <a:pt x="263" y="211"/>
                  </a:lnTo>
                  <a:lnTo>
                    <a:pt x="258" y="224"/>
                  </a:lnTo>
                  <a:lnTo>
                    <a:pt x="256" y="237"/>
                  </a:lnTo>
                  <a:lnTo>
                    <a:pt x="225" y="237"/>
                  </a:lnTo>
                  <a:lnTo>
                    <a:pt x="225" y="237"/>
                  </a:lnTo>
                  <a:lnTo>
                    <a:pt x="222" y="225"/>
                  </a:lnTo>
                  <a:lnTo>
                    <a:pt x="217" y="212"/>
                  </a:lnTo>
                  <a:lnTo>
                    <a:pt x="209" y="199"/>
                  </a:lnTo>
                  <a:lnTo>
                    <a:pt x="198" y="185"/>
                  </a:lnTo>
                  <a:lnTo>
                    <a:pt x="198" y="185"/>
                  </a:lnTo>
                  <a:lnTo>
                    <a:pt x="198" y="184"/>
                  </a:lnTo>
                  <a:lnTo>
                    <a:pt x="198" y="184"/>
                  </a:lnTo>
                  <a:lnTo>
                    <a:pt x="191" y="176"/>
                  </a:lnTo>
                  <a:lnTo>
                    <a:pt x="191" y="176"/>
                  </a:lnTo>
                  <a:lnTo>
                    <a:pt x="186" y="168"/>
                  </a:lnTo>
                  <a:lnTo>
                    <a:pt x="182" y="158"/>
                  </a:lnTo>
                  <a:lnTo>
                    <a:pt x="180" y="148"/>
                  </a:lnTo>
                  <a:lnTo>
                    <a:pt x="178" y="138"/>
                  </a:lnTo>
                  <a:lnTo>
                    <a:pt x="178" y="138"/>
                  </a:lnTo>
                  <a:lnTo>
                    <a:pt x="181" y="126"/>
                  </a:lnTo>
                  <a:lnTo>
                    <a:pt x="184" y="114"/>
                  </a:lnTo>
                  <a:lnTo>
                    <a:pt x="189" y="103"/>
                  </a:lnTo>
                  <a:lnTo>
                    <a:pt x="196" y="94"/>
                  </a:lnTo>
                  <a:lnTo>
                    <a:pt x="206" y="85"/>
                  </a:lnTo>
                  <a:lnTo>
                    <a:pt x="216" y="80"/>
                  </a:lnTo>
                  <a:lnTo>
                    <a:pt x="227" y="76"/>
                  </a:lnTo>
                  <a:lnTo>
                    <a:pt x="234" y="76"/>
                  </a:lnTo>
                  <a:lnTo>
                    <a:pt x="239" y="75"/>
                  </a:lnTo>
                  <a:lnTo>
                    <a:pt x="239" y="75"/>
                  </a:lnTo>
                  <a:close/>
                  <a:moveTo>
                    <a:pt x="221" y="348"/>
                  </a:moveTo>
                  <a:lnTo>
                    <a:pt x="221" y="348"/>
                  </a:lnTo>
                  <a:lnTo>
                    <a:pt x="213" y="368"/>
                  </a:lnTo>
                  <a:lnTo>
                    <a:pt x="226" y="386"/>
                  </a:lnTo>
                  <a:lnTo>
                    <a:pt x="254" y="386"/>
                  </a:lnTo>
                  <a:lnTo>
                    <a:pt x="266" y="368"/>
                  </a:lnTo>
                  <a:lnTo>
                    <a:pt x="266" y="368"/>
                  </a:lnTo>
                  <a:lnTo>
                    <a:pt x="258" y="348"/>
                  </a:lnTo>
                  <a:lnTo>
                    <a:pt x="258" y="348"/>
                  </a:lnTo>
                  <a:lnTo>
                    <a:pt x="221" y="348"/>
                  </a:lnTo>
                  <a:lnTo>
                    <a:pt x="221" y="348"/>
                  </a:lnTo>
                  <a:close/>
                </a:path>
              </a:pathLst>
            </a:custGeom>
            <a:solidFill>
              <a:srgbClr val="001F33"/>
            </a:solid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grpSp>
      <p:grpSp>
        <p:nvGrpSpPr>
          <p:cNvPr id="8" name="Gruppo 7">
            <a:extLst>
              <a:ext uri="{FF2B5EF4-FFF2-40B4-BE49-F238E27FC236}">
                <a16:creationId xmlns:a16="http://schemas.microsoft.com/office/drawing/2014/main" id="{4F37F6C4-7431-3664-A453-8828DB1B6AE2}"/>
              </a:ext>
            </a:extLst>
          </p:cNvPr>
          <p:cNvGrpSpPr/>
          <p:nvPr/>
        </p:nvGrpSpPr>
        <p:grpSpPr>
          <a:xfrm>
            <a:off x="6845316" y="3856232"/>
            <a:ext cx="3855458" cy="982854"/>
            <a:chOff x="6845316" y="3856232"/>
            <a:chExt cx="3855458" cy="982854"/>
          </a:xfrm>
        </p:grpSpPr>
        <p:grpSp>
          <p:nvGrpSpPr>
            <p:cNvPr id="16" name="Group 11">
              <a:extLst>
                <a:ext uri="{FF2B5EF4-FFF2-40B4-BE49-F238E27FC236}">
                  <a16:creationId xmlns:a16="http://schemas.microsoft.com/office/drawing/2014/main" id="{746C4E3F-082F-74CF-25B2-DCA709382211}"/>
                </a:ext>
              </a:extLst>
            </p:cNvPr>
            <p:cNvGrpSpPr/>
            <p:nvPr/>
          </p:nvGrpSpPr>
          <p:grpSpPr>
            <a:xfrm>
              <a:off x="7735393" y="3856232"/>
              <a:ext cx="2965381" cy="982854"/>
              <a:chOff x="8921976" y="1434552"/>
              <a:chExt cx="3853148" cy="1213092"/>
            </a:xfrm>
          </p:grpSpPr>
          <p:sp>
            <p:nvSpPr>
              <p:cNvPr id="17" name="TextBox 12">
                <a:extLst>
                  <a:ext uri="{FF2B5EF4-FFF2-40B4-BE49-F238E27FC236}">
                    <a16:creationId xmlns:a16="http://schemas.microsoft.com/office/drawing/2014/main" id="{BB338B40-F04C-26E5-3322-974E82C48862}"/>
                  </a:ext>
                </a:extLst>
              </p:cNvPr>
              <p:cNvSpPr txBox="1"/>
              <p:nvPr/>
            </p:nvSpPr>
            <p:spPr>
              <a:xfrm>
                <a:off x="8921978" y="1434552"/>
                <a:ext cx="3853146" cy="493838"/>
              </a:xfrm>
              <a:prstGeom prst="rect">
                <a:avLst/>
              </a:prstGeom>
              <a:noFill/>
            </p:spPr>
            <p:txBody>
              <a:bodyPr wrap="square" lIns="0" rIns="0" rtlCol="0" anchor="b">
                <a:spAutoFit/>
              </a:bodyPr>
              <a:lstStyle/>
              <a:p>
                <a:r>
                  <a:rPr lang="en-US" sz="2000" b="1" noProof="1">
                    <a:solidFill>
                      <a:schemeClr val="bg1"/>
                    </a:solidFill>
                    <a:latin typeface="Calibri" panose="020F0502020204030204"/>
                  </a:rPr>
                  <a:t>Innovazione Metodologica</a:t>
                </a:r>
              </a:p>
            </p:txBody>
          </p:sp>
          <p:sp>
            <p:nvSpPr>
              <p:cNvPr id="18" name="TextBox 13">
                <a:extLst>
                  <a:ext uri="{FF2B5EF4-FFF2-40B4-BE49-F238E27FC236}">
                    <a16:creationId xmlns:a16="http://schemas.microsoft.com/office/drawing/2014/main" id="{AC4B2372-9FB3-594A-B68B-39A75FCD933C}"/>
                  </a:ext>
                </a:extLst>
              </p:cNvPr>
              <p:cNvSpPr txBox="1"/>
              <p:nvPr/>
            </p:nvSpPr>
            <p:spPr>
              <a:xfrm>
                <a:off x="8921976" y="1925883"/>
                <a:ext cx="3600510" cy="721761"/>
              </a:xfrm>
              <a:prstGeom prst="rect">
                <a:avLst/>
              </a:prstGeom>
              <a:noFill/>
            </p:spPr>
            <p:txBody>
              <a:bodyPr wrap="square" lIns="0" rIns="0" rtlCol="0" anchor="t">
                <a:spAutoFit/>
              </a:bodyPr>
              <a:lstStyle/>
              <a:p>
                <a:pPr algn="just"/>
                <a:r>
                  <a:rPr lang="it-IT" sz="800" noProof="1">
                    <a:latin typeface="Calibri" panose="020F0502020204030204"/>
                  </a:rPr>
                  <a:t>È stato realizzato un ponte funzionante tra il </a:t>
                </a:r>
                <a:r>
                  <a:rPr lang="it-IT" sz="800" b="1" noProof="1">
                    <a:latin typeface="Calibri" panose="020F0502020204030204"/>
                  </a:rPr>
                  <a:t>vissuto soggettivo </a:t>
                </a:r>
                <a:r>
                  <a:rPr lang="it-IT" sz="800" noProof="1">
                    <a:latin typeface="Calibri" panose="020F0502020204030204"/>
                  </a:rPr>
                  <a:t>dell'utente e la </a:t>
                </a:r>
                <a:r>
                  <a:rPr lang="it-IT" sz="800" b="1" noProof="1">
                    <a:latin typeface="Calibri" panose="020F0502020204030204"/>
                  </a:rPr>
                  <a:t>classificazione oggettiva </a:t>
                </a:r>
                <a:r>
                  <a:rPr lang="it-IT" sz="800" noProof="1">
                    <a:latin typeface="Calibri" panose="020F0502020204030204"/>
                  </a:rPr>
                  <a:t>istituzionale, traducendo la narrazione personale in percorsi concreti e verificabili.</a:t>
                </a:r>
              </a:p>
            </p:txBody>
          </p:sp>
        </p:grpSp>
        <p:sp>
          <p:nvSpPr>
            <p:cNvPr id="19" name="Rounded Rectangle 19">
              <a:extLst>
                <a:ext uri="{FF2B5EF4-FFF2-40B4-BE49-F238E27FC236}">
                  <a16:creationId xmlns:a16="http://schemas.microsoft.com/office/drawing/2014/main" id="{CAE82301-AD65-FAD9-D7A9-65F2865FF19B}"/>
                </a:ext>
              </a:extLst>
            </p:cNvPr>
            <p:cNvSpPr/>
            <p:nvPr/>
          </p:nvSpPr>
          <p:spPr>
            <a:xfrm>
              <a:off x="7592990" y="3962765"/>
              <a:ext cx="37042" cy="840031"/>
            </a:xfrm>
            <a:prstGeom prst="roundRect">
              <a:avLst/>
            </a:prstGeom>
            <a:solidFill>
              <a:srgbClr val="6EA56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3" name="Freeform 870">
              <a:extLst>
                <a:ext uri="{FF2B5EF4-FFF2-40B4-BE49-F238E27FC236}">
                  <a16:creationId xmlns:a16="http://schemas.microsoft.com/office/drawing/2014/main" id="{6AAEF086-87B9-ED8A-C69B-5DAFAF73A25F}"/>
                </a:ext>
              </a:extLst>
            </p:cNvPr>
            <p:cNvSpPr>
              <a:spLocks noEditPoints="1"/>
            </p:cNvSpPr>
            <p:nvPr/>
          </p:nvSpPr>
          <p:spPr bwMode="auto">
            <a:xfrm>
              <a:off x="6845316" y="4158075"/>
              <a:ext cx="515499" cy="491338"/>
            </a:xfrm>
            <a:custGeom>
              <a:avLst/>
              <a:gdLst/>
              <a:ahLst/>
              <a:cxnLst>
                <a:cxn ang="0">
                  <a:pos x="322" y="88"/>
                </a:cxn>
                <a:cxn ang="0">
                  <a:pos x="136" y="348"/>
                </a:cxn>
                <a:cxn ang="0">
                  <a:pos x="390" y="348"/>
                </a:cxn>
                <a:cxn ang="0">
                  <a:pos x="562" y="88"/>
                </a:cxn>
                <a:cxn ang="0">
                  <a:pos x="322" y="88"/>
                </a:cxn>
                <a:cxn ang="0">
                  <a:pos x="322" y="88"/>
                </a:cxn>
                <a:cxn ang="0">
                  <a:pos x="144" y="436"/>
                </a:cxn>
                <a:cxn ang="0">
                  <a:pos x="640" y="1022"/>
                </a:cxn>
                <a:cxn ang="0">
                  <a:pos x="386" y="436"/>
                </a:cxn>
                <a:cxn ang="0">
                  <a:pos x="144" y="436"/>
                </a:cxn>
                <a:cxn ang="0">
                  <a:pos x="144" y="436"/>
                </a:cxn>
                <a:cxn ang="0">
                  <a:pos x="940" y="1022"/>
                </a:cxn>
                <a:cxn ang="0">
                  <a:pos x="1436" y="436"/>
                </a:cxn>
                <a:cxn ang="0">
                  <a:pos x="1194" y="436"/>
                </a:cxn>
                <a:cxn ang="0">
                  <a:pos x="940" y="1022"/>
                </a:cxn>
                <a:cxn ang="0">
                  <a:pos x="940" y="1022"/>
                </a:cxn>
                <a:cxn ang="0">
                  <a:pos x="1444" y="348"/>
                </a:cxn>
                <a:cxn ang="0">
                  <a:pos x="1258" y="88"/>
                </a:cxn>
                <a:cxn ang="0">
                  <a:pos x="1018" y="88"/>
                </a:cxn>
                <a:cxn ang="0">
                  <a:pos x="1190" y="348"/>
                </a:cxn>
                <a:cxn ang="0">
                  <a:pos x="1444" y="348"/>
                </a:cxn>
                <a:cxn ang="0">
                  <a:pos x="1444" y="348"/>
                </a:cxn>
                <a:cxn ang="0">
                  <a:pos x="918" y="88"/>
                </a:cxn>
                <a:cxn ang="0">
                  <a:pos x="662" y="88"/>
                </a:cxn>
                <a:cxn ang="0">
                  <a:pos x="650" y="106"/>
                </a:cxn>
                <a:cxn ang="0">
                  <a:pos x="490" y="348"/>
                </a:cxn>
                <a:cxn ang="0">
                  <a:pos x="1090" y="348"/>
                </a:cxn>
                <a:cxn ang="0">
                  <a:pos x="934" y="110"/>
                </a:cxn>
                <a:cxn ang="0">
                  <a:pos x="918" y="88"/>
                </a:cxn>
                <a:cxn ang="0">
                  <a:pos x="918" y="88"/>
                </a:cxn>
                <a:cxn ang="0">
                  <a:pos x="1106" y="436"/>
                </a:cxn>
                <a:cxn ang="0">
                  <a:pos x="474" y="436"/>
                </a:cxn>
                <a:cxn ang="0">
                  <a:pos x="772" y="1122"/>
                </a:cxn>
                <a:cxn ang="0">
                  <a:pos x="790" y="1162"/>
                </a:cxn>
                <a:cxn ang="0">
                  <a:pos x="808" y="1120"/>
                </a:cxn>
                <a:cxn ang="0">
                  <a:pos x="1106" y="436"/>
                </a:cxn>
                <a:cxn ang="0">
                  <a:pos x="1106" y="436"/>
                </a:cxn>
                <a:cxn ang="0">
                  <a:pos x="20" y="366"/>
                </a:cxn>
                <a:cxn ang="0">
                  <a:pos x="270" y="18"/>
                </a:cxn>
                <a:cxn ang="0">
                  <a:pos x="282" y="0"/>
                </a:cxn>
                <a:cxn ang="0">
                  <a:pos x="302" y="0"/>
                </a:cxn>
                <a:cxn ang="0">
                  <a:pos x="1278" y="0"/>
                </a:cxn>
                <a:cxn ang="0">
                  <a:pos x="1298" y="0"/>
                </a:cxn>
                <a:cxn ang="0">
                  <a:pos x="1310" y="18"/>
                </a:cxn>
                <a:cxn ang="0">
                  <a:pos x="1560" y="366"/>
                </a:cxn>
                <a:cxn ang="0">
                  <a:pos x="1580" y="394"/>
                </a:cxn>
                <a:cxn ang="0">
                  <a:pos x="1558" y="422"/>
                </a:cxn>
                <a:cxn ang="0">
                  <a:pos x="820" y="1294"/>
                </a:cxn>
                <a:cxn ang="0">
                  <a:pos x="790" y="1330"/>
                </a:cxn>
                <a:cxn ang="0">
                  <a:pos x="760" y="1294"/>
                </a:cxn>
                <a:cxn ang="0">
                  <a:pos x="22" y="422"/>
                </a:cxn>
                <a:cxn ang="0">
                  <a:pos x="0" y="394"/>
                </a:cxn>
                <a:cxn ang="0">
                  <a:pos x="20" y="366"/>
                </a:cxn>
                <a:cxn ang="0">
                  <a:pos x="20" y="366"/>
                </a:cxn>
              </a:cxnLst>
              <a:rect l="0" t="0" r="r" b="b"/>
              <a:pathLst>
                <a:path w="1580" h="1330">
                  <a:moveTo>
                    <a:pt x="322" y="88"/>
                  </a:moveTo>
                  <a:lnTo>
                    <a:pt x="136" y="348"/>
                  </a:lnTo>
                  <a:lnTo>
                    <a:pt x="390" y="348"/>
                  </a:lnTo>
                  <a:lnTo>
                    <a:pt x="562" y="88"/>
                  </a:lnTo>
                  <a:lnTo>
                    <a:pt x="322" y="88"/>
                  </a:lnTo>
                  <a:lnTo>
                    <a:pt x="322" y="88"/>
                  </a:lnTo>
                  <a:close/>
                  <a:moveTo>
                    <a:pt x="144" y="436"/>
                  </a:moveTo>
                  <a:lnTo>
                    <a:pt x="640" y="1022"/>
                  </a:lnTo>
                  <a:lnTo>
                    <a:pt x="386" y="436"/>
                  </a:lnTo>
                  <a:lnTo>
                    <a:pt x="144" y="436"/>
                  </a:lnTo>
                  <a:lnTo>
                    <a:pt x="144" y="436"/>
                  </a:lnTo>
                  <a:close/>
                  <a:moveTo>
                    <a:pt x="940" y="1022"/>
                  </a:moveTo>
                  <a:lnTo>
                    <a:pt x="1436" y="436"/>
                  </a:lnTo>
                  <a:lnTo>
                    <a:pt x="1194" y="436"/>
                  </a:lnTo>
                  <a:lnTo>
                    <a:pt x="940" y="1022"/>
                  </a:lnTo>
                  <a:lnTo>
                    <a:pt x="940" y="1022"/>
                  </a:lnTo>
                  <a:close/>
                  <a:moveTo>
                    <a:pt x="1444" y="348"/>
                  </a:moveTo>
                  <a:lnTo>
                    <a:pt x="1258" y="88"/>
                  </a:lnTo>
                  <a:lnTo>
                    <a:pt x="1018" y="88"/>
                  </a:lnTo>
                  <a:lnTo>
                    <a:pt x="1190" y="348"/>
                  </a:lnTo>
                  <a:lnTo>
                    <a:pt x="1444" y="348"/>
                  </a:lnTo>
                  <a:lnTo>
                    <a:pt x="1444" y="348"/>
                  </a:lnTo>
                  <a:close/>
                  <a:moveTo>
                    <a:pt x="918" y="88"/>
                  </a:moveTo>
                  <a:lnTo>
                    <a:pt x="662" y="88"/>
                  </a:lnTo>
                  <a:lnTo>
                    <a:pt x="650" y="106"/>
                  </a:lnTo>
                  <a:lnTo>
                    <a:pt x="490" y="348"/>
                  </a:lnTo>
                  <a:lnTo>
                    <a:pt x="1090" y="348"/>
                  </a:lnTo>
                  <a:lnTo>
                    <a:pt x="934" y="110"/>
                  </a:lnTo>
                  <a:lnTo>
                    <a:pt x="918" y="88"/>
                  </a:lnTo>
                  <a:lnTo>
                    <a:pt x="918" y="88"/>
                  </a:lnTo>
                  <a:close/>
                  <a:moveTo>
                    <a:pt x="1106" y="436"/>
                  </a:moveTo>
                  <a:lnTo>
                    <a:pt x="474" y="436"/>
                  </a:lnTo>
                  <a:lnTo>
                    <a:pt x="772" y="1122"/>
                  </a:lnTo>
                  <a:lnTo>
                    <a:pt x="790" y="1162"/>
                  </a:lnTo>
                  <a:lnTo>
                    <a:pt x="808" y="1120"/>
                  </a:lnTo>
                  <a:lnTo>
                    <a:pt x="1106" y="436"/>
                  </a:lnTo>
                  <a:lnTo>
                    <a:pt x="1106" y="436"/>
                  </a:lnTo>
                  <a:close/>
                  <a:moveTo>
                    <a:pt x="20" y="366"/>
                  </a:moveTo>
                  <a:lnTo>
                    <a:pt x="270" y="18"/>
                  </a:lnTo>
                  <a:lnTo>
                    <a:pt x="282" y="0"/>
                  </a:lnTo>
                  <a:lnTo>
                    <a:pt x="302" y="0"/>
                  </a:lnTo>
                  <a:lnTo>
                    <a:pt x="1278" y="0"/>
                  </a:lnTo>
                  <a:lnTo>
                    <a:pt x="1298" y="0"/>
                  </a:lnTo>
                  <a:lnTo>
                    <a:pt x="1310" y="18"/>
                  </a:lnTo>
                  <a:lnTo>
                    <a:pt x="1560" y="366"/>
                  </a:lnTo>
                  <a:lnTo>
                    <a:pt x="1580" y="394"/>
                  </a:lnTo>
                  <a:lnTo>
                    <a:pt x="1558" y="422"/>
                  </a:lnTo>
                  <a:lnTo>
                    <a:pt x="820" y="1294"/>
                  </a:lnTo>
                  <a:lnTo>
                    <a:pt x="790" y="1330"/>
                  </a:lnTo>
                  <a:lnTo>
                    <a:pt x="760" y="1294"/>
                  </a:lnTo>
                  <a:lnTo>
                    <a:pt x="22" y="422"/>
                  </a:lnTo>
                  <a:lnTo>
                    <a:pt x="0" y="394"/>
                  </a:lnTo>
                  <a:lnTo>
                    <a:pt x="20" y="366"/>
                  </a:lnTo>
                  <a:lnTo>
                    <a:pt x="20" y="366"/>
                  </a:lnTo>
                  <a:close/>
                </a:path>
              </a:pathLst>
            </a:custGeom>
            <a:solidFill>
              <a:srgbClr val="4F7F4E"/>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nvGrpSpPr>
          <p:cNvPr id="4" name="Gruppo 3">
            <a:extLst>
              <a:ext uri="{FF2B5EF4-FFF2-40B4-BE49-F238E27FC236}">
                <a16:creationId xmlns:a16="http://schemas.microsoft.com/office/drawing/2014/main" id="{FDF38908-EB40-9832-8872-C3FAE1290280}"/>
              </a:ext>
            </a:extLst>
          </p:cNvPr>
          <p:cNvGrpSpPr/>
          <p:nvPr/>
        </p:nvGrpSpPr>
        <p:grpSpPr>
          <a:xfrm>
            <a:off x="3288602" y="3508406"/>
            <a:ext cx="1680936" cy="2341727"/>
            <a:chOff x="3288602" y="3508406"/>
            <a:chExt cx="1680936" cy="2341727"/>
          </a:xfrm>
        </p:grpSpPr>
        <p:grpSp>
          <p:nvGrpSpPr>
            <p:cNvPr id="27" name="Group 7">
              <a:extLst>
                <a:ext uri="{FF2B5EF4-FFF2-40B4-BE49-F238E27FC236}">
                  <a16:creationId xmlns:a16="http://schemas.microsoft.com/office/drawing/2014/main" id="{C7527E6B-18CE-A686-0B58-9D6105DFD0C7}"/>
                </a:ext>
              </a:extLst>
            </p:cNvPr>
            <p:cNvGrpSpPr/>
            <p:nvPr/>
          </p:nvGrpSpPr>
          <p:grpSpPr>
            <a:xfrm>
              <a:off x="3288602" y="3508406"/>
              <a:ext cx="1680936" cy="2341727"/>
              <a:chOff x="6278545" y="2864104"/>
              <a:chExt cx="1680936" cy="2341727"/>
            </a:xfrm>
          </p:grpSpPr>
          <p:sp>
            <p:nvSpPr>
              <p:cNvPr id="28" name="Freeform: Shape 25">
                <a:extLst>
                  <a:ext uri="{FF2B5EF4-FFF2-40B4-BE49-F238E27FC236}">
                    <a16:creationId xmlns:a16="http://schemas.microsoft.com/office/drawing/2014/main" id="{4B5C959D-0C5E-D2F2-AE15-AE119ED0CB90}"/>
                  </a:ext>
                </a:extLst>
              </p:cNvPr>
              <p:cNvSpPr/>
              <p:nvPr/>
            </p:nvSpPr>
            <p:spPr>
              <a:xfrm>
                <a:off x="6278545" y="2864104"/>
                <a:ext cx="1680936" cy="2341727"/>
              </a:xfrm>
              <a:custGeom>
                <a:avLst/>
                <a:gdLst>
                  <a:gd name="connsiteX0" fmla="*/ 863056 w 1595385"/>
                  <a:gd name="connsiteY0" fmla="*/ 1370 h 2222544"/>
                  <a:gd name="connsiteX1" fmla="*/ 907212 w 1595385"/>
                  <a:gd name="connsiteY1" fmla="*/ 21383 h 2222544"/>
                  <a:gd name="connsiteX2" fmla="*/ 1482862 w 1595385"/>
                  <a:gd name="connsiteY2" fmla="*/ 1018438 h 2222544"/>
                  <a:gd name="connsiteX3" fmla="*/ 1538873 w 1595385"/>
                  <a:gd name="connsiteY3" fmla="*/ 1723211 h 2222544"/>
                  <a:gd name="connsiteX4" fmla="*/ 1121398 w 1595385"/>
                  <a:gd name="connsiteY4" fmla="*/ 2154140 h 2222544"/>
                  <a:gd name="connsiteX5" fmla="*/ 143430 w 1595385"/>
                  <a:gd name="connsiteY5" fmla="*/ 1881820 h 2222544"/>
                  <a:gd name="connsiteX6" fmla="*/ 215728 w 1595385"/>
                  <a:gd name="connsiteY6" fmla="*/ 880912 h 2222544"/>
                  <a:gd name="connsiteX7" fmla="*/ 374205 w 1595385"/>
                  <a:gd name="connsiteY7" fmla="*/ 753999 h 2222544"/>
                  <a:gd name="connsiteX8" fmla="*/ 433169 w 1595385"/>
                  <a:gd name="connsiteY8" fmla="*/ 716697 h 2222544"/>
                  <a:gd name="connsiteX9" fmla="*/ 830859 w 1595385"/>
                  <a:gd name="connsiteY9" fmla="*/ 39718 h 2222544"/>
                  <a:gd name="connsiteX10" fmla="*/ 863056 w 1595385"/>
                  <a:gd name="connsiteY10" fmla="*/ 1370 h 2222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5385" h="2222544">
                    <a:moveTo>
                      <a:pt x="863056" y="1370"/>
                    </a:moveTo>
                    <a:cubicBezTo>
                      <a:pt x="879508" y="-2900"/>
                      <a:pt x="897953" y="2556"/>
                      <a:pt x="907212" y="21383"/>
                    </a:cubicBezTo>
                    <a:lnTo>
                      <a:pt x="1482862" y="1018438"/>
                    </a:lnTo>
                    <a:cubicBezTo>
                      <a:pt x="1606911" y="1233297"/>
                      <a:pt x="1632589" y="1495282"/>
                      <a:pt x="1538873" y="1723211"/>
                    </a:cubicBezTo>
                    <a:cubicBezTo>
                      <a:pt x="1465042" y="1907501"/>
                      <a:pt x="1320850" y="2064734"/>
                      <a:pt x="1121398" y="2154140"/>
                    </a:cubicBezTo>
                    <a:cubicBezTo>
                      <a:pt x="775984" y="2308480"/>
                      <a:pt x="359573" y="2194843"/>
                      <a:pt x="143430" y="1881820"/>
                    </a:cubicBezTo>
                    <a:cubicBezTo>
                      <a:pt x="-79268" y="1563023"/>
                      <a:pt x="-33045" y="1146867"/>
                      <a:pt x="215728" y="880912"/>
                    </a:cubicBezTo>
                    <a:cubicBezTo>
                      <a:pt x="261488" y="831896"/>
                      <a:pt x="317610" y="789824"/>
                      <a:pt x="374205" y="753999"/>
                    </a:cubicBezTo>
                    <a:lnTo>
                      <a:pt x="433169" y="716697"/>
                    </a:lnTo>
                    <a:cubicBezTo>
                      <a:pt x="579696" y="619280"/>
                      <a:pt x="810355" y="405608"/>
                      <a:pt x="830859" y="39718"/>
                    </a:cubicBezTo>
                    <a:cubicBezTo>
                      <a:pt x="832145" y="19638"/>
                      <a:pt x="846604" y="5641"/>
                      <a:pt x="863056" y="1370"/>
                    </a:cubicBezTo>
                    <a:close/>
                  </a:path>
                </a:pathLst>
              </a:custGeom>
              <a:solidFill>
                <a:srgbClr val="6EA56C"/>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9" name="Circle">
                <a:extLst>
                  <a:ext uri="{FF2B5EF4-FFF2-40B4-BE49-F238E27FC236}">
                    <a16:creationId xmlns:a16="http://schemas.microsoft.com/office/drawing/2014/main" id="{5D477C0B-2EA0-8E96-E410-AE2F0A7CFCFD}"/>
                  </a:ext>
                </a:extLst>
              </p:cNvPr>
              <p:cNvSpPr/>
              <p:nvPr/>
            </p:nvSpPr>
            <p:spPr>
              <a:xfrm>
                <a:off x="6349101" y="3596613"/>
                <a:ext cx="1539025" cy="1539025"/>
              </a:xfrm>
              <a:prstGeom prst="ellipse">
                <a:avLst/>
              </a:prstGeom>
              <a:solidFill>
                <a:srgbClr val="FFFFFF">
                  <a:alpha val="77000"/>
                </a:srgbClr>
              </a:solidFill>
              <a:ln w="12700">
                <a:miter lim="400000"/>
              </a:ln>
            </p:spPr>
            <p:txBody>
              <a:bodyPr lIns="28575" tIns="28575" rIns="28575" bIns="28575"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0" cap="none" spc="0" normalizeH="0" baseline="0" noProof="0">
                  <a:ln>
                    <a:noFill/>
                  </a:ln>
                  <a:solidFill>
                    <a:srgbClr val="FFFFFF"/>
                  </a:solidFill>
                  <a:effectLst/>
                  <a:uLnTx/>
                  <a:uFillTx/>
                  <a:latin typeface="Calibri" panose="020F0502020204030204"/>
                </a:endParaRPr>
              </a:p>
            </p:txBody>
          </p:sp>
        </p:grpSp>
        <p:sp>
          <p:nvSpPr>
            <p:cNvPr id="54" name="Freeform 870">
              <a:extLst>
                <a:ext uri="{FF2B5EF4-FFF2-40B4-BE49-F238E27FC236}">
                  <a16:creationId xmlns:a16="http://schemas.microsoft.com/office/drawing/2014/main" id="{31B14136-52EE-6863-996A-2F50D270A920}"/>
                </a:ext>
              </a:extLst>
            </p:cNvPr>
            <p:cNvSpPr>
              <a:spLocks noEditPoints="1"/>
            </p:cNvSpPr>
            <p:nvPr/>
          </p:nvSpPr>
          <p:spPr bwMode="auto">
            <a:xfrm>
              <a:off x="3811629" y="4734797"/>
              <a:ext cx="655240" cy="625268"/>
            </a:xfrm>
            <a:custGeom>
              <a:avLst/>
              <a:gdLst/>
              <a:ahLst/>
              <a:cxnLst>
                <a:cxn ang="0">
                  <a:pos x="322" y="88"/>
                </a:cxn>
                <a:cxn ang="0">
                  <a:pos x="136" y="348"/>
                </a:cxn>
                <a:cxn ang="0">
                  <a:pos x="390" y="348"/>
                </a:cxn>
                <a:cxn ang="0">
                  <a:pos x="562" y="88"/>
                </a:cxn>
                <a:cxn ang="0">
                  <a:pos x="322" y="88"/>
                </a:cxn>
                <a:cxn ang="0">
                  <a:pos x="322" y="88"/>
                </a:cxn>
                <a:cxn ang="0">
                  <a:pos x="144" y="436"/>
                </a:cxn>
                <a:cxn ang="0">
                  <a:pos x="640" y="1022"/>
                </a:cxn>
                <a:cxn ang="0">
                  <a:pos x="386" y="436"/>
                </a:cxn>
                <a:cxn ang="0">
                  <a:pos x="144" y="436"/>
                </a:cxn>
                <a:cxn ang="0">
                  <a:pos x="144" y="436"/>
                </a:cxn>
                <a:cxn ang="0">
                  <a:pos x="940" y="1022"/>
                </a:cxn>
                <a:cxn ang="0">
                  <a:pos x="1436" y="436"/>
                </a:cxn>
                <a:cxn ang="0">
                  <a:pos x="1194" y="436"/>
                </a:cxn>
                <a:cxn ang="0">
                  <a:pos x="940" y="1022"/>
                </a:cxn>
                <a:cxn ang="0">
                  <a:pos x="940" y="1022"/>
                </a:cxn>
                <a:cxn ang="0">
                  <a:pos x="1444" y="348"/>
                </a:cxn>
                <a:cxn ang="0">
                  <a:pos x="1258" y="88"/>
                </a:cxn>
                <a:cxn ang="0">
                  <a:pos x="1018" y="88"/>
                </a:cxn>
                <a:cxn ang="0">
                  <a:pos x="1190" y="348"/>
                </a:cxn>
                <a:cxn ang="0">
                  <a:pos x="1444" y="348"/>
                </a:cxn>
                <a:cxn ang="0">
                  <a:pos x="1444" y="348"/>
                </a:cxn>
                <a:cxn ang="0">
                  <a:pos x="918" y="88"/>
                </a:cxn>
                <a:cxn ang="0">
                  <a:pos x="662" y="88"/>
                </a:cxn>
                <a:cxn ang="0">
                  <a:pos x="650" y="106"/>
                </a:cxn>
                <a:cxn ang="0">
                  <a:pos x="490" y="348"/>
                </a:cxn>
                <a:cxn ang="0">
                  <a:pos x="1090" y="348"/>
                </a:cxn>
                <a:cxn ang="0">
                  <a:pos x="934" y="110"/>
                </a:cxn>
                <a:cxn ang="0">
                  <a:pos x="918" y="88"/>
                </a:cxn>
                <a:cxn ang="0">
                  <a:pos x="918" y="88"/>
                </a:cxn>
                <a:cxn ang="0">
                  <a:pos x="1106" y="436"/>
                </a:cxn>
                <a:cxn ang="0">
                  <a:pos x="474" y="436"/>
                </a:cxn>
                <a:cxn ang="0">
                  <a:pos x="772" y="1122"/>
                </a:cxn>
                <a:cxn ang="0">
                  <a:pos x="790" y="1162"/>
                </a:cxn>
                <a:cxn ang="0">
                  <a:pos x="808" y="1120"/>
                </a:cxn>
                <a:cxn ang="0">
                  <a:pos x="1106" y="436"/>
                </a:cxn>
                <a:cxn ang="0">
                  <a:pos x="1106" y="436"/>
                </a:cxn>
                <a:cxn ang="0">
                  <a:pos x="20" y="366"/>
                </a:cxn>
                <a:cxn ang="0">
                  <a:pos x="270" y="18"/>
                </a:cxn>
                <a:cxn ang="0">
                  <a:pos x="282" y="0"/>
                </a:cxn>
                <a:cxn ang="0">
                  <a:pos x="302" y="0"/>
                </a:cxn>
                <a:cxn ang="0">
                  <a:pos x="1278" y="0"/>
                </a:cxn>
                <a:cxn ang="0">
                  <a:pos x="1298" y="0"/>
                </a:cxn>
                <a:cxn ang="0">
                  <a:pos x="1310" y="18"/>
                </a:cxn>
                <a:cxn ang="0">
                  <a:pos x="1560" y="366"/>
                </a:cxn>
                <a:cxn ang="0">
                  <a:pos x="1580" y="394"/>
                </a:cxn>
                <a:cxn ang="0">
                  <a:pos x="1558" y="422"/>
                </a:cxn>
                <a:cxn ang="0">
                  <a:pos x="820" y="1294"/>
                </a:cxn>
                <a:cxn ang="0">
                  <a:pos x="790" y="1330"/>
                </a:cxn>
                <a:cxn ang="0">
                  <a:pos x="760" y="1294"/>
                </a:cxn>
                <a:cxn ang="0">
                  <a:pos x="22" y="422"/>
                </a:cxn>
                <a:cxn ang="0">
                  <a:pos x="0" y="394"/>
                </a:cxn>
                <a:cxn ang="0">
                  <a:pos x="20" y="366"/>
                </a:cxn>
                <a:cxn ang="0">
                  <a:pos x="20" y="366"/>
                </a:cxn>
              </a:cxnLst>
              <a:rect l="0" t="0" r="r" b="b"/>
              <a:pathLst>
                <a:path w="1580" h="1330">
                  <a:moveTo>
                    <a:pt x="322" y="88"/>
                  </a:moveTo>
                  <a:lnTo>
                    <a:pt x="136" y="348"/>
                  </a:lnTo>
                  <a:lnTo>
                    <a:pt x="390" y="348"/>
                  </a:lnTo>
                  <a:lnTo>
                    <a:pt x="562" y="88"/>
                  </a:lnTo>
                  <a:lnTo>
                    <a:pt x="322" y="88"/>
                  </a:lnTo>
                  <a:lnTo>
                    <a:pt x="322" y="88"/>
                  </a:lnTo>
                  <a:close/>
                  <a:moveTo>
                    <a:pt x="144" y="436"/>
                  </a:moveTo>
                  <a:lnTo>
                    <a:pt x="640" y="1022"/>
                  </a:lnTo>
                  <a:lnTo>
                    <a:pt x="386" y="436"/>
                  </a:lnTo>
                  <a:lnTo>
                    <a:pt x="144" y="436"/>
                  </a:lnTo>
                  <a:lnTo>
                    <a:pt x="144" y="436"/>
                  </a:lnTo>
                  <a:close/>
                  <a:moveTo>
                    <a:pt x="940" y="1022"/>
                  </a:moveTo>
                  <a:lnTo>
                    <a:pt x="1436" y="436"/>
                  </a:lnTo>
                  <a:lnTo>
                    <a:pt x="1194" y="436"/>
                  </a:lnTo>
                  <a:lnTo>
                    <a:pt x="940" y="1022"/>
                  </a:lnTo>
                  <a:lnTo>
                    <a:pt x="940" y="1022"/>
                  </a:lnTo>
                  <a:close/>
                  <a:moveTo>
                    <a:pt x="1444" y="348"/>
                  </a:moveTo>
                  <a:lnTo>
                    <a:pt x="1258" y="88"/>
                  </a:lnTo>
                  <a:lnTo>
                    <a:pt x="1018" y="88"/>
                  </a:lnTo>
                  <a:lnTo>
                    <a:pt x="1190" y="348"/>
                  </a:lnTo>
                  <a:lnTo>
                    <a:pt x="1444" y="348"/>
                  </a:lnTo>
                  <a:lnTo>
                    <a:pt x="1444" y="348"/>
                  </a:lnTo>
                  <a:close/>
                  <a:moveTo>
                    <a:pt x="918" y="88"/>
                  </a:moveTo>
                  <a:lnTo>
                    <a:pt x="662" y="88"/>
                  </a:lnTo>
                  <a:lnTo>
                    <a:pt x="650" y="106"/>
                  </a:lnTo>
                  <a:lnTo>
                    <a:pt x="490" y="348"/>
                  </a:lnTo>
                  <a:lnTo>
                    <a:pt x="1090" y="348"/>
                  </a:lnTo>
                  <a:lnTo>
                    <a:pt x="934" y="110"/>
                  </a:lnTo>
                  <a:lnTo>
                    <a:pt x="918" y="88"/>
                  </a:lnTo>
                  <a:lnTo>
                    <a:pt x="918" y="88"/>
                  </a:lnTo>
                  <a:close/>
                  <a:moveTo>
                    <a:pt x="1106" y="436"/>
                  </a:moveTo>
                  <a:lnTo>
                    <a:pt x="474" y="436"/>
                  </a:lnTo>
                  <a:lnTo>
                    <a:pt x="772" y="1122"/>
                  </a:lnTo>
                  <a:lnTo>
                    <a:pt x="790" y="1162"/>
                  </a:lnTo>
                  <a:lnTo>
                    <a:pt x="808" y="1120"/>
                  </a:lnTo>
                  <a:lnTo>
                    <a:pt x="1106" y="436"/>
                  </a:lnTo>
                  <a:lnTo>
                    <a:pt x="1106" y="436"/>
                  </a:lnTo>
                  <a:close/>
                  <a:moveTo>
                    <a:pt x="20" y="366"/>
                  </a:moveTo>
                  <a:lnTo>
                    <a:pt x="270" y="18"/>
                  </a:lnTo>
                  <a:lnTo>
                    <a:pt x="282" y="0"/>
                  </a:lnTo>
                  <a:lnTo>
                    <a:pt x="302" y="0"/>
                  </a:lnTo>
                  <a:lnTo>
                    <a:pt x="1278" y="0"/>
                  </a:lnTo>
                  <a:lnTo>
                    <a:pt x="1298" y="0"/>
                  </a:lnTo>
                  <a:lnTo>
                    <a:pt x="1310" y="18"/>
                  </a:lnTo>
                  <a:lnTo>
                    <a:pt x="1560" y="366"/>
                  </a:lnTo>
                  <a:lnTo>
                    <a:pt x="1580" y="394"/>
                  </a:lnTo>
                  <a:lnTo>
                    <a:pt x="1558" y="422"/>
                  </a:lnTo>
                  <a:lnTo>
                    <a:pt x="820" y="1294"/>
                  </a:lnTo>
                  <a:lnTo>
                    <a:pt x="790" y="1330"/>
                  </a:lnTo>
                  <a:lnTo>
                    <a:pt x="760" y="1294"/>
                  </a:lnTo>
                  <a:lnTo>
                    <a:pt x="22" y="422"/>
                  </a:lnTo>
                  <a:lnTo>
                    <a:pt x="0" y="394"/>
                  </a:lnTo>
                  <a:lnTo>
                    <a:pt x="20" y="366"/>
                  </a:lnTo>
                  <a:lnTo>
                    <a:pt x="20" y="366"/>
                  </a:lnTo>
                  <a:close/>
                </a:path>
              </a:pathLst>
            </a:custGeom>
            <a:solidFill>
              <a:srgbClr val="4F7F4E"/>
            </a:solidFill>
            <a:ln w="8731" cap="flat">
              <a:noFill/>
              <a:prstDash val="solid"/>
              <a:miter/>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3314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47"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anim calcmode="lin" valueType="num">
                                      <p:cBhvr>
                                        <p:cTn id="11" dur="1000" fill="hold"/>
                                        <p:tgtEl>
                                          <p:spTgt spid="3"/>
                                        </p:tgtEl>
                                        <p:attrNameLst>
                                          <p:attrName>ppt_x</p:attrName>
                                        </p:attrNameLst>
                                      </p:cBhvr>
                                      <p:tavLst>
                                        <p:tav tm="0">
                                          <p:val>
                                            <p:strVal val="#ppt_x"/>
                                          </p:val>
                                        </p:tav>
                                        <p:tav tm="100000">
                                          <p:val>
                                            <p:strVal val="#ppt_x"/>
                                          </p:val>
                                        </p:tav>
                                      </p:tavLst>
                                    </p:anim>
                                    <p:anim calcmode="lin" valueType="num">
                                      <p:cBhvr>
                                        <p:cTn id="12" dur="1000" fill="hold"/>
                                        <p:tgtEl>
                                          <p:spTgt spid="3"/>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10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anim calcmode="lin" valueType="num">
                                      <p:cBhvr>
                                        <p:cTn id="16" dur="1000" fill="hold"/>
                                        <p:tgtEl>
                                          <p:spTgt spid="7"/>
                                        </p:tgtEl>
                                        <p:attrNameLst>
                                          <p:attrName>ppt_x</p:attrName>
                                        </p:attrNameLst>
                                      </p:cBhvr>
                                      <p:tavLst>
                                        <p:tav tm="0">
                                          <p:val>
                                            <p:strVal val="#ppt_x"/>
                                          </p:val>
                                        </p:tav>
                                        <p:tav tm="100000">
                                          <p:val>
                                            <p:strVal val="#ppt_x"/>
                                          </p:val>
                                        </p:tav>
                                      </p:tavLst>
                                    </p:anim>
                                    <p:anim calcmode="lin" valueType="num">
                                      <p:cBhvr>
                                        <p:cTn id="17" dur="1000" fill="hold"/>
                                        <p:tgtEl>
                                          <p:spTgt spid="7"/>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150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20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par>
                                <p:cTn id="28" presetID="47" presetClass="entr" presetSubtype="0" fill="hold" nodeType="withEffect">
                                  <p:stCondLst>
                                    <p:cond delay="250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1000"/>
                                        <p:tgtEl>
                                          <p:spTgt spid="5"/>
                                        </p:tgtEl>
                                      </p:cBhvr>
                                    </p:animEffect>
                                    <p:anim calcmode="lin" valueType="num">
                                      <p:cBhvr>
                                        <p:cTn id="31" dur="1000" fill="hold"/>
                                        <p:tgtEl>
                                          <p:spTgt spid="5"/>
                                        </p:tgtEl>
                                        <p:attrNameLst>
                                          <p:attrName>ppt_x</p:attrName>
                                        </p:attrNameLst>
                                      </p:cBhvr>
                                      <p:tavLst>
                                        <p:tav tm="0">
                                          <p:val>
                                            <p:strVal val="#ppt_x"/>
                                          </p:val>
                                        </p:tav>
                                        <p:tav tm="100000">
                                          <p:val>
                                            <p:strVal val="#ppt_x"/>
                                          </p:val>
                                        </p:tav>
                                      </p:tavLst>
                                    </p:anim>
                                    <p:anim calcmode="lin" valueType="num">
                                      <p:cBhvr>
                                        <p:cTn id="32" dur="1000" fill="hold"/>
                                        <p:tgtEl>
                                          <p:spTgt spid="5"/>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30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C2C21-7B09-D97A-7235-C3A9F590688F}"/>
            </a:ext>
          </a:extLst>
        </p:cNvPr>
        <p:cNvGrpSpPr/>
        <p:nvPr/>
      </p:nvGrpSpPr>
      <p:grpSpPr>
        <a:xfrm>
          <a:off x="0" y="0"/>
          <a:ext cx="0" cy="0"/>
          <a:chOff x="0" y="0"/>
          <a:chExt cx="0" cy="0"/>
        </a:xfrm>
      </p:grpSpPr>
      <p:pic>
        <p:nvPicPr>
          <p:cNvPr id="3" name="Immagine 2" descr="Immagine che contiene robot, macchina, interno, vestiti">
            <a:extLst>
              <a:ext uri="{FF2B5EF4-FFF2-40B4-BE49-F238E27FC236}">
                <a16:creationId xmlns:a16="http://schemas.microsoft.com/office/drawing/2014/main" id="{BA4CC740-D547-EA81-0AED-D29DB0B8B4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Rettangolo 7">
            <a:extLst>
              <a:ext uri="{FF2B5EF4-FFF2-40B4-BE49-F238E27FC236}">
                <a16:creationId xmlns:a16="http://schemas.microsoft.com/office/drawing/2014/main" id="{0F52A167-7BC6-5026-7D0D-C7FA64A67BB7}"/>
              </a:ext>
            </a:extLst>
          </p:cNvPr>
          <p:cNvSpPr/>
          <p:nvPr/>
        </p:nvSpPr>
        <p:spPr>
          <a:xfrm>
            <a:off x="1" y="0"/>
            <a:ext cx="12192000" cy="6858000"/>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9" name="CasellaDiTesto 28">
            <a:extLst>
              <a:ext uri="{FF2B5EF4-FFF2-40B4-BE49-F238E27FC236}">
                <a16:creationId xmlns:a16="http://schemas.microsoft.com/office/drawing/2014/main" id="{7B04B571-1887-9A72-CCA6-1B95ADA10FAB}"/>
              </a:ext>
            </a:extLst>
          </p:cNvPr>
          <p:cNvSpPr txBox="1"/>
          <p:nvPr/>
        </p:nvSpPr>
        <p:spPr>
          <a:xfrm>
            <a:off x="2850245" y="1061725"/>
            <a:ext cx="3152775" cy="400110"/>
          </a:xfrm>
          <a:prstGeom prst="rect">
            <a:avLst/>
          </a:prstGeom>
          <a:noFill/>
        </p:spPr>
        <p:txBody>
          <a:bodyPr wrap="square" rtlCol="0">
            <a:spAutoFit/>
          </a:bodyPr>
          <a:lstStyle/>
          <a:p>
            <a:r>
              <a:rPr lang="it-IT" sz="2000" b="1" dirty="0">
                <a:solidFill>
                  <a:schemeClr val="bg1"/>
                </a:solidFill>
                <a:latin typeface="Calibri" panose="020F0502020204030204"/>
              </a:rPr>
              <a:t>I 3 PRINCIPI DEL SISTEMA</a:t>
            </a:r>
          </a:p>
        </p:txBody>
      </p:sp>
      <p:grpSp>
        <p:nvGrpSpPr>
          <p:cNvPr id="4" name="Gruppo 3">
            <a:extLst>
              <a:ext uri="{FF2B5EF4-FFF2-40B4-BE49-F238E27FC236}">
                <a16:creationId xmlns:a16="http://schemas.microsoft.com/office/drawing/2014/main" id="{0E53B402-A2D8-8AB5-A2E3-742F76927833}"/>
              </a:ext>
            </a:extLst>
          </p:cNvPr>
          <p:cNvGrpSpPr/>
          <p:nvPr/>
        </p:nvGrpSpPr>
        <p:grpSpPr>
          <a:xfrm>
            <a:off x="4207558" y="1182532"/>
            <a:ext cx="6768068" cy="4797736"/>
            <a:chOff x="2711966" y="1182532"/>
            <a:chExt cx="6768068" cy="4797736"/>
          </a:xfrm>
        </p:grpSpPr>
        <p:sp>
          <p:nvSpPr>
            <p:cNvPr id="30" name="Forme libre 13">
              <a:extLst>
                <a:ext uri="{FF2B5EF4-FFF2-40B4-BE49-F238E27FC236}">
                  <a16:creationId xmlns:a16="http://schemas.microsoft.com/office/drawing/2014/main" id="{604103DC-D1BD-D3C3-6367-EA70DA6A7600}"/>
                </a:ext>
              </a:extLst>
            </p:cNvPr>
            <p:cNvSpPr/>
            <p:nvPr/>
          </p:nvSpPr>
          <p:spPr>
            <a:xfrm>
              <a:off x="3187843" y="1393350"/>
              <a:ext cx="5684054" cy="857682"/>
            </a:xfrm>
            <a:custGeom>
              <a:avLst/>
              <a:gdLst>
                <a:gd name="connsiteX0" fmla="*/ 0 w 4727670"/>
                <a:gd name="connsiteY0" fmla="*/ 713371 h 713371"/>
                <a:gd name="connsiteX1" fmla="*/ 4727671 w 4727670"/>
                <a:gd name="connsiteY1" fmla="*/ 713371 h 713371"/>
                <a:gd name="connsiteX2" fmla="*/ 2418914 w 4727670"/>
                <a:gd name="connsiteY2" fmla="*/ 0 h 713371"/>
                <a:gd name="connsiteX3" fmla="*/ 0 w 4727670"/>
                <a:gd name="connsiteY3" fmla="*/ 713371 h 713371"/>
              </a:gdLst>
              <a:ahLst/>
              <a:cxnLst>
                <a:cxn ang="0">
                  <a:pos x="connsiteX0" y="connsiteY0"/>
                </a:cxn>
                <a:cxn ang="0">
                  <a:pos x="connsiteX1" y="connsiteY1"/>
                </a:cxn>
                <a:cxn ang="0">
                  <a:pos x="connsiteX2" y="connsiteY2"/>
                </a:cxn>
                <a:cxn ang="0">
                  <a:pos x="connsiteX3" y="connsiteY3"/>
                </a:cxn>
              </a:cxnLst>
              <a:rect l="l" t="t" r="r" b="b"/>
              <a:pathLst>
                <a:path w="4727670" h="713371">
                  <a:moveTo>
                    <a:pt x="0" y="713371"/>
                  </a:moveTo>
                  <a:lnTo>
                    <a:pt x="4727671" y="713371"/>
                  </a:lnTo>
                  <a:lnTo>
                    <a:pt x="2418914" y="0"/>
                  </a:lnTo>
                  <a:lnTo>
                    <a:pt x="0" y="713371"/>
                  </a:lnTo>
                  <a:close/>
                </a:path>
              </a:pathLst>
            </a:custGeom>
            <a:solidFill>
              <a:srgbClr val="BFC0C0"/>
            </a:solidFill>
            <a:ln w="14986" cap="flat">
              <a:noFill/>
              <a:prstDash val="solid"/>
              <a:miter/>
            </a:ln>
          </p:spPr>
          <p:txBody>
            <a:bodyPr rtlCol="0" anchor="ctr"/>
            <a:lstStyle/>
            <a:p>
              <a:endParaRPr lang="fr-FR">
                <a:solidFill>
                  <a:srgbClr val="000000"/>
                </a:solidFill>
                <a:latin typeface="Calibri" panose="020F0502020204030204"/>
              </a:endParaRPr>
            </a:p>
          </p:txBody>
        </p:sp>
        <p:sp>
          <p:nvSpPr>
            <p:cNvPr id="50" name="Forme libre 14">
              <a:extLst>
                <a:ext uri="{FF2B5EF4-FFF2-40B4-BE49-F238E27FC236}">
                  <a16:creationId xmlns:a16="http://schemas.microsoft.com/office/drawing/2014/main" id="{2A88F399-7C4B-B02F-498B-BD428974E82D}"/>
                </a:ext>
              </a:extLst>
            </p:cNvPr>
            <p:cNvSpPr/>
            <p:nvPr/>
          </p:nvSpPr>
          <p:spPr>
            <a:xfrm>
              <a:off x="4191855" y="2483963"/>
              <a:ext cx="3808290" cy="2817869"/>
            </a:xfrm>
            <a:custGeom>
              <a:avLst/>
              <a:gdLst>
                <a:gd name="connsiteX0" fmla="*/ -1 w 3167517"/>
                <a:gd name="connsiteY0" fmla="*/ 0 h 2343742"/>
                <a:gd name="connsiteX1" fmla="*/ 3167516 w 3167517"/>
                <a:gd name="connsiteY1" fmla="*/ 0 h 2343742"/>
                <a:gd name="connsiteX2" fmla="*/ 3167516 w 3167517"/>
                <a:gd name="connsiteY2" fmla="*/ 2343744 h 2343742"/>
                <a:gd name="connsiteX3" fmla="*/ -1 w 3167517"/>
                <a:gd name="connsiteY3" fmla="*/ 2343744 h 2343742"/>
              </a:gdLst>
              <a:ahLst/>
              <a:cxnLst>
                <a:cxn ang="0">
                  <a:pos x="connsiteX0" y="connsiteY0"/>
                </a:cxn>
                <a:cxn ang="0">
                  <a:pos x="connsiteX1" y="connsiteY1"/>
                </a:cxn>
                <a:cxn ang="0">
                  <a:pos x="connsiteX2" y="connsiteY2"/>
                </a:cxn>
                <a:cxn ang="0">
                  <a:pos x="connsiteX3" y="connsiteY3"/>
                </a:cxn>
              </a:cxnLst>
              <a:rect l="l" t="t" r="r" b="b"/>
              <a:pathLst>
                <a:path w="3167517" h="2343742">
                  <a:moveTo>
                    <a:pt x="-1" y="0"/>
                  </a:moveTo>
                  <a:lnTo>
                    <a:pt x="3167516" y="0"/>
                  </a:lnTo>
                  <a:lnTo>
                    <a:pt x="3167516" y="2343744"/>
                  </a:lnTo>
                  <a:lnTo>
                    <a:pt x="-1" y="2343744"/>
                  </a:lnTo>
                  <a:close/>
                </a:path>
              </a:pathLst>
            </a:custGeom>
            <a:solidFill>
              <a:srgbClr val="000000">
                <a:lumMod val="75000"/>
                <a:lumOff val="25000"/>
              </a:srgbClr>
            </a:solidFill>
            <a:ln w="149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000"/>
                </a:solidFill>
                <a:effectLst/>
                <a:uLnTx/>
                <a:uFillTx/>
                <a:latin typeface="Calibri" panose="020F0502020204030204"/>
              </a:endParaRPr>
            </a:p>
          </p:txBody>
        </p:sp>
        <p:sp>
          <p:nvSpPr>
            <p:cNvPr id="54" name="Forme libre 15">
              <a:extLst>
                <a:ext uri="{FF2B5EF4-FFF2-40B4-BE49-F238E27FC236}">
                  <a16:creationId xmlns:a16="http://schemas.microsoft.com/office/drawing/2014/main" id="{193BE515-9F62-B1E5-B41D-308B0B3D43CD}"/>
                </a:ext>
              </a:extLst>
            </p:cNvPr>
            <p:cNvSpPr/>
            <p:nvPr/>
          </p:nvSpPr>
          <p:spPr>
            <a:xfrm>
              <a:off x="2924046" y="5301832"/>
              <a:ext cx="6343906" cy="339399"/>
            </a:xfrm>
            <a:custGeom>
              <a:avLst/>
              <a:gdLst>
                <a:gd name="connsiteX0" fmla="*/ 5206809 w 5276497"/>
                <a:gd name="connsiteY0" fmla="*/ 0 h 282293"/>
                <a:gd name="connsiteX1" fmla="*/ 69840 w 5276497"/>
                <a:gd name="connsiteY1" fmla="*/ 0 h 282293"/>
                <a:gd name="connsiteX2" fmla="*/ 0 w 5276497"/>
                <a:gd name="connsiteY2" fmla="*/ 69824 h 282293"/>
                <a:gd name="connsiteX3" fmla="*/ 0 w 5276497"/>
                <a:gd name="connsiteY3" fmla="*/ 282293 h 282293"/>
                <a:gd name="connsiteX4" fmla="*/ 5276498 w 5276497"/>
                <a:gd name="connsiteY4" fmla="*/ 282293 h 282293"/>
                <a:gd name="connsiteX5" fmla="*/ 5276498 w 5276497"/>
                <a:gd name="connsiteY5" fmla="*/ 69824 h 282293"/>
                <a:gd name="connsiteX6" fmla="*/ 5206659 w 5276497"/>
                <a:gd name="connsiteY6" fmla="*/ 0 h 282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6497" h="282293">
                  <a:moveTo>
                    <a:pt x="5206809" y="0"/>
                  </a:moveTo>
                  <a:lnTo>
                    <a:pt x="69840" y="0"/>
                  </a:lnTo>
                  <a:cubicBezTo>
                    <a:pt x="31324" y="0"/>
                    <a:pt x="0" y="31167"/>
                    <a:pt x="0" y="69824"/>
                  </a:cubicBezTo>
                  <a:lnTo>
                    <a:pt x="0" y="282293"/>
                  </a:lnTo>
                  <a:lnTo>
                    <a:pt x="5276498" y="282293"/>
                  </a:lnTo>
                  <a:lnTo>
                    <a:pt x="5276498" y="69824"/>
                  </a:lnTo>
                  <a:cubicBezTo>
                    <a:pt x="5276498" y="31317"/>
                    <a:pt x="5245327" y="0"/>
                    <a:pt x="5206659" y="0"/>
                  </a:cubicBezTo>
                  <a:close/>
                </a:path>
              </a:pathLst>
            </a:custGeom>
            <a:solidFill>
              <a:srgbClr val="DEDEDE"/>
            </a:solidFill>
            <a:ln w="14986" cap="flat">
              <a:noFill/>
              <a:prstDash val="solid"/>
              <a:miter/>
            </a:ln>
          </p:spPr>
          <p:txBody>
            <a:bodyPr rtlCol="0" anchor="ctr"/>
            <a:lstStyle/>
            <a:p>
              <a:endParaRPr lang="fr-FR">
                <a:solidFill>
                  <a:srgbClr val="000000"/>
                </a:solidFill>
                <a:latin typeface="Calibri" panose="020F0502020204030204"/>
              </a:endParaRPr>
            </a:p>
          </p:txBody>
        </p:sp>
        <p:sp>
          <p:nvSpPr>
            <p:cNvPr id="55" name="Forme libre 16">
              <a:extLst>
                <a:ext uri="{FF2B5EF4-FFF2-40B4-BE49-F238E27FC236}">
                  <a16:creationId xmlns:a16="http://schemas.microsoft.com/office/drawing/2014/main" id="{20B7C385-2E7C-EDD5-4CB0-B886BF0E7ED6}"/>
                </a:ext>
              </a:extLst>
            </p:cNvPr>
            <p:cNvSpPr/>
            <p:nvPr/>
          </p:nvSpPr>
          <p:spPr>
            <a:xfrm>
              <a:off x="2711966" y="5641051"/>
              <a:ext cx="6768068" cy="339217"/>
            </a:xfrm>
            <a:custGeom>
              <a:avLst/>
              <a:gdLst>
                <a:gd name="connsiteX0" fmla="*/ 5559604 w 5629291"/>
                <a:gd name="connsiteY0" fmla="*/ 0 h 282141"/>
                <a:gd name="connsiteX1" fmla="*/ 69838 w 5629291"/>
                <a:gd name="connsiteY1" fmla="*/ 0 h 282141"/>
                <a:gd name="connsiteX2" fmla="*/ 0 w 5629291"/>
                <a:gd name="connsiteY2" fmla="*/ 69674 h 282141"/>
                <a:gd name="connsiteX3" fmla="*/ 0 w 5629291"/>
                <a:gd name="connsiteY3" fmla="*/ 282142 h 282141"/>
                <a:gd name="connsiteX4" fmla="*/ 5629292 w 5629291"/>
                <a:gd name="connsiteY4" fmla="*/ 282142 h 282141"/>
                <a:gd name="connsiteX5" fmla="*/ 5629292 w 5629291"/>
                <a:gd name="connsiteY5" fmla="*/ 69674 h 282141"/>
                <a:gd name="connsiteX6" fmla="*/ 5559454 w 5629291"/>
                <a:gd name="connsiteY6" fmla="*/ 0 h 282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29291" h="282141">
                  <a:moveTo>
                    <a:pt x="5559604" y="0"/>
                  </a:moveTo>
                  <a:lnTo>
                    <a:pt x="69838" y="0"/>
                  </a:lnTo>
                  <a:cubicBezTo>
                    <a:pt x="31322" y="0"/>
                    <a:pt x="0" y="31165"/>
                    <a:pt x="0" y="69674"/>
                  </a:cubicBezTo>
                  <a:lnTo>
                    <a:pt x="0" y="282142"/>
                  </a:lnTo>
                  <a:lnTo>
                    <a:pt x="5629292" y="282142"/>
                  </a:lnTo>
                  <a:lnTo>
                    <a:pt x="5629292" y="69674"/>
                  </a:lnTo>
                  <a:cubicBezTo>
                    <a:pt x="5629292" y="31165"/>
                    <a:pt x="5598121" y="0"/>
                    <a:pt x="5559454" y="0"/>
                  </a:cubicBezTo>
                  <a:close/>
                </a:path>
              </a:pathLst>
            </a:custGeom>
            <a:solidFill>
              <a:srgbClr val="BFC0C0"/>
            </a:solidFill>
            <a:ln w="14986" cap="flat">
              <a:noFill/>
              <a:prstDash val="solid"/>
              <a:miter/>
            </a:ln>
          </p:spPr>
          <p:txBody>
            <a:bodyPr rtlCol="0" anchor="ctr"/>
            <a:lstStyle/>
            <a:p>
              <a:endParaRPr lang="fr-FR">
                <a:solidFill>
                  <a:srgbClr val="000000"/>
                </a:solidFill>
                <a:latin typeface="Calibri" panose="020F0502020204030204"/>
              </a:endParaRPr>
            </a:p>
          </p:txBody>
        </p:sp>
        <p:sp>
          <p:nvSpPr>
            <p:cNvPr id="56" name="Forme libre 18">
              <a:extLst>
                <a:ext uri="{FF2B5EF4-FFF2-40B4-BE49-F238E27FC236}">
                  <a16:creationId xmlns:a16="http://schemas.microsoft.com/office/drawing/2014/main" id="{ACDB655F-DCA8-3F0A-1976-E76FC1C13E0A}"/>
                </a:ext>
              </a:extLst>
            </p:cNvPr>
            <p:cNvSpPr/>
            <p:nvPr/>
          </p:nvSpPr>
          <p:spPr>
            <a:xfrm>
              <a:off x="3579214" y="2770038"/>
              <a:ext cx="1225463" cy="2245539"/>
            </a:xfrm>
            <a:custGeom>
              <a:avLst/>
              <a:gdLst>
                <a:gd name="connsiteX0" fmla="*/ -1 w 1019270"/>
                <a:gd name="connsiteY0" fmla="*/ 0 h 1779308"/>
                <a:gd name="connsiteX1" fmla="*/ 1019270 w 1019270"/>
                <a:gd name="connsiteY1" fmla="*/ 0 h 1779308"/>
                <a:gd name="connsiteX2" fmla="*/ 1019270 w 1019270"/>
                <a:gd name="connsiteY2" fmla="*/ 1779308 h 1779308"/>
                <a:gd name="connsiteX3" fmla="*/ -1 w 1019270"/>
                <a:gd name="connsiteY3" fmla="*/ 1779308 h 1779308"/>
              </a:gdLst>
              <a:ahLst/>
              <a:cxnLst>
                <a:cxn ang="0">
                  <a:pos x="connsiteX0" y="connsiteY0"/>
                </a:cxn>
                <a:cxn ang="0">
                  <a:pos x="connsiteX1" y="connsiteY1"/>
                </a:cxn>
                <a:cxn ang="0">
                  <a:pos x="connsiteX2" y="connsiteY2"/>
                </a:cxn>
                <a:cxn ang="0">
                  <a:pos x="connsiteX3" y="connsiteY3"/>
                </a:cxn>
              </a:cxnLst>
              <a:rect l="l" t="t" r="r" b="b"/>
              <a:pathLst>
                <a:path w="1019270" h="1779308">
                  <a:moveTo>
                    <a:pt x="-1" y="0"/>
                  </a:moveTo>
                  <a:lnTo>
                    <a:pt x="1019270" y="0"/>
                  </a:lnTo>
                  <a:lnTo>
                    <a:pt x="1019270" y="1779308"/>
                  </a:lnTo>
                  <a:lnTo>
                    <a:pt x="-1" y="1779308"/>
                  </a:lnTo>
                  <a:close/>
                </a:path>
              </a:pathLst>
            </a:custGeom>
            <a:solidFill>
              <a:srgbClr val="6EA56C"/>
            </a:solidFill>
            <a:ln w="149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000"/>
                </a:solidFill>
                <a:effectLst/>
                <a:uLnTx/>
                <a:uFillTx/>
                <a:latin typeface="Calibri" panose="020F0502020204030204"/>
              </a:endParaRPr>
            </a:p>
          </p:txBody>
        </p:sp>
        <p:sp>
          <p:nvSpPr>
            <p:cNvPr id="57" name="Forme libre 20">
              <a:extLst>
                <a:ext uri="{FF2B5EF4-FFF2-40B4-BE49-F238E27FC236}">
                  <a16:creationId xmlns:a16="http://schemas.microsoft.com/office/drawing/2014/main" id="{5327A548-CCE9-EE75-9575-42CE0033FF8A}"/>
                </a:ext>
              </a:extLst>
            </p:cNvPr>
            <p:cNvSpPr/>
            <p:nvPr/>
          </p:nvSpPr>
          <p:spPr>
            <a:xfrm>
              <a:off x="5483268" y="2770038"/>
              <a:ext cx="1225463" cy="2245539"/>
            </a:xfrm>
            <a:custGeom>
              <a:avLst/>
              <a:gdLst>
                <a:gd name="connsiteX0" fmla="*/ 0 w 1019270"/>
                <a:gd name="connsiteY0" fmla="*/ 0 h 1779308"/>
                <a:gd name="connsiteX1" fmla="*/ 1019271 w 1019270"/>
                <a:gd name="connsiteY1" fmla="*/ 0 h 1779308"/>
                <a:gd name="connsiteX2" fmla="*/ 1019271 w 1019270"/>
                <a:gd name="connsiteY2" fmla="*/ 1779308 h 1779308"/>
                <a:gd name="connsiteX3" fmla="*/ 0 w 1019270"/>
                <a:gd name="connsiteY3" fmla="*/ 1779308 h 1779308"/>
              </a:gdLst>
              <a:ahLst/>
              <a:cxnLst>
                <a:cxn ang="0">
                  <a:pos x="connsiteX0" y="connsiteY0"/>
                </a:cxn>
                <a:cxn ang="0">
                  <a:pos x="connsiteX1" y="connsiteY1"/>
                </a:cxn>
                <a:cxn ang="0">
                  <a:pos x="connsiteX2" y="connsiteY2"/>
                </a:cxn>
                <a:cxn ang="0">
                  <a:pos x="connsiteX3" y="connsiteY3"/>
                </a:cxn>
              </a:cxnLst>
              <a:rect l="l" t="t" r="r" b="b"/>
              <a:pathLst>
                <a:path w="1019270" h="1779308">
                  <a:moveTo>
                    <a:pt x="0" y="0"/>
                  </a:moveTo>
                  <a:lnTo>
                    <a:pt x="1019271" y="0"/>
                  </a:lnTo>
                  <a:lnTo>
                    <a:pt x="1019271" y="1779308"/>
                  </a:lnTo>
                  <a:lnTo>
                    <a:pt x="0" y="1779308"/>
                  </a:lnTo>
                  <a:close/>
                </a:path>
              </a:pathLst>
            </a:custGeom>
            <a:solidFill>
              <a:srgbClr val="FECA0A"/>
            </a:solidFill>
            <a:ln w="14986" cap="flat">
              <a:noFill/>
              <a:prstDash val="solid"/>
              <a:miter/>
            </a:ln>
          </p:spPr>
          <p:txBody>
            <a:bodyPr rtlCol="0" anchor="ctr"/>
            <a:lstStyle/>
            <a:p>
              <a:endParaRPr lang="fr-FR">
                <a:solidFill>
                  <a:srgbClr val="000000"/>
                </a:solidFill>
                <a:latin typeface="Calibri" panose="020F0502020204030204"/>
              </a:endParaRPr>
            </a:p>
          </p:txBody>
        </p:sp>
        <p:sp>
          <p:nvSpPr>
            <p:cNvPr id="58" name="Forme libre 22">
              <a:extLst>
                <a:ext uri="{FF2B5EF4-FFF2-40B4-BE49-F238E27FC236}">
                  <a16:creationId xmlns:a16="http://schemas.microsoft.com/office/drawing/2014/main" id="{E47CCF52-27C9-5D66-3C7D-5FC635AFC185}"/>
                </a:ext>
              </a:extLst>
            </p:cNvPr>
            <p:cNvSpPr/>
            <p:nvPr/>
          </p:nvSpPr>
          <p:spPr>
            <a:xfrm>
              <a:off x="7387503" y="2770038"/>
              <a:ext cx="1225463" cy="2245539"/>
            </a:xfrm>
            <a:custGeom>
              <a:avLst/>
              <a:gdLst>
                <a:gd name="connsiteX0" fmla="*/ 1 w 1019270"/>
                <a:gd name="connsiteY0" fmla="*/ 0 h 1779308"/>
                <a:gd name="connsiteX1" fmla="*/ 1019271 w 1019270"/>
                <a:gd name="connsiteY1" fmla="*/ 0 h 1779308"/>
                <a:gd name="connsiteX2" fmla="*/ 1019271 w 1019270"/>
                <a:gd name="connsiteY2" fmla="*/ 1779308 h 1779308"/>
                <a:gd name="connsiteX3" fmla="*/ 1 w 1019270"/>
                <a:gd name="connsiteY3" fmla="*/ 1779308 h 1779308"/>
              </a:gdLst>
              <a:ahLst/>
              <a:cxnLst>
                <a:cxn ang="0">
                  <a:pos x="connsiteX0" y="connsiteY0"/>
                </a:cxn>
                <a:cxn ang="0">
                  <a:pos x="connsiteX1" y="connsiteY1"/>
                </a:cxn>
                <a:cxn ang="0">
                  <a:pos x="connsiteX2" y="connsiteY2"/>
                </a:cxn>
                <a:cxn ang="0">
                  <a:pos x="connsiteX3" y="connsiteY3"/>
                </a:cxn>
              </a:cxnLst>
              <a:rect l="l" t="t" r="r" b="b"/>
              <a:pathLst>
                <a:path w="1019270" h="1779308">
                  <a:moveTo>
                    <a:pt x="1" y="0"/>
                  </a:moveTo>
                  <a:lnTo>
                    <a:pt x="1019271" y="0"/>
                  </a:lnTo>
                  <a:lnTo>
                    <a:pt x="1019271" y="1779308"/>
                  </a:lnTo>
                  <a:lnTo>
                    <a:pt x="1" y="1779308"/>
                  </a:lnTo>
                  <a:close/>
                </a:path>
              </a:pathLst>
            </a:custGeom>
            <a:solidFill>
              <a:srgbClr val="F15F47"/>
            </a:solidFill>
            <a:ln w="149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000"/>
                </a:solidFill>
                <a:effectLst/>
                <a:uLnTx/>
                <a:uFillTx/>
                <a:latin typeface="Calibri" panose="020F0502020204030204"/>
              </a:endParaRPr>
            </a:p>
          </p:txBody>
        </p:sp>
        <p:sp>
          <p:nvSpPr>
            <p:cNvPr id="59" name="Forme libre 23">
              <a:extLst>
                <a:ext uri="{FF2B5EF4-FFF2-40B4-BE49-F238E27FC236}">
                  <a16:creationId xmlns:a16="http://schemas.microsoft.com/office/drawing/2014/main" id="{B13E6467-B822-FC1E-2EEF-91DBE6DEEA7F}"/>
                </a:ext>
              </a:extLst>
            </p:cNvPr>
            <p:cNvSpPr/>
            <p:nvPr/>
          </p:nvSpPr>
          <p:spPr>
            <a:xfrm>
              <a:off x="2924046" y="1182532"/>
              <a:ext cx="6344086" cy="1301612"/>
            </a:xfrm>
            <a:custGeom>
              <a:avLst/>
              <a:gdLst>
                <a:gd name="connsiteX0" fmla="*/ 2788045 w 5276647"/>
                <a:gd name="connsiteY0" fmla="*/ 22813 h 1082606"/>
                <a:gd name="connsiteX1" fmla="*/ 2488304 w 5276647"/>
                <a:gd name="connsiteY1" fmla="*/ 22813 h 1082606"/>
                <a:gd name="connsiteX2" fmla="*/ 0 w 5276647"/>
                <a:gd name="connsiteY2" fmla="*/ 800313 h 1082606"/>
                <a:gd name="connsiteX3" fmla="*/ 0 w 5276647"/>
                <a:gd name="connsiteY3" fmla="*/ 1013082 h 1082606"/>
                <a:gd name="connsiteX4" fmla="*/ 69540 w 5276647"/>
                <a:gd name="connsiteY4" fmla="*/ 1082606 h 1082606"/>
                <a:gd name="connsiteX5" fmla="*/ 5207109 w 5276647"/>
                <a:gd name="connsiteY5" fmla="*/ 1082606 h 1082606"/>
                <a:gd name="connsiteX6" fmla="*/ 5276648 w 5276647"/>
                <a:gd name="connsiteY6" fmla="*/ 1013082 h 1082606"/>
                <a:gd name="connsiteX7" fmla="*/ 5276648 w 5276647"/>
                <a:gd name="connsiteY7" fmla="*/ 800313 h 1082606"/>
                <a:gd name="connsiteX8" fmla="*/ 2788195 w 5276647"/>
                <a:gd name="connsiteY8" fmla="*/ 22813 h 1082606"/>
                <a:gd name="connsiteX9" fmla="*/ 963819 w 5276647"/>
                <a:gd name="connsiteY9" fmla="*/ 800313 h 1082606"/>
                <a:gd name="connsiteX10" fmla="*/ 2487106 w 5276647"/>
                <a:gd name="connsiteY10" fmla="*/ 319638 h 1082606"/>
                <a:gd name="connsiteX11" fmla="*/ 2789544 w 5276647"/>
                <a:gd name="connsiteY11" fmla="*/ 319638 h 1082606"/>
                <a:gd name="connsiteX12" fmla="*/ 4312830 w 5276647"/>
                <a:gd name="connsiteY12" fmla="*/ 800313 h 1082606"/>
                <a:gd name="connsiteX13" fmla="*/ 963819 w 5276647"/>
                <a:gd name="connsiteY13" fmla="*/ 800313 h 1082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6647" h="1082606">
                  <a:moveTo>
                    <a:pt x="2788045" y="22813"/>
                  </a:moveTo>
                  <a:cubicBezTo>
                    <a:pt x="2690479" y="-7604"/>
                    <a:pt x="2585870" y="-7604"/>
                    <a:pt x="2488304" y="22813"/>
                  </a:cubicBezTo>
                  <a:lnTo>
                    <a:pt x="0" y="800313"/>
                  </a:lnTo>
                  <a:lnTo>
                    <a:pt x="0" y="1013082"/>
                  </a:lnTo>
                  <a:cubicBezTo>
                    <a:pt x="0" y="1051439"/>
                    <a:pt x="31174" y="1082606"/>
                    <a:pt x="69540" y="1082606"/>
                  </a:cubicBezTo>
                  <a:lnTo>
                    <a:pt x="5207109" y="1082606"/>
                  </a:lnTo>
                  <a:cubicBezTo>
                    <a:pt x="5245477" y="1082606"/>
                    <a:pt x="5276648" y="1051439"/>
                    <a:pt x="5276648" y="1013082"/>
                  </a:cubicBezTo>
                  <a:lnTo>
                    <a:pt x="5276648" y="800313"/>
                  </a:lnTo>
                  <a:lnTo>
                    <a:pt x="2788195" y="22813"/>
                  </a:lnTo>
                  <a:close/>
                  <a:moveTo>
                    <a:pt x="963819" y="800313"/>
                  </a:moveTo>
                  <a:lnTo>
                    <a:pt x="2487106" y="319638"/>
                  </a:lnTo>
                  <a:cubicBezTo>
                    <a:pt x="2585570" y="288623"/>
                    <a:pt x="2691080" y="288623"/>
                    <a:pt x="2789544" y="319638"/>
                  </a:cubicBezTo>
                  <a:lnTo>
                    <a:pt x="4312830" y="800313"/>
                  </a:lnTo>
                  <a:lnTo>
                    <a:pt x="963819" y="800313"/>
                  </a:lnTo>
                  <a:close/>
                </a:path>
              </a:pathLst>
            </a:custGeom>
            <a:solidFill>
              <a:srgbClr val="DEDEDE"/>
            </a:solidFill>
            <a:ln w="14986" cap="flat">
              <a:noFill/>
              <a:prstDash val="solid"/>
              <a:miter/>
            </a:ln>
          </p:spPr>
          <p:txBody>
            <a:bodyPr rtlCol="0" anchor="ctr"/>
            <a:lstStyle/>
            <a:p>
              <a:endParaRPr lang="fr-FR">
                <a:solidFill>
                  <a:srgbClr val="000000"/>
                </a:solidFill>
                <a:latin typeface="Calibri" panose="020F0502020204030204"/>
              </a:endParaRPr>
            </a:p>
          </p:txBody>
        </p:sp>
        <p:sp>
          <p:nvSpPr>
            <p:cNvPr id="60" name="Forme libre 17">
              <a:extLst>
                <a:ext uri="{FF2B5EF4-FFF2-40B4-BE49-F238E27FC236}">
                  <a16:creationId xmlns:a16="http://schemas.microsoft.com/office/drawing/2014/main" id="{8CC90BE6-A5C9-FA1D-9231-47032798067A}"/>
                </a:ext>
              </a:extLst>
            </p:cNvPr>
            <p:cNvSpPr/>
            <p:nvPr/>
          </p:nvSpPr>
          <p:spPr>
            <a:xfrm>
              <a:off x="3456686" y="2483964"/>
              <a:ext cx="1470520" cy="2817687"/>
            </a:xfrm>
            <a:custGeom>
              <a:avLst/>
              <a:gdLst>
                <a:gd name="connsiteX0" fmla="*/ 1223095 w 1223094"/>
                <a:gd name="connsiteY0" fmla="*/ 30417 h 2343591"/>
                <a:gd name="connsiteX1" fmla="*/ 1223095 w 1223094"/>
                <a:gd name="connsiteY1" fmla="*/ 251724 h 2343591"/>
                <a:gd name="connsiteX2" fmla="*/ 1192671 w 1223094"/>
                <a:gd name="connsiteY2" fmla="*/ 282142 h 2343591"/>
                <a:gd name="connsiteX3" fmla="*/ 30424 w 1223094"/>
                <a:gd name="connsiteY3" fmla="*/ 282142 h 2343591"/>
                <a:gd name="connsiteX4" fmla="*/ 0 w 1223094"/>
                <a:gd name="connsiteY4" fmla="*/ 251724 h 2343591"/>
                <a:gd name="connsiteX5" fmla="*/ 0 w 1223094"/>
                <a:gd name="connsiteY5" fmla="*/ 30417 h 2343591"/>
                <a:gd name="connsiteX6" fmla="*/ 30424 w 1223094"/>
                <a:gd name="connsiteY6" fmla="*/ 0 h 2343591"/>
                <a:gd name="connsiteX7" fmla="*/ 1192671 w 1223094"/>
                <a:gd name="connsiteY7" fmla="*/ 0 h 2343591"/>
                <a:gd name="connsiteX8" fmla="*/ 1223095 w 1223094"/>
                <a:gd name="connsiteY8" fmla="*/ 30417 h 2343591"/>
                <a:gd name="connsiteX9" fmla="*/ 1192671 w 1223094"/>
                <a:gd name="connsiteY9" fmla="*/ 2061450 h 2343591"/>
                <a:gd name="connsiteX10" fmla="*/ 30424 w 1223094"/>
                <a:gd name="connsiteY10" fmla="*/ 2061450 h 2343591"/>
                <a:gd name="connsiteX11" fmla="*/ 0 w 1223094"/>
                <a:gd name="connsiteY11" fmla="*/ 2091867 h 2343591"/>
                <a:gd name="connsiteX12" fmla="*/ 0 w 1223094"/>
                <a:gd name="connsiteY12" fmla="*/ 2313176 h 2343591"/>
                <a:gd name="connsiteX13" fmla="*/ 30424 w 1223094"/>
                <a:gd name="connsiteY13" fmla="*/ 2343592 h 2343591"/>
                <a:gd name="connsiteX14" fmla="*/ 1192671 w 1223094"/>
                <a:gd name="connsiteY14" fmla="*/ 2343592 h 2343591"/>
                <a:gd name="connsiteX15" fmla="*/ 1223095 w 1223094"/>
                <a:gd name="connsiteY15" fmla="*/ 2313176 h 2343591"/>
                <a:gd name="connsiteX16" fmla="*/ 1223095 w 1223094"/>
                <a:gd name="connsiteY16" fmla="*/ 2091867 h 2343591"/>
                <a:gd name="connsiteX17" fmla="*/ 1192671 w 1223094"/>
                <a:gd name="connsiteY17" fmla="*/ 2061450 h 234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3094" h="2343591">
                  <a:moveTo>
                    <a:pt x="1223095" y="30417"/>
                  </a:moveTo>
                  <a:lnTo>
                    <a:pt x="1223095" y="251724"/>
                  </a:lnTo>
                  <a:cubicBezTo>
                    <a:pt x="1223095" y="268506"/>
                    <a:pt x="1209456" y="282142"/>
                    <a:pt x="1192671" y="282142"/>
                  </a:cubicBezTo>
                  <a:lnTo>
                    <a:pt x="30424" y="282142"/>
                  </a:lnTo>
                  <a:cubicBezTo>
                    <a:pt x="13639" y="282142"/>
                    <a:pt x="0" y="268506"/>
                    <a:pt x="0" y="251724"/>
                  </a:cubicBezTo>
                  <a:lnTo>
                    <a:pt x="0" y="30417"/>
                  </a:lnTo>
                  <a:cubicBezTo>
                    <a:pt x="0" y="13634"/>
                    <a:pt x="13639" y="0"/>
                    <a:pt x="30424" y="0"/>
                  </a:cubicBezTo>
                  <a:lnTo>
                    <a:pt x="1192671" y="0"/>
                  </a:lnTo>
                  <a:cubicBezTo>
                    <a:pt x="1209456" y="0"/>
                    <a:pt x="1223095" y="13634"/>
                    <a:pt x="1223095" y="30417"/>
                  </a:cubicBezTo>
                  <a:close/>
                  <a:moveTo>
                    <a:pt x="1192671" y="2061450"/>
                  </a:moveTo>
                  <a:lnTo>
                    <a:pt x="30424" y="2061450"/>
                  </a:lnTo>
                  <a:cubicBezTo>
                    <a:pt x="13639" y="2061450"/>
                    <a:pt x="0" y="2075086"/>
                    <a:pt x="0" y="2091867"/>
                  </a:cubicBezTo>
                  <a:lnTo>
                    <a:pt x="0" y="2313176"/>
                  </a:lnTo>
                  <a:cubicBezTo>
                    <a:pt x="0" y="2329958"/>
                    <a:pt x="13639" y="2343592"/>
                    <a:pt x="30424" y="2343592"/>
                  </a:cubicBezTo>
                  <a:lnTo>
                    <a:pt x="1192671" y="2343592"/>
                  </a:lnTo>
                  <a:cubicBezTo>
                    <a:pt x="1209456" y="2343592"/>
                    <a:pt x="1223095" y="2329958"/>
                    <a:pt x="1223095" y="2313176"/>
                  </a:cubicBezTo>
                  <a:lnTo>
                    <a:pt x="1223095" y="2091867"/>
                  </a:lnTo>
                  <a:cubicBezTo>
                    <a:pt x="1223095" y="2075086"/>
                    <a:pt x="1209456" y="2061450"/>
                    <a:pt x="1192671" y="2061450"/>
                  </a:cubicBezTo>
                  <a:close/>
                </a:path>
              </a:pathLst>
            </a:custGeom>
            <a:solidFill>
              <a:srgbClr val="6EA56C">
                <a:lumMod val="75000"/>
              </a:srgbClr>
            </a:solidFill>
            <a:ln w="149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000000"/>
                </a:solidFill>
                <a:effectLst/>
                <a:uLnTx/>
                <a:uFillTx/>
                <a:latin typeface="Calibri" panose="020F0502020204030204"/>
              </a:endParaRPr>
            </a:p>
          </p:txBody>
        </p:sp>
        <p:sp>
          <p:nvSpPr>
            <p:cNvPr id="61" name="Forme libre 19">
              <a:extLst>
                <a:ext uri="{FF2B5EF4-FFF2-40B4-BE49-F238E27FC236}">
                  <a16:creationId xmlns:a16="http://schemas.microsoft.com/office/drawing/2014/main" id="{5C7209AC-83CF-44CF-1313-7342DB1031DE}"/>
                </a:ext>
              </a:extLst>
            </p:cNvPr>
            <p:cNvSpPr/>
            <p:nvPr/>
          </p:nvSpPr>
          <p:spPr>
            <a:xfrm>
              <a:off x="5360741" y="2483964"/>
              <a:ext cx="1470520" cy="2817687"/>
            </a:xfrm>
            <a:custGeom>
              <a:avLst/>
              <a:gdLst>
                <a:gd name="connsiteX0" fmla="*/ 1223095 w 1223094"/>
                <a:gd name="connsiteY0" fmla="*/ 30417 h 2343591"/>
                <a:gd name="connsiteX1" fmla="*/ 1223095 w 1223094"/>
                <a:gd name="connsiteY1" fmla="*/ 251724 h 2343591"/>
                <a:gd name="connsiteX2" fmla="*/ 1192671 w 1223094"/>
                <a:gd name="connsiteY2" fmla="*/ 282142 h 2343591"/>
                <a:gd name="connsiteX3" fmla="*/ 30422 w 1223094"/>
                <a:gd name="connsiteY3" fmla="*/ 282142 h 2343591"/>
                <a:gd name="connsiteX4" fmla="*/ 0 w 1223094"/>
                <a:gd name="connsiteY4" fmla="*/ 251724 h 2343591"/>
                <a:gd name="connsiteX5" fmla="*/ 0 w 1223094"/>
                <a:gd name="connsiteY5" fmla="*/ 30417 h 2343591"/>
                <a:gd name="connsiteX6" fmla="*/ 30422 w 1223094"/>
                <a:gd name="connsiteY6" fmla="*/ 0 h 2343591"/>
                <a:gd name="connsiteX7" fmla="*/ 1192671 w 1223094"/>
                <a:gd name="connsiteY7" fmla="*/ 0 h 2343591"/>
                <a:gd name="connsiteX8" fmla="*/ 1223095 w 1223094"/>
                <a:gd name="connsiteY8" fmla="*/ 30417 h 2343591"/>
                <a:gd name="connsiteX9" fmla="*/ 1192671 w 1223094"/>
                <a:gd name="connsiteY9" fmla="*/ 2061450 h 2343591"/>
                <a:gd name="connsiteX10" fmla="*/ 30422 w 1223094"/>
                <a:gd name="connsiteY10" fmla="*/ 2061450 h 2343591"/>
                <a:gd name="connsiteX11" fmla="*/ 0 w 1223094"/>
                <a:gd name="connsiteY11" fmla="*/ 2091867 h 2343591"/>
                <a:gd name="connsiteX12" fmla="*/ 0 w 1223094"/>
                <a:gd name="connsiteY12" fmla="*/ 2313176 h 2343591"/>
                <a:gd name="connsiteX13" fmla="*/ 30422 w 1223094"/>
                <a:gd name="connsiteY13" fmla="*/ 2343592 h 2343591"/>
                <a:gd name="connsiteX14" fmla="*/ 1192671 w 1223094"/>
                <a:gd name="connsiteY14" fmla="*/ 2343592 h 2343591"/>
                <a:gd name="connsiteX15" fmla="*/ 1223095 w 1223094"/>
                <a:gd name="connsiteY15" fmla="*/ 2313176 h 2343591"/>
                <a:gd name="connsiteX16" fmla="*/ 1223095 w 1223094"/>
                <a:gd name="connsiteY16" fmla="*/ 2091867 h 2343591"/>
                <a:gd name="connsiteX17" fmla="*/ 1192671 w 1223094"/>
                <a:gd name="connsiteY17" fmla="*/ 2061450 h 234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3094" h="2343591">
                  <a:moveTo>
                    <a:pt x="1223095" y="30417"/>
                  </a:moveTo>
                  <a:lnTo>
                    <a:pt x="1223095" y="251724"/>
                  </a:lnTo>
                  <a:cubicBezTo>
                    <a:pt x="1223095" y="268506"/>
                    <a:pt x="1209456" y="282142"/>
                    <a:pt x="1192671" y="282142"/>
                  </a:cubicBezTo>
                  <a:lnTo>
                    <a:pt x="30422" y="282142"/>
                  </a:lnTo>
                  <a:cubicBezTo>
                    <a:pt x="13637" y="282142"/>
                    <a:pt x="0" y="268506"/>
                    <a:pt x="0" y="251724"/>
                  </a:cubicBezTo>
                  <a:lnTo>
                    <a:pt x="0" y="30417"/>
                  </a:lnTo>
                  <a:cubicBezTo>
                    <a:pt x="0" y="13634"/>
                    <a:pt x="13637" y="0"/>
                    <a:pt x="30422" y="0"/>
                  </a:cubicBezTo>
                  <a:lnTo>
                    <a:pt x="1192671" y="0"/>
                  </a:lnTo>
                  <a:cubicBezTo>
                    <a:pt x="1209456" y="0"/>
                    <a:pt x="1223095" y="13634"/>
                    <a:pt x="1223095" y="30417"/>
                  </a:cubicBezTo>
                  <a:close/>
                  <a:moveTo>
                    <a:pt x="1192671" y="2061450"/>
                  </a:moveTo>
                  <a:lnTo>
                    <a:pt x="30422" y="2061450"/>
                  </a:lnTo>
                  <a:cubicBezTo>
                    <a:pt x="13637" y="2061450"/>
                    <a:pt x="0" y="2075086"/>
                    <a:pt x="0" y="2091867"/>
                  </a:cubicBezTo>
                  <a:lnTo>
                    <a:pt x="0" y="2313176"/>
                  </a:lnTo>
                  <a:cubicBezTo>
                    <a:pt x="0" y="2329958"/>
                    <a:pt x="13637" y="2343592"/>
                    <a:pt x="30422" y="2343592"/>
                  </a:cubicBezTo>
                  <a:lnTo>
                    <a:pt x="1192671" y="2343592"/>
                  </a:lnTo>
                  <a:cubicBezTo>
                    <a:pt x="1209456" y="2343592"/>
                    <a:pt x="1223095" y="2329958"/>
                    <a:pt x="1223095" y="2313176"/>
                  </a:cubicBezTo>
                  <a:lnTo>
                    <a:pt x="1223095" y="2091867"/>
                  </a:lnTo>
                  <a:cubicBezTo>
                    <a:pt x="1223095" y="2075086"/>
                    <a:pt x="1209456" y="2061450"/>
                    <a:pt x="1192671" y="2061450"/>
                  </a:cubicBezTo>
                  <a:close/>
                </a:path>
              </a:pathLst>
            </a:custGeom>
            <a:solidFill>
              <a:srgbClr val="FEDA2F">
                <a:lumMod val="75000"/>
              </a:srgbClr>
            </a:solidFill>
            <a:ln w="149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000"/>
                </a:solidFill>
                <a:effectLst/>
                <a:uLnTx/>
                <a:uFillTx/>
                <a:latin typeface="Calibri" panose="020F0502020204030204"/>
              </a:endParaRPr>
            </a:p>
          </p:txBody>
        </p:sp>
        <p:sp>
          <p:nvSpPr>
            <p:cNvPr id="62" name="Forme libre 21">
              <a:extLst>
                <a:ext uri="{FF2B5EF4-FFF2-40B4-BE49-F238E27FC236}">
                  <a16:creationId xmlns:a16="http://schemas.microsoft.com/office/drawing/2014/main" id="{4047DCBE-9E9E-EA6C-91BA-BBCD17C474C9}"/>
                </a:ext>
              </a:extLst>
            </p:cNvPr>
            <p:cNvSpPr/>
            <p:nvPr/>
          </p:nvSpPr>
          <p:spPr>
            <a:xfrm>
              <a:off x="7264795" y="2483964"/>
              <a:ext cx="1470702" cy="2817687"/>
            </a:xfrm>
            <a:custGeom>
              <a:avLst/>
              <a:gdLst>
                <a:gd name="connsiteX0" fmla="*/ 1223247 w 1223246"/>
                <a:gd name="connsiteY0" fmla="*/ 30417 h 2343591"/>
                <a:gd name="connsiteX1" fmla="*/ 1223247 w 1223246"/>
                <a:gd name="connsiteY1" fmla="*/ 251724 h 2343591"/>
                <a:gd name="connsiteX2" fmla="*/ 1192822 w 1223246"/>
                <a:gd name="connsiteY2" fmla="*/ 282142 h 2343591"/>
                <a:gd name="connsiteX3" fmla="*/ 30574 w 1223246"/>
                <a:gd name="connsiteY3" fmla="*/ 282142 h 2343591"/>
                <a:gd name="connsiteX4" fmla="*/ 150 w 1223246"/>
                <a:gd name="connsiteY4" fmla="*/ 251724 h 2343591"/>
                <a:gd name="connsiteX5" fmla="*/ 150 w 1223246"/>
                <a:gd name="connsiteY5" fmla="*/ 30417 h 2343591"/>
                <a:gd name="connsiteX6" fmla="*/ 30574 w 1223246"/>
                <a:gd name="connsiteY6" fmla="*/ 0 h 2343591"/>
                <a:gd name="connsiteX7" fmla="*/ 1192822 w 1223246"/>
                <a:gd name="connsiteY7" fmla="*/ 0 h 2343591"/>
                <a:gd name="connsiteX8" fmla="*/ 1223247 w 1223246"/>
                <a:gd name="connsiteY8" fmla="*/ 30417 h 2343591"/>
                <a:gd name="connsiteX9" fmla="*/ 1192672 w 1223246"/>
                <a:gd name="connsiteY9" fmla="*/ 2061450 h 2343591"/>
                <a:gd name="connsiteX10" fmla="*/ 30424 w 1223246"/>
                <a:gd name="connsiteY10" fmla="*/ 2061450 h 2343591"/>
                <a:gd name="connsiteX11" fmla="*/ 0 w 1223246"/>
                <a:gd name="connsiteY11" fmla="*/ 2091867 h 2343591"/>
                <a:gd name="connsiteX12" fmla="*/ 0 w 1223246"/>
                <a:gd name="connsiteY12" fmla="*/ 2313176 h 2343591"/>
                <a:gd name="connsiteX13" fmla="*/ 30424 w 1223246"/>
                <a:gd name="connsiteY13" fmla="*/ 2343592 h 2343591"/>
                <a:gd name="connsiteX14" fmla="*/ 1192672 w 1223246"/>
                <a:gd name="connsiteY14" fmla="*/ 2343592 h 2343591"/>
                <a:gd name="connsiteX15" fmla="*/ 1223097 w 1223246"/>
                <a:gd name="connsiteY15" fmla="*/ 2313176 h 2343591"/>
                <a:gd name="connsiteX16" fmla="*/ 1223097 w 1223246"/>
                <a:gd name="connsiteY16" fmla="*/ 2091867 h 2343591"/>
                <a:gd name="connsiteX17" fmla="*/ 1192672 w 1223246"/>
                <a:gd name="connsiteY17" fmla="*/ 2061450 h 234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3246" h="2343591">
                  <a:moveTo>
                    <a:pt x="1223247" y="30417"/>
                  </a:moveTo>
                  <a:lnTo>
                    <a:pt x="1223247" y="251724"/>
                  </a:lnTo>
                  <a:cubicBezTo>
                    <a:pt x="1223247" y="268506"/>
                    <a:pt x="1209606" y="282142"/>
                    <a:pt x="1192822" y="282142"/>
                  </a:cubicBezTo>
                  <a:lnTo>
                    <a:pt x="30574" y="282142"/>
                  </a:lnTo>
                  <a:cubicBezTo>
                    <a:pt x="13789" y="282142"/>
                    <a:pt x="150" y="268506"/>
                    <a:pt x="150" y="251724"/>
                  </a:cubicBezTo>
                  <a:lnTo>
                    <a:pt x="150" y="30417"/>
                  </a:lnTo>
                  <a:cubicBezTo>
                    <a:pt x="150" y="13634"/>
                    <a:pt x="13789" y="0"/>
                    <a:pt x="30574" y="0"/>
                  </a:cubicBezTo>
                  <a:lnTo>
                    <a:pt x="1192822" y="0"/>
                  </a:lnTo>
                  <a:cubicBezTo>
                    <a:pt x="1209606" y="0"/>
                    <a:pt x="1223247" y="13634"/>
                    <a:pt x="1223247" y="30417"/>
                  </a:cubicBezTo>
                  <a:close/>
                  <a:moveTo>
                    <a:pt x="1192672" y="2061450"/>
                  </a:moveTo>
                  <a:lnTo>
                    <a:pt x="30424" y="2061450"/>
                  </a:lnTo>
                  <a:cubicBezTo>
                    <a:pt x="13639" y="2061450"/>
                    <a:pt x="0" y="2075086"/>
                    <a:pt x="0" y="2091867"/>
                  </a:cubicBezTo>
                  <a:lnTo>
                    <a:pt x="0" y="2313176"/>
                  </a:lnTo>
                  <a:cubicBezTo>
                    <a:pt x="0" y="2329958"/>
                    <a:pt x="13639" y="2343592"/>
                    <a:pt x="30424" y="2343592"/>
                  </a:cubicBezTo>
                  <a:lnTo>
                    <a:pt x="1192672" y="2343592"/>
                  </a:lnTo>
                  <a:cubicBezTo>
                    <a:pt x="1209456" y="2343592"/>
                    <a:pt x="1223097" y="2329958"/>
                    <a:pt x="1223097" y="2313176"/>
                  </a:cubicBezTo>
                  <a:lnTo>
                    <a:pt x="1223097" y="2091867"/>
                  </a:lnTo>
                  <a:cubicBezTo>
                    <a:pt x="1223097" y="2075086"/>
                    <a:pt x="1209456" y="2061450"/>
                    <a:pt x="1192672" y="2061450"/>
                  </a:cubicBezTo>
                  <a:close/>
                </a:path>
              </a:pathLst>
            </a:custGeom>
            <a:solidFill>
              <a:srgbClr val="F15F47">
                <a:lumMod val="75000"/>
              </a:srgbClr>
            </a:solidFill>
            <a:ln w="149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000"/>
                </a:solidFill>
                <a:effectLst/>
                <a:uLnTx/>
                <a:uFillTx/>
                <a:latin typeface="Calibri" panose="020F0502020204030204"/>
              </a:endParaRPr>
            </a:p>
          </p:txBody>
        </p:sp>
        <p:sp>
          <p:nvSpPr>
            <p:cNvPr id="67" name="TextBox 29">
              <a:extLst>
                <a:ext uri="{FF2B5EF4-FFF2-40B4-BE49-F238E27FC236}">
                  <a16:creationId xmlns:a16="http://schemas.microsoft.com/office/drawing/2014/main" id="{96DD5094-1EF9-ED48-F23E-417D4FEBCE89}"/>
                </a:ext>
              </a:extLst>
            </p:cNvPr>
            <p:cNvSpPr txBox="1"/>
            <p:nvPr/>
          </p:nvSpPr>
          <p:spPr>
            <a:xfrm>
              <a:off x="3636686" y="3046002"/>
              <a:ext cx="1053368" cy="523220"/>
            </a:xfrm>
            <a:prstGeom prst="rect">
              <a:avLst/>
            </a:prstGeom>
            <a:noFill/>
          </p:spPr>
          <p:txBody>
            <a:bodyPr wrap="square" lIns="0" rIns="0" rtlCol="0" anchor="b">
              <a:spAutoFit/>
            </a:bodyPr>
            <a:lstStyle/>
            <a:p>
              <a:pPr algn="ctr"/>
              <a:r>
                <a:rPr lang="en-US" sz="1400" b="1" noProof="1">
                  <a:solidFill>
                    <a:schemeClr val="bg1"/>
                  </a:solidFill>
                  <a:latin typeface="Calibri" panose="020F0502020204030204"/>
                </a:rPr>
                <a:t>Human</a:t>
              </a:r>
            </a:p>
            <a:p>
              <a:pPr algn="ctr"/>
              <a:r>
                <a:rPr lang="en-US" sz="1400" b="1" noProof="1">
                  <a:solidFill>
                    <a:schemeClr val="bg1"/>
                  </a:solidFill>
                  <a:latin typeface="Calibri" panose="020F0502020204030204"/>
                </a:rPr>
                <a:t>Centered</a:t>
              </a:r>
            </a:p>
          </p:txBody>
        </p:sp>
        <p:sp>
          <p:nvSpPr>
            <p:cNvPr id="70" name="TextBox 32">
              <a:extLst>
                <a:ext uri="{FF2B5EF4-FFF2-40B4-BE49-F238E27FC236}">
                  <a16:creationId xmlns:a16="http://schemas.microsoft.com/office/drawing/2014/main" id="{701D4F29-2BC8-B381-EF68-656724EEB5A9}"/>
                </a:ext>
              </a:extLst>
            </p:cNvPr>
            <p:cNvSpPr txBox="1"/>
            <p:nvPr/>
          </p:nvSpPr>
          <p:spPr>
            <a:xfrm>
              <a:off x="5512165" y="2979327"/>
              <a:ext cx="1171324" cy="738664"/>
            </a:xfrm>
            <a:prstGeom prst="rect">
              <a:avLst/>
            </a:prstGeom>
            <a:noFill/>
          </p:spPr>
          <p:txBody>
            <a:bodyPr wrap="square" lIns="0" rIns="0" rtlCol="0" anchor="b">
              <a:spAutoFit/>
            </a:bodyPr>
            <a:lstStyle/>
            <a:p>
              <a:pPr algn="ctr"/>
              <a:r>
                <a:rPr lang="en-US" sz="1400" b="1" noProof="1">
                  <a:solidFill>
                    <a:schemeClr val="bg2">
                      <a:lumMod val="10000"/>
                    </a:schemeClr>
                  </a:solidFill>
                  <a:latin typeface="Calibri" panose="020F0502020204030204"/>
                </a:rPr>
                <a:t>Trasparente</a:t>
              </a:r>
            </a:p>
            <a:p>
              <a:pPr algn="ctr"/>
              <a:r>
                <a:rPr lang="en-US" sz="1400" b="1" noProof="1">
                  <a:solidFill>
                    <a:schemeClr val="bg2">
                      <a:lumMod val="10000"/>
                    </a:schemeClr>
                  </a:solidFill>
                  <a:latin typeface="Calibri" panose="020F0502020204030204"/>
                </a:rPr>
                <a:t>e</a:t>
              </a:r>
            </a:p>
            <a:p>
              <a:pPr algn="ctr"/>
              <a:r>
                <a:rPr lang="en-US" sz="1400" b="1" noProof="1">
                  <a:solidFill>
                    <a:schemeClr val="bg2">
                      <a:lumMod val="10000"/>
                    </a:schemeClr>
                  </a:solidFill>
                  <a:latin typeface="Calibri" panose="020F0502020204030204"/>
                </a:rPr>
                <a:t>Spiegabile</a:t>
              </a:r>
            </a:p>
          </p:txBody>
        </p:sp>
        <p:sp>
          <p:nvSpPr>
            <p:cNvPr id="73" name="TextBox 36">
              <a:extLst>
                <a:ext uri="{FF2B5EF4-FFF2-40B4-BE49-F238E27FC236}">
                  <a16:creationId xmlns:a16="http://schemas.microsoft.com/office/drawing/2014/main" id="{78F061DB-CB91-7920-FDB2-19C302FBDC59}"/>
                </a:ext>
              </a:extLst>
            </p:cNvPr>
            <p:cNvSpPr txBox="1"/>
            <p:nvPr/>
          </p:nvSpPr>
          <p:spPr>
            <a:xfrm>
              <a:off x="7361691" y="2931702"/>
              <a:ext cx="1267070" cy="961802"/>
            </a:xfrm>
            <a:prstGeom prst="rect">
              <a:avLst/>
            </a:prstGeom>
            <a:noFill/>
          </p:spPr>
          <p:txBody>
            <a:bodyPr wrap="square" lIns="0" rIns="0" rtlCol="0" anchor="b">
              <a:spAutoFit/>
            </a:bodyPr>
            <a:lstStyle/>
            <a:p>
              <a:pPr algn="ctr"/>
              <a:r>
                <a:rPr lang="en-US" sz="1400" b="1" noProof="1">
                  <a:solidFill>
                    <a:srgbClr val="FFFFFF"/>
                  </a:solidFill>
                  <a:latin typeface="Calibri" panose="020F0502020204030204"/>
                </a:rPr>
                <a:t>Equo e</a:t>
              </a:r>
            </a:p>
            <a:p>
              <a:pPr algn="ctr"/>
              <a:r>
                <a:rPr lang="en-US" sz="1400" b="1" noProof="1">
                  <a:solidFill>
                    <a:srgbClr val="FFFFFF"/>
                  </a:solidFill>
                  <a:latin typeface="Calibri" panose="020F0502020204030204"/>
                </a:rPr>
                <a:t>Responsabile</a:t>
              </a:r>
            </a:p>
            <a:p>
              <a:pPr algn="ctr"/>
              <a:endParaRPr lang="en-US" b="1" noProof="1">
                <a:solidFill>
                  <a:srgbClr val="FFFFFF"/>
                </a:solidFill>
                <a:latin typeface="Calibri" panose="020F0502020204030204"/>
              </a:endParaRPr>
            </a:p>
            <a:p>
              <a:pPr algn="ctr"/>
              <a:r>
                <a:rPr lang="en-US" sz="1050" b="1" i="1" noProof="1">
                  <a:solidFill>
                    <a:srgbClr val="FFFFFF"/>
                  </a:solidFill>
                  <a:latin typeface="Calibri" panose="020F0502020204030204"/>
                </a:rPr>
                <a:t>[Fairness-Aware]</a:t>
              </a:r>
            </a:p>
          </p:txBody>
        </p:sp>
        <p:sp>
          <p:nvSpPr>
            <p:cNvPr id="75" name="Ovale 74">
              <a:extLst>
                <a:ext uri="{FF2B5EF4-FFF2-40B4-BE49-F238E27FC236}">
                  <a16:creationId xmlns:a16="http://schemas.microsoft.com/office/drawing/2014/main" id="{36102405-1123-66D7-CDA1-4581D58C7958}"/>
                </a:ext>
              </a:extLst>
            </p:cNvPr>
            <p:cNvSpPr/>
            <p:nvPr/>
          </p:nvSpPr>
          <p:spPr>
            <a:xfrm>
              <a:off x="3809628" y="4038600"/>
              <a:ext cx="720000" cy="720000"/>
            </a:xfrm>
            <a:prstGeom prst="ellipse">
              <a:avLst/>
            </a:prstGeom>
            <a:solidFill>
              <a:srgbClr val="4F7F4E"/>
            </a:solidFill>
            <a:ln>
              <a:solidFill>
                <a:srgbClr val="4F7F4E"/>
              </a:solidFill>
            </a:ln>
            <a:effectLst>
              <a:innerShdw blurRad="63500" dist="50800" dir="16200000">
                <a:prstClr val="black">
                  <a:alpha val="50000"/>
                </a:prstClr>
              </a:inn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it-IT"/>
            </a:p>
          </p:txBody>
        </p:sp>
        <p:sp>
          <p:nvSpPr>
            <p:cNvPr id="76" name="Ovale 75">
              <a:extLst>
                <a:ext uri="{FF2B5EF4-FFF2-40B4-BE49-F238E27FC236}">
                  <a16:creationId xmlns:a16="http://schemas.microsoft.com/office/drawing/2014/main" id="{1BD50C17-7536-A75C-74F3-5D707C16EB77}"/>
                </a:ext>
              </a:extLst>
            </p:cNvPr>
            <p:cNvSpPr/>
            <p:nvPr/>
          </p:nvSpPr>
          <p:spPr>
            <a:xfrm>
              <a:off x="5712486" y="4038600"/>
              <a:ext cx="720000" cy="720000"/>
            </a:xfrm>
            <a:prstGeom prst="ellipse">
              <a:avLst/>
            </a:prstGeom>
            <a:solidFill>
              <a:srgbClr val="E1BA01"/>
            </a:solidFill>
            <a:ln>
              <a:solidFill>
                <a:srgbClr val="E1BA01"/>
              </a:solidFill>
            </a:ln>
            <a:effectLst>
              <a:innerShdw blurRad="63500" dist="50800" dir="16200000">
                <a:prstClr val="black">
                  <a:alpha val="50000"/>
                </a:prstClr>
              </a:inn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it-IT"/>
            </a:p>
          </p:txBody>
        </p:sp>
        <p:sp>
          <p:nvSpPr>
            <p:cNvPr id="77" name="Ovale 76">
              <a:extLst>
                <a:ext uri="{FF2B5EF4-FFF2-40B4-BE49-F238E27FC236}">
                  <a16:creationId xmlns:a16="http://schemas.microsoft.com/office/drawing/2014/main" id="{494E807C-90CD-1D4B-DEE3-96EB78B15AAF}"/>
                </a:ext>
              </a:extLst>
            </p:cNvPr>
            <p:cNvSpPr/>
            <p:nvPr/>
          </p:nvSpPr>
          <p:spPr>
            <a:xfrm>
              <a:off x="7680992" y="4038600"/>
              <a:ext cx="720000" cy="720000"/>
            </a:xfrm>
            <a:prstGeom prst="ellipse">
              <a:avLst/>
            </a:prstGeom>
            <a:solidFill>
              <a:srgbClr val="D92D11"/>
            </a:solidFill>
            <a:ln>
              <a:solidFill>
                <a:srgbClr val="D92D11"/>
              </a:solidFill>
            </a:ln>
            <a:effectLst>
              <a:innerShdw blurRad="63500" dist="50800" dir="16200000">
                <a:prstClr val="black">
                  <a:alpha val="50000"/>
                </a:prstClr>
              </a:inn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it-IT"/>
            </a:p>
          </p:txBody>
        </p:sp>
        <p:grpSp>
          <p:nvGrpSpPr>
            <p:cNvPr id="84" name="Group 328">
              <a:extLst>
                <a:ext uri="{FF2B5EF4-FFF2-40B4-BE49-F238E27FC236}">
                  <a16:creationId xmlns:a16="http://schemas.microsoft.com/office/drawing/2014/main" id="{57D07A40-5114-7CA5-B1EE-C709E489B89C}"/>
                </a:ext>
              </a:extLst>
            </p:cNvPr>
            <p:cNvGrpSpPr/>
            <p:nvPr/>
          </p:nvGrpSpPr>
          <p:grpSpPr>
            <a:xfrm>
              <a:off x="3926544" y="4152017"/>
              <a:ext cx="473652" cy="482335"/>
              <a:chOff x="10915650" y="111125"/>
              <a:chExt cx="1174750" cy="1244600"/>
            </a:xfrm>
            <a:solidFill>
              <a:schemeClr val="bg1">
                <a:lumMod val="95000"/>
              </a:schemeClr>
            </a:solidFill>
          </p:grpSpPr>
          <p:sp>
            <p:nvSpPr>
              <p:cNvPr id="85" name="Freeform 91">
                <a:extLst>
                  <a:ext uri="{FF2B5EF4-FFF2-40B4-BE49-F238E27FC236}">
                    <a16:creationId xmlns:a16="http://schemas.microsoft.com/office/drawing/2014/main" id="{C42A7F76-F514-233C-AC9B-76EC81EE45FF}"/>
                  </a:ext>
                </a:extLst>
              </p:cNvPr>
              <p:cNvSpPr>
                <a:spLocks/>
              </p:cNvSpPr>
              <p:nvPr/>
            </p:nvSpPr>
            <p:spPr bwMode="auto">
              <a:xfrm>
                <a:off x="11045825" y="193675"/>
                <a:ext cx="165100" cy="180975"/>
              </a:xfrm>
              <a:custGeom>
                <a:avLst/>
                <a:gdLst>
                  <a:gd name="T0" fmla="*/ 10 w 104"/>
                  <a:gd name="T1" fmla="*/ 74 h 114"/>
                  <a:gd name="T2" fmla="*/ 10 w 104"/>
                  <a:gd name="T3" fmla="*/ 74 h 114"/>
                  <a:gd name="T4" fmla="*/ 16 w 104"/>
                  <a:gd name="T5" fmla="*/ 88 h 114"/>
                  <a:gd name="T6" fmla="*/ 26 w 104"/>
                  <a:gd name="T7" fmla="*/ 102 h 114"/>
                  <a:gd name="T8" fmla="*/ 30 w 104"/>
                  <a:gd name="T9" fmla="*/ 106 h 114"/>
                  <a:gd name="T10" fmla="*/ 38 w 104"/>
                  <a:gd name="T11" fmla="*/ 110 h 114"/>
                  <a:gd name="T12" fmla="*/ 44 w 104"/>
                  <a:gd name="T13" fmla="*/ 114 h 114"/>
                  <a:gd name="T14" fmla="*/ 52 w 104"/>
                  <a:gd name="T15" fmla="*/ 114 h 114"/>
                  <a:gd name="T16" fmla="*/ 52 w 104"/>
                  <a:gd name="T17" fmla="*/ 114 h 114"/>
                  <a:gd name="T18" fmla="*/ 60 w 104"/>
                  <a:gd name="T19" fmla="*/ 114 h 114"/>
                  <a:gd name="T20" fmla="*/ 68 w 104"/>
                  <a:gd name="T21" fmla="*/ 110 h 114"/>
                  <a:gd name="T22" fmla="*/ 74 w 104"/>
                  <a:gd name="T23" fmla="*/ 106 h 114"/>
                  <a:gd name="T24" fmla="*/ 80 w 104"/>
                  <a:gd name="T25" fmla="*/ 102 h 114"/>
                  <a:gd name="T26" fmla="*/ 88 w 104"/>
                  <a:gd name="T27" fmla="*/ 88 h 114"/>
                  <a:gd name="T28" fmla="*/ 94 w 104"/>
                  <a:gd name="T29" fmla="*/ 74 h 114"/>
                  <a:gd name="T30" fmla="*/ 94 w 104"/>
                  <a:gd name="T31" fmla="*/ 74 h 114"/>
                  <a:gd name="T32" fmla="*/ 98 w 104"/>
                  <a:gd name="T33" fmla="*/ 70 h 114"/>
                  <a:gd name="T34" fmla="*/ 102 w 104"/>
                  <a:gd name="T35" fmla="*/ 66 h 114"/>
                  <a:gd name="T36" fmla="*/ 102 w 104"/>
                  <a:gd name="T37" fmla="*/ 60 h 114"/>
                  <a:gd name="T38" fmla="*/ 104 w 104"/>
                  <a:gd name="T39" fmla="*/ 54 h 114"/>
                  <a:gd name="T40" fmla="*/ 104 w 104"/>
                  <a:gd name="T41" fmla="*/ 54 h 114"/>
                  <a:gd name="T42" fmla="*/ 102 w 104"/>
                  <a:gd name="T43" fmla="*/ 50 h 114"/>
                  <a:gd name="T44" fmla="*/ 96 w 104"/>
                  <a:gd name="T45" fmla="*/ 46 h 114"/>
                  <a:gd name="T46" fmla="*/ 96 w 104"/>
                  <a:gd name="T47" fmla="*/ 46 h 114"/>
                  <a:gd name="T48" fmla="*/ 96 w 104"/>
                  <a:gd name="T49" fmla="*/ 38 h 114"/>
                  <a:gd name="T50" fmla="*/ 92 w 104"/>
                  <a:gd name="T51" fmla="*/ 28 h 114"/>
                  <a:gd name="T52" fmla="*/ 88 w 104"/>
                  <a:gd name="T53" fmla="*/ 20 h 114"/>
                  <a:gd name="T54" fmla="*/ 84 w 104"/>
                  <a:gd name="T55" fmla="*/ 14 h 114"/>
                  <a:gd name="T56" fmla="*/ 78 w 104"/>
                  <a:gd name="T57" fmla="*/ 8 h 114"/>
                  <a:gd name="T58" fmla="*/ 70 w 104"/>
                  <a:gd name="T59" fmla="*/ 4 h 114"/>
                  <a:gd name="T60" fmla="*/ 62 w 104"/>
                  <a:gd name="T61" fmla="*/ 0 h 114"/>
                  <a:gd name="T62" fmla="*/ 52 w 104"/>
                  <a:gd name="T63" fmla="*/ 0 h 114"/>
                  <a:gd name="T64" fmla="*/ 52 w 104"/>
                  <a:gd name="T65" fmla="*/ 0 h 114"/>
                  <a:gd name="T66" fmla="*/ 42 w 104"/>
                  <a:gd name="T67" fmla="*/ 0 h 114"/>
                  <a:gd name="T68" fmla="*/ 34 w 104"/>
                  <a:gd name="T69" fmla="*/ 4 h 114"/>
                  <a:gd name="T70" fmla="*/ 26 w 104"/>
                  <a:gd name="T71" fmla="*/ 8 h 114"/>
                  <a:gd name="T72" fmla="*/ 20 w 104"/>
                  <a:gd name="T73" fmla="*/ 14 h 114"/>
                  <a:gd name="T74" fmla="*/ 16 w 104"/>
                  <a:gd name="T75" fmla="*/ 20 h 114"/>
                  <a:gd name="T76" fmla="*/ 12 w 104"/>
                  <a:gd name="T77" fmla="*/ 28 h 114"/>
                  <a:gd name="T78" fmla="*/ 8 w 104"/>
                  <a:gd name="T79" fmla="*/ 36 h 114"/>
                  <a:gd name="T80" fmla="*/ 8 w 104"/>
                  <a:gd name="T81" fmla="*/ 46 h 114"/>
                  <a:gd name="T82" fmla="*/ 8 w 104"/>
                  <a:gd name="T83" fmla="*/ 46 h 114"/>
                  <a:gd name="T84" fmla="*/ 2 w 104"/>
                  <a:gd name="T85" fmla="*/ 50 h 114"/>
                  <a:gd name="T86" fmla="*/ 0 w 104"/>
                  <a:gd name="T87" fmla="*/ 54 h 114"/>
                  <a:gd name="T88" fmla="*/ 0 w 104"/>
                  <a:gd name="T89" fmla="*/ 54 h 114"/>
                  <a:gd name="T90" fmla="*/ 0 w 104"/>
                  <a:gd name="T91" fmla="*/ 60 h 114"/>
                  <a:gd name="T92" fmla="*/ 2 w 104"/>
                  <a:gd name="T93" fmla="*/ 66 h 114"/>
                  <a:gd name="T94" fmla="*/ 6 w 104"/>
                  <a:gd name="T95" fmla="*/ 70 h 114"/>
                  <a:gd name="T96" fmla="*/ 10 w 104"/>
                  <a:gd name="T97" fmla="*/ 74 h 114"/>
                  <a:gd name="T98" fmla="*/ 10 w 104"/>
                  <a:gd name="T99" fmla="*/ 7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4" h="114">
                    <a:moveTo>
                      <a:pt x="10" y="74"/>
                    </a:moveTo>
                    <a:lnTo>
                      <a:pt x="10" y="74"/>
                    </a:lnTo>
                    <a:lnTo>
                      <a:pt x="16" y="88"/>
                    </a:lnTo>
                    <a:lnTo>
                      <a:pt x="26" y="102"/>
                    </a:lnTo>
                    <a:lnTo>
                      <a:pt x="30" y="106"/>
                    </a:lnTo>
                    <a:lnTo>
                      <a:pt x="38" y="110"/>
                    </a:lnTo>
                    <a:lnTo>
                      <a:pt x="44" y="114"/>
                    </a:lnTo>
                    <a:lnTo>
                      <a:pt x="52" y="114"/>
                    </a:lnTo>
                    <a:lnTo>
                      <a:pt x="52" y="114"/>
                    </a:lnTo>
                    <a:lnTo>
                      <a:pt x="60" y="114"/>
                    </a:lnTo>
                    <a:lnTo>
                      <a:pt x="68" y="110"/>
                    </a:lnTo>
                    <a:lnTo>
                      <a:pt x="74" y="106"/>
                    </a:lnTo>
                    <a:lnTo>
                      <a:pt x="80" y="102"/>
                    </a:lnTo>
                    <a:lnTo>
                      <a:pt x="88" y="88"/>
                    </a:lnTo>
                    <a:lnTo>
                      <a:pt x="94" y="74"/>
                    </a:lnTo>
                    <a:lnTo>
                      <a:pt x="94" y="74"/>
                    </a:lnTo>
                    <a:lnTo>
                      <a:pt x="98" y="70"/>
                    </a:lnTo>
                    <a:lnTo>
                      <a:pt x="102" y="66"/>
                    </a:lnTo>
                    <a:lnTo>
                      <a:pt x="102" y="60"/>
                    </a:lnTo>
                    <a:lnTo>
                      <a:pt x="104" y="54"/>
                    </a:lnTo>
                    <a:lnTo>
                      <a:pt x="104" y="54"/>
                    </a:lnTo>
                    <a:lnTo>
                      <a:pt x="102" y="50"/>
                    </a:lnTo>
                    <a:lnTo>
                      <a:pt x="96" y="46"/>
                    </a:lnTo>
                    <a:lnTo>
                      <a:pt x="96" y="46"/>
                    </a:lnTo>
                    <a:lnTo>
                      <a:pt x="96" y="38"/>
                    </a:lnTo>
                    <a:lnTo>
                      <a:pt x="92" y="28"/>
                    </a:lnTo>
                    <a:lnTo>
                      <a:pt x="88" y="20"/>
                    </a:lnTo>
                    <a:lnTo>
                      <a:pt x="84" y="14"/>
                    </a:lnTo>
                    <a:lnTo>
                      <a:pt x="78" y="8"/>
                    </a:lnTo>
                    <a:lnTo>
                      <a:pt x="70" y="4"/>
                    </a:lnTo>
                    <a:lnTo>
                      <a:pt x="62" y="0"/>
                    </a:lnTo>
                    <a:lnTo>
                      <a:pt x="52" y="0"/>
                    </a:lnTo>
                    <a:lnTo>
                      <a:pt x="52" y="0"/>
                    </a:lnTo>
                    <a:lnTo>
                      <a:pt x="42" y="0"/>
                    </a:lnTo>
                    <a:lnTo>
                      <a:pt x="34" y="4"/>
                    </a:lnTo>
                    <a:lnTo>
                      <a:pt x="26" y="8"/>
                    </a:lnTo>
                    <a:lnTo>
                      <a:pt x="20" y="14"/>
                    </a:lnTo>
                    <a:lnTo>
                      <a:pt x="16" y="20"/>
                    </a:lnTo>
                    <a:lnTo>
                      <a:pt x="12" y="28"/>
                    </a:lnTo>
                    <a:lnTo>
                      <a:pt x="8" y="36"/>
                    </a:lnTo>
                    <a:lnTo>
                      <a:pt x="8" y="46"/>
                    </a:lnTo>
                    <a:lnTo>
                      <a:pt x="8" y="46"/>
                    </a:lnTo>
                    <a:lnTo>
                      <a:pt x="2" y="50"/>
                    </a:lnTo>
                    <a:lnTo>
                      <a:pt x="0" y="54"/>
                    </a:lnTo>
                    <a:lnTo>
                      <a:pt x="0" y="54"/>
                    </a:lnTo>
                    <a:lnTo>
                      <a:pt x="0" y="60"/>
                    </a:lnTo>
                    <a:lnTo>
                      <a:pt x="2" y="66"/>
                    </a:lnTo>
                    <a:lnTo>
                      <a:pt x="6" y="70"/>
                    </a:lnTo>
                    <a:lnTo>
                      <a:pt x="10" y="74"/>
                    </a:lnTo>
                    <a:lnTo>
                      <a:pt x="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6" name="Freeform 92">
                <a:extLst>
                  <a:ext uri="{FF2B5EF4-FFF2-40B4-BE49-F238E27FC236}">
                    <a16:creationId xmlns:a16="http://schemas.microsoft.com/office/drawing/2014/main" id="{107B72BF-CC38-8A83-962E-B16651846FC1}"/>
                  </a:ext>
                </a:extLst>
              </p:cNvPr>
              <p:cNvSpPr>
                <a:spLocks/>
              </p:cNvSpPr>
              <p:nvPr/>
            </p:nvSpPr>
            <p:spPr bwMode="auto">
              <a:xfrm>
                <a:off x="11798300" y="193675"/>
                <a:ext cx="161925" cy="180975"/>
              </a:xfrm>
              <a:custGeom>
                <a:avLst/>
                <a:gdLst>
                  <a:gd name="T0" fmla="*/ 10 w 102"/>
                  <a:gd name="T1" fmla="*/ 74 h 114"/>
                  <a:gd name="T2" fmla="*/ 10 w 102"/>
                  <a:gd name="T3" fmla="*/ 74 h 114"/>
                  <a:gd name="T4" fmla="*/ 16 w 102"/>
                  <a:gd name="T5" fmla="*/ 88 h 114"/>
                  <a:gd name="T6" fmla="*/ 24 w 102"/>
                  <a:gd name="T7" fmla="*/ 102 h 114"/>
                  <a:gd name="T8" fmla="*/ 30 w 102"/>
                  <a:gd name="T9" fmla="*/ 106 h 114"/>
                  <a:gd name="T10" fmla="*/ 36 w 102"/>
                  <a:gd name="T11" fmla="*/ 110 h 114"/>
                  <a:gd name="T12" fmla="*/ 44 w 102"/>
                  <a:gd name="T13" fmla="*/ 114 h 114"/>
                  <a:gd name="T14" fmla="*/ 52 w 102"/>
                  <a:gd name="T15" fmla="*/ 114 h 114"/>
                  <a:gd name="T16" fmla="*/ 52 w 102"/>
                  <a:gd name="T17" fmla="*/ 114 h 114"/>
                  <a:gd name="T18" fmla="*/ 60 w 102"/>
                  <a:gd name="T19" fmla="*/ 114 h 114"/>
                  <a:gd name="T20" fmla="*/ 66 w 102"/>
                  <a:gd name="T21" fmla="*/ 110 h 114"/>
                  <a:gd name="T22" fmla="*/ 74 w 102"/>
                  <a:gd name="T23" fmla="*/ 106 h 114"/>
                  <a:gd name="T24" fmla="*/ 78 w 102"/>
                  <a:gd name="T25" fmla="*/ 102 h 114"/>
                  <a:gd name="T26" fmla="*/ 88 w 102"/>
                  <a:gd name="T27" fmla="*/ 88 h 114"/>
                  <a:gd name="T28" fmla="*/ 94 w 102"/>
                  <a:gd name="T29" fmla="*/ 74 h 114"/>
                  <a:gd name="T30" fmla="*/ 94 w 102"/>
                  <a:gd name="T31" fmla="*/ 74 h 114"/>
                  <a:gd name="T32" fmla="*/ 98 w 102"/>
                  <a:gd name="T33" fmla="*/ 70 h 114"/>
                  <a:gd name="T34" fmla="*/ 100 w 102"/>
                  <a:gd name="T35" fmla="*/ 66 h 114"/>
                  <a:gd name="T36" fmla="*/ 102 w 102"/>
                  <a:gd name="T37" fmla="*/ 60 h 114"/>
                  <a:gd name="T38" fmla="*/ 102 w 102"/>
                  <a:gd name="T39" fmla="*/ 54 h 114"/>
                  <a:gd name="T40" fmla="*/ 102 w 102"/>
                  <a:gd name="T41" fmla="*/ 54 h 114"/>
                  <a:gd name="T42" fmla="*/ 100 w 102"/>
                  <a:gd name="T43" fmla="*/ 50 h 114"/>
                  <a:gd name="T44" fmla="*/ 96 w 102"/>
                  <a:gd name="T45" fmla="*/ 46 h 114"/>
                  <a:gd name="T46" fmla="*/ 96 w 102"/>
                  <a:gd name="T47" fmla="*/ 46 h 114"/>
                  <a:gd name="T48" fmla="*/ 96 w 102"/>
                  <a:gd name="T49" fmla="*/ 38 h 114"/>
                  <a:gd name="T50" fmla="*/ 92 w 102"/>
                  <a:gd name="T51" fmla="*/ 28 h 114"/>
                  <a:gd name="T52" fmla="*/ 88 w 102"/>
                  <a:gd name="T53" fmla="*/ 20 h 114"/>
                  <a:gd name="T54" fmla="*/ 84 w 102"/>
                  <a:gd name="T55" fmla="*/ 14 h 114"/>
                  <a:gd name="T56" fmla="*/ 76 w 102"/>
                  <a:gd name="T57" fmla="*/ 8 h 114"/>
                  <a:gd name="T58" fmla="*/ 70 w 102"/>
                  <a:gd name="T59" fmla="*/ 4 h 114"/>
                  <a:gd name="T60" fmla="*/ 60 w 102"/>
                  <a:gd name="T61" fmla="*/ 0 h 114"/>
                  <a:gd name="T62" fmla="*/ 52 w 102"/>
                  <a:gd name="T63" fmla="*/ 0 h 114"/>
                  <a:gd name="T64" fmla="*/ 52 w 102"/>
                  <a:gd name="T65" fmla="*/ 0 h 114"/>
                  <a:gd name="T66" fmla="*/ 42 w 102"/>
                  <a:gd name="T67" fmla="*/ 0 h 114"/>
                  <a:gd name="T68" fmla="*/ 34 w 102"/>
                  <a:gd name="T69" fmla="*/ 4 h 114"/>
                  <a:gd name="T70" fmla="*/ 26 w 102"/>
                  <a:gd name="T71" fmla="*/ 8 h 114"/>
                  <a:gd name="T72" fmla="*/ 20 w 102"/>
                  <a:gd name="T73" fmla="*/ 14 h 114"/>
                  <a:gd name="T74" fmla="*/ 14 w 102"/>
                  <a:gd name="T75" fmla="*/ 20 h 114"/>
                  <a:gd name="T76" fmla="*/ 10 w 102"/>
                  <a:gd name="T77" fmla="*/ 28 h 114"/>
                  <a:gd name="T78" fmla="*/ 8 w 102"/>
                  <a:gd name="T79" fmla="*/ 36 h 114"/>
                  <a:gd name="T80" fmla="*/ 6 w 102"/>
                  <a:gd name="T81" fmla="*/ 46 h 114"/>
                  <a:gd name="T82" fmla="*/ 6 w 102"/>
                  <a:gd name="T83" fmla="*/ 46 h 114"/>
                  <a:gd name="T84" fmla="*/ 2 w 102"/>
                  <a:gd name="T85" fmla="*/ 50 h 114"/>
                  <a:gd name="T86" fmla="*/ 0 w 102"/>
                  <a:gd name="T87" fmla="*/ 54 h 114"/>
                  <a:gd name="T88" fmla="*/ 0 w 102"/>
                  <a:gd name="T89" fmla="*/ 54 h 114"/>
                  <a:gd name="T90" fmla="*/ 0 w 102"/>
                  <a:gd name="T91" fmla="*/ 60 h 114"/>
                  <a:gd name="T92" fmla="*/ 2 w 102"/>
                  <a:gd name="T93" fmla="*/ 66 h 114"/>
                  <a:gd name="T94" fmla="*/ 6 w 102"/>
                  <a:gd name="T95" fmla="*/ 70 h 114"/>
                  <a:gd name="T96" fmla="*/ 10 w 102"/>
                  <a:gd name="T97" fmla="*/ 74 h 114"/>
                  <a:gd name="T98" fmla="*/ 10 w 102"/>
                  <a:gd name="T99" fmla="*/ 7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114">
                    <a:moveTo>
                      <a:pt x="10" y="74"/>
                    </a:moveTo>
                    <a:lnTo>
                      <a:pt x="10" y="74"/>
                    </a:lnTo>
                    <a:lnTo>
                      <a:pt x="16" y="88"/>
                    </a:lnTo>
                    <a:lnTo>
                      <a:pt x="24" y="102"/>
                    </a:lnTo>
                    <a:lnTo>
                      <a:pt x="30" y="106"/>
                    </a:lnTo>
                    <a:lnTo>
                      <a:pt x="36" y="110"/>
                    </a:lnTo>
                    <a:lnTo>
                      <a:pt x="44" y="114"/>
                    </a:lnTo>
                    <a:lnTo>
                      <a:pt x="52" y="114"/>
                    </a:lnTo>
                    <a:lnTo>
                      <a:pt x="52" y="114"/>
                    </a:lnTo>
                    <a:lnTo>
                      <a:pt x="60" y="114"/>
                    </a:lnTo>
                    <a:lnTo>
                      <a:pt x="66" y="110"/>
                    </a:lnTo>
                    <a:lnTo>
                      <a:pt x="74" y="106"/>
                    </a:lnTo>
                    <a:lnTo>
                      <a:pt x="78" y="102"/>
                    </a:lnTo>
                    <a:lnTo>
                      <a:pt x="88" y="88"/>
                    </a:lnTo>
                    <a:lnTo>
                      <a:pt x="94" y="74"/>
                    </a:lnTo>
                    <a:lnTo>
                      <a:pt x="94" y="74"/>
                    </a:lnTo>
                    <a:lnTo>
                      <a:pt x="98" y="70"/>
                    </a:lnTo>
                    <a:lnTo>
                      <a:pt x="100" y="66"/>
                    </a:lnTo>
                    <a:lnTo>
                      <a:pt x="102" y="60"/>
                    </a:lnTo>
                    <a:lnTo>
                      <a:pt x="102" y="54"/>
                    </a:lnTo>
                    <a:lnTo>
                      <a:pt x="102" y="54"/>
                    </a:lnTo>
                    <a:lnTo>
                      <a:pt x="100" y="50"/>
                    </a:lnTo>
                    <a:lnTo>
                      <a:pt x="96" y="46"/>
                    </a:lnTo>
                    <a:lnTo>
                      <a:pt x="96" y="46"/>
                    </a:lnTo>
                    <a:lnTo>
                      <a:pt x="96" y="38"/>
                    </a:lnTo>
                    <a:lnTo>
                      <a:pt x="92" y="28"/>
                    </a:lnTo>
                    <a:lnTo>
                      <a:pt x="88" y="20"/>
                    </a:lnTo>
                    <a:lnTo>
                      <a:pt x="84" y="14"/>
                    </a:lnTo>
                    <a:lnTo>
                      <a:pt x="76" y="8"/>
                    </a:lnTo>
                    <a:lnTo>
                      <a:pt x="70" y="4"/>
                    </a:lnTo>
                    <a:lnTo>
                      <a:pt x="60" y="0"/>
                    </a:lnTo>
                    <a:lnTo>
                      <a:pt x="52" y="0"/>
                    </a:lnTo>
                    <a:lnTo>
                      <a:pt x="52" y="0"/>
                    </a:lnTo>
                    <a:lnTo>
                      <a:pt x="42" y="0"/>
                    </a:lnTo>
                    <a:lnTo>
                      <a:pt x="34" y="4"/>
                    </a:lnTo>
                    <a:lnTo>
                      <a:pt x="26" y="8"/>
                    </a:lnTo>
                    <a:lnTo>
                      <a:pt x="20" y="14"/>
                    </a:lnTo>
                    <a:lnTo>
                      <a:pt x="14" y="20"/>
                    </a:lnTo>
                    <a:lnTo>
                      <a:pt x="10" y="28"/>
                    </a:lnTo>
                    <a:lnTo>
                      <a:pt x="8" y="36"/>
                    </a:lnTo>
                    <a:lnTo>
                      <a:pt x="6" y="46"/>
                    </a:lnTo>
                    <a:lnTo>
                      <a:pt x="6" y="46"/>
                    </a:lnTo>
                    <a:lnTo>
                      <a:pt x="2" y="50"/>
                    </a:lnTo>
                    <a:lnTo>
                      <a:pt x="0" y="54"/>
                    </a:lnTo>
                    <a:lnTo>
                      <a:pt x="0" y="54"/>
                    </a:lnTo>
                    <a:lnTo>
                      <a:pt x="0" y="60"/>
                    </a:lnTo>
                    <a:lnTo>
                      <a:pt x="2" y="66"/>
                    </a:lnTo>
                    <a:lnTo>
                      <a:pt x="6" y="70"/>
                    </a:lnTo>
                    <a:lnTo>
                      <a:pt x="10" y="74"/>
                    </a:lnTo>
                    <a:lnTo>
                      <a:pt x="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7" name="Freeform 93">
                <a:extLst>
                  <a:ext uri="{FF2B5EF4-FFF2-40B4-BE49-F238E27FC236}">
                    <a16:creationId xmlns:a16="http://schemas.microsoft.com/office/drawing/2014/main" id="{4F0F9AC1-C7E3-3D64-7520-12AE0FB82CD0}"/>
                  </a:ext>
                </a:extLst>
              </p:cNvPr>
              <p:cNvSpPr>
                <a:spLocks/>
              </p:cNvSpPr>
              <p:nvPr/>
            </p:nvSpPr>
            <p:spPr bwMode="auto">
              <a:xfrm>
                <a:off x="10956925" y="384175"/>
                <a:ext cx="323850" cy="647700"/>
              </a:xfrm>
              <a:custGeom>
                <a:avLst/>
                <a:gdLst>
                  <a:gd name="T0" fmla="*/ 30 w 204"/>
                  <a:gd name="T1" fmla="*/ 212 h 408"/>
                  <a:gd name="T2" fmla="*/ 40 w 204"/>
                  <a:gd name="T3" fmla="*/ 194 h 408"/>
                  <a:gd name="T4" fmla="*/ 38 w 204"/>
                  <a:gd name="T5" fmla="*/ 148 h 408"/>
                  <a:gd name="T6" fmla="*/ 40 w 204"/>
                  <a:gd name="T7" fmla="*/ 106 h 408"/>
                  <a:gd name="T8" fmla="*/ 50 w 204"/>
                  <a:gd name="T9" fmla="*/ 62 h 408"/>
                  <a:gd name="T10" fmla="*/ 50 w 204"/>
                  <a:gd name="T11" fmla="*/ 182 h 408"/>
                  <a:gd name="T12" fmla="*/ 50 w 204"/>
                  <a:gd name="T13" fmla="*/ 384 h 408"/>
                  <a:gd name="T14" fmla="*/ 58 w 204"/>
                  <a:gd name="T15" fmla="*/ 402 h 408"/>
                  <a:gd name="T16" fmla="*/ 76 w 204"/>
                  <a:gd name="T17" fmla="*/ 408 h 408"/>
                  <a:gd name="T18" fmla="*/ 76 w 204"/>
                  <a:gd name="T19" fmla="*/ 408 h 408"/>
                  <a:gd name="T20" fmla="*/ 94 w 204"/>
                  <a:gd name="T21" fmla="*/ 402 h 408"/>
                  <a:gd name="T22" fmla="*/ 102 w 204"/>
                  <a:gd name="T23" fmla="*/ 214 h 408"/>
                  <a:gd name="T24" fmla="*/ 114 w 204"/>
                  <a:gd name="T25" fmla="*/ 384 h 408"/>
                  <a:gd name="T26" fmla="*/ 130 w 204"/>
                  <a:gd name="T27" fmla="*/ 406 h 408"/>
                  <a:gd name="T28" fmla="*/ 140 w 204"/>
                  <a:gd name="T29" fmla="*/ 408 h 408"/>
                  <a:gd name="T30" fmla="*/ 140 w 204"/>
                  <a:gd name="T31" fmla="*/ 408 h 408"/>
                  <a:gd name="T32" fmla="*/ 162 w 204"/>
                  <a:gd name="T33" fmla="*/ 394 h 408"/>
                  <a:gd name="T34" fmla="*/ 164 w 204"/>
                  <a:gd name="T35" fmla="*/ 194 h 408"/>
                  <a:gd name="T36" fmla="*/ 166 w 204"/>
                  <a:gd name="T37" fmla="*/ 62 h 408"/>
                  <a:gd name="T38" fmla="*/ 168 w 204"/>
                  <a:gd name="T39" fmla="*/ 70 h 408"/>
                  <a:gd name="T40" fmla="*/ 178 w 204"/>
                  <a:gd name="T41" fmla="*/ 126 h 408"/>
                  <a:gd name="T42" fmla="*/ 176 w 204"/>
                  <a:gd name="T43" fmla="*/ 172 h 408"/>
                  <a:gd name="T44" fmla="*/ 176 w 204"/>
                  <a:gd name="T45" fmla="*/ 200 h 408"/>
                  <a:gd name="T46" fmla="*/ 190 w 204"/>
                  <a:gd name="T47" fmla="*/ 214 h 408"/>
                  <a:gd name="T48" fmla="*/ 190 w 204"/>
                  <a:gd name="T49" fmla="*/ 152 h 408"/>
                  <a:gd name="T50" fmla="*/ 196 w 204"/>
                  <a:gd name="T51" fmla="*/ 98 h 408"/>
                  <a:gd name="T52" fmla="*/ 200 w 204"/>
                  <a:gd name="T53" fmla="*/ 42 h 408"/>
                  <a:gd name="T54" fmla="*/ 186 w 204"/>
                  <a:gd name="T55" fmla="*/ 20 h 408"/>
                  <a:gd name="T56" fmla="*/ 148 w 204"/>
                  <a:gd name="T57" fmla="*/ 4 h 408"/>
                  <a:gd name="T58" fmla="*/ 136 w 204"/>
                  <a:gd name="T59" fmla="*/ 0 h 408"/>
                  <a:gd name="T60" fmla="*/ 136 w 204"/>
                  <a:gd name="T61" fmla="*/ 0 h 408"/>
                  <a:gd name="T62" fmla="*/ 120 w 204"/>
                  <a:gd name="T63" fmla="*/ 60 h 408"/>
                  <a:gd name="T64" fmla="*/ 118 w 204"/>
                  <a:gd name="T65" fmla="*/ 12 h 408"/>
                  <a:gd name="T66" fmla="*/ 104 w 204"/>
                  <a:gd name="T67" fmla="*/ 4 h 408"/>
                  <a:gd name="T68" fmla="*/ 102 w 204"/>
                  <a:gd name="T69" fmla="*/ 24 h 408"/>
                  <a:gd name="T70" fmla="*/ 96 w 204"/>
                  <a:gd name="T71" fmla="*/ 60 h 408"/>
                  <a:gd name="T72" fmla="*/ 78 w 204"/>
                  <a:gd name="T73" fmla="*/ 0 h 408"/>
                  <a:gd name="T74" fmla="*/ 78 w 204"/>
                  <a:gd name="T75" fmla="*/ 0 h 408"/>
                  <a:gd name="T76" fmla="*/ 66 w 204"/>
                  <a:gd name="T77" fmla="*/ 4 h 408"/>
                  <a:gd name="T78" fmla="*/ 28 w 204"/>
                  <a:gd name="T79" fmla="*/ 20 h 408"/>
                  <a:gd name="T80" fmla="*/ 14 w 204"/>
                  <a:gd name="T81" fmla="*/ 44 h 408"/>
                  <a:gd name="T82" fmla="*/ 4 w 204"/>
                  <a:gd name="T83" fmla="*/ 98 h 408"/>
                  <a:gd name="T84" fmla="*/ 0 w 204"/>
                  <a:gd name="T85" fmla="*/ 144 h 408"/>
                  <a:gd name="T86" fmla="*/ 4 w 204"/>
                  <a:gd name="T87" fmla="*/ 192 h 408"/>
                  <a:gd name="T88" fmla="*/ 12 w 204"/>
                  <a:gd name="T89" fmla="*/ 21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4" h="408">
                    <a:moveTo>
                      <a:pt x="20" y="214"/>
                    </a:moveTo>
                    <a:lnTo>
                      <a:pt x="20" y="214"/>
                    </a:lnTo>
                    <a:lnTo>
                      <a:pt x="30" y="212"/>
                    </a:lnTo>
                    <a:lnTo>
                      <a:pt x="36" y="208"/>
                    </a:lnTo>
                    <a:lnTo>
                      <a:pt x="38" y="202"/>
                    </a:lnTo>
                    <a:lnTo>
                      <a:pt x="40" y="194"/>
                    </a:lnTo>
                    <a:lnTo>
                      <a:pt x="40" y="194"/>
                    </a:lnTo>
                    <a:lnTo>
                      <a:pt x="38" y="172"/>
                    </a:lnTo>
                    <a:lnTo>
                      <a:pt x="38" y="148"/>
                    </a:lnTo>
                    <a:lnTo>
                      <a:pt x="38" y="126"/>
                    </a:lnTo>
                    <a:lnTo>
                      <a:pt x="38" y="126"/>
                    </a:lnTo>
                    <a:lnTo>
                      <a:pt x="40" y="106"/>
                    </a:lnTo>
                    <a:lnTo>
                      <a:pt x="42" y="86"/>
                    </a:lnTo>
                    <a:lnTo>
                      <a:pt x="46" y="70"/>
                    </a:lnTo>
                    <a:lnTo>
                      <a:pt x="50" y="62"/>
                    </a:lnTo>
                    <a:lnTo>
                      <a:pt x="50" y="62"/>
                    </a:lnTo>
                    <a:lnTo>
                      <a:pt x="50" y="62"/>
                    </a:lnTo>
                    <a:lnTo>
                      <a:pt x="50" y="182"/>
                    </a:lnTo>
                    <a:lnTo>
                      <a:pt x="50" y="182"/>
                    </a:lnTo>
                    <a:lnTo>
                      <a:pt x="50" y="194"/>
                    </a:lnTo>
                    <a:lnTo>
                      <a:pt x="50" y="384"/>
                    </a:lnTo>
                    <a:lnTo>
                      <a:pt x="50" y="384"/>
                    </a:lnTo>
                    <a:lnTo>
                      <a:pt x="52" y="394"/>
                    </a:lnTo>
                    <a:lnTo>
                      <a:pt x="58" y="402"/>
                    </a:lnTo>
                    <a:lnTo>
                      <a:pt x="66" y="406"/>
                    </a:lnTo>
                    <a:lnTo>
                      <a:pt x="76" y="408"/>
                    </a:lnTo>
                    <a:lnTo>
                      <a:pt x="76" y="408"/>
                    </a:lnTo>
                    <a:lnTo>
                      <a:pt x="76" y="408"/>
                    </a:lnTo>
                    <a:lnTo>
                      <a:pt x="76" y="408"/>
                    </a:lnTo>
                    <a:lnTo>
                      <a:pt x="76" y="408"/>
                    </a:lnTo>
                    <a:lnTo>
                      <a:pt x="76" y="408"/>
                    </a:lnTo>
                    <a:lnTo>
                      <a:pt x="86" y="406"/>
                    </a:lnTo>
                    <a:lnTo>
                      <a:pt x="94" y="402"/>
                    </a:lnTo>
                    <a:lnTo>
                      <a:pt x="100" y="394"/>
                    </a:lnTo>
                    <a:lnTo>
                      <a:pt x="102" y="384"/>
                    </a:lnTo>
                    <a:lnTo>
                      <a:pt x="102" y="214"/>
                    </a:lnTo>
                    <a:lnTo>
                      <a:pt x="114" y="214"/>
                    </a:lnTo>
                    <a:lnTo>
                      <a:pt x="114" y="384"/>
                    </a:lnTo>
                    <a:lnTo>
                      <a:pt x="114" y="384"/>
                    </a:lnTo>
                    <a:lnTo>
                      <a:pt x="116" y="394"/>
                    </a:lnTo>
                    <a:lnTo>
                      <a:pt x="122" y="402"/>
                    </a:lnTo>
                    <a:lnTo>
                      <a:pt x="130" y="406"/>
                    </a:lnTo>
                    <a:lnTo>
                      <a:pt x="140" y="408"/>
                    </a:lnTo>
                    <a:lnTo>
                      <a:pt x="140" y="408"/>
                    </a:lnTo>
                    <a:lnTo>
                      <a:pt x="140" y="408"/>
                    </a:lnTo>
                    <a:lnTo>
                      <a:pt x="140" y="408"/>
                    </a:lnTo>
                    <a:lnTo>
                      <a:pt x="140" y="408"/>
                    </a:lnTo>
                    <a:lnTo>
                      <a:pt x="140" y="408"/>
                    </a:lnTo>
                    <a:lnTo>
                      <a:pt x="150" y="406"/>
                    </a:lnTo>
                    <a:lnTo>
                      <a:pt x="158" y="402"/>
                    </a:lnTo>
                    <a:lnTo>
                      <a:pt x="162" y="394"/>
                    </a:lnTo>
                    <a:lnTo>
                      <a:pt x="164" y="384"/>
                    </a:lnTo>
                    <a:lnTo>
                      <a:pt x="164" y="194"/>
                    </a:lnTo>
                    <a:lnTo>
                      <a:pt x="164" y="194"/>
                    </a:lnTo>
                    <a:lnTo>
                      <a:pt x="166" y="182"/>
                    </a:lnTo>
                    <a:lnTo>
                      <a:pt x="166" y="62"/>
                    </a:lnTo>
                    <a:lnTo>
                      <a:pt x="166" y="62"/>
                    </a:lnTo>
                    <a:lnTo>
                      <a:pt x="166" y="62"/>
                    </a:lnTo>
                    <a:lnTo>
                      <a:pt x="166" y="62"/>
                    </a:lnTo>
                    <a:lnTo>
                      <a:pt x="168" y="70"/>
                    </a:lnTo>
                    <a:lnTo>
                      <a:pt x="172" y="86"/>
                    </a:lnTo>
                    <a:lnTo>
                      <a:pt x="176" y="106"/>
                    </a:lnTo>
                    <a:lnTo>
                      <a:pt x="178" y="126"/>
                    </a:lnTo>
                    <a:lnTo>
                      <a:pt x="178" y="126"/>
                    </a:lnTo>
                    <a:lnTo>
                      <a:pt x="178" y="148"/>
                    </a:lnTo>
                    <a:lnTo>
                      <a:pt x="176" y="172"/>
                    </a:lnTo>
                    <a:lnTo>
                      <a:pt x="176" y="194"/>
                    </a:lnTo>
                    <a:lnTo>
                      <a:pt x="176" y="194"/>
                    </a:lnTo>
                    <a:lnTo>
                      <a:pt x="176" y="200"/>
                    </a:lnTo>
                    <a:lnTo>
                      <a:pt x="178" y="206"/>
                    </a:lnTo>
                    <a:lnTo>
                      <a:pt x="184" y="212"/>
                    </a:lnTo>
                    <a:lnTo>
                      <a:pt x="190" y="214"/>
                    </a:lnTo>
                    <a:lnTo>
                      <a:pt x="190" y="214"/>
                    </a:lnTo>
                    <a:lnTo>
                      <a:pt x="190" y="182"/>
                    </a:lnTo>
                    <a:lnTo>
                      <a:pt x="190" y="152"/>
                    </a:lnTo>
                    <a:lnTo>
                      <a:pt x="190" y="152"/>
                    </a:lnTo>
                    <a:lnTo>
                      <a:pt x="192" y="122"/>
                    </a:lnTo>
                    <a:lnTo>
                      <a:pt x="196" y="98"/>
                    </a:lnTo>
                    <a:lnTo>
                      <a:pt x="204" y="58"/>
                    </a:lnTo>
                    <a:lnTo>
                      <a:pt x="204" y="58"/>
                    </a:lnTo>
                    <a:lnTo>
                      <a:pt x="200" y="42"/>
                    </a:lnTo>
                    <a:lnTo>
                      <a:pt x="194" y="30"/>
                    </a:lnTo>
                    <a:lnTo>
                      <a:pt x="186" y="20"/>
                    </a:lnTo>
                    <a:lnTo>
                      <a:pt x="186" y="20"/>
                    </a:lnTo>
                    <a:lnTo>
                      <a:pt x="168" y="12"/>
                    </a:lnTo>
                    <a:lnTo>
                      <a:pt x="148" y="4"/>
                    </a:lnTo>
                    <a:lnTo>
                      <a:pt x="148" y="4"/>
                    </a:lnTo>
                    <a:lnTo>
                      <a:pt x="136" y="0"/>
                    </a:lnTo>
                    <a:lnTo>
                      <a:pt x="136" y="0"/>
                    </a:lnTo>
                    <a:lnTo>
                      <a:pt x="136" y="0"/>
                    </a:lnTo>
                    <a:lnTo>
                      <a:pt x="136" y="0"/>
                    </a:lnTo>
                    <a:lnTo>
                      <a:pt x="136" y="0"/>
                    </a:lnTo>
                    <a:lnTo>
                      <a:pt x="136" y="0"/>
                    </a:lnTo>
                    <a:lnTo>
                      <a:pt x="132" y="24"/>
                    </a:lnTo>
                    <a:lnTo>
                      <a:pt x="128" y="40"/>
                    </a:lnTo>
                    <a:lnTo>
                      <a:pt x="120" y="60"/>
                    </a:lnTo>
                    <a:lnTo>
                      <a:pt x="120" y="60"/>
                    </a:lnTo>
                    <a:lnTo>
                      <a:pt x="114" y="24"/>
                    </a:lnTo>
                    <a:lnTo>
                      <a:pt x="118" y="12"/>
                    </a:lnTo>
                    <a:lnTo>
                      <a:pt x="110" y="4"/>
                    </a:lnTo>
                    <a:lnTo>
                      <a:pt x="110" y="4"/>
                    </a:lnTo>
                    <a:lnTo>
                      <a:pt x="104" y="4"/>
                    </a:lnTo>
                    <a:lnTo>
                      <a:pt x="104" y="4"/>
                    </a:lnTo>
                    <a:lnTo>
                      <a:pt x="96" y="12"/>
                    </a:lnTo>
                    <a:lnTo>
                      <a:pt x="102" y="24"/>
                    </a:lnTo>
                    <a:lnTo>
                      <a:pt x="102" y="24"/>
                    </a:lnTo>
                    <a:lnTo>
                      <a:pt x="96" y="60"/>
                    </a:lnTo>
                    <a:lnTo>
                      <a:pt x="96" y="60"/>
                    </a:lnTo>
                    <a:lnTo>
                      <a:pt x="88" y="40"/>
                    </a:lnTo>
                    <a:lnTo>
                      <a:pt x="82" y="24"/>
                    </a:lnTo>
                    <a:lnTo>
                      <a:pt x="78" y="0"/>
                    </a:lnTo>
                    <a:lnTo>
                      <a:pt x="78" y="0"/>
                    </a:lnTo>
                    <a:lnTo>
                      <a:pt x="78" y="0"/>
                    </a:lnTo>
                    <a:lnTo>
                      <a:pt x="78" y="0"/>
                    </a:lnTo>
                    <a:lnTo>
                      <a:pt x="78" y="0"/>
                    </a:lnTo>
                    <a:lnTo>
                      <a:pt x="78" y="0"/>
                    </a:lnTo>
                    <a:lnTo>
                      <a:pt x="66" y="4"/>
                    </a:lnTo>
                    <a:lnTo>
                      <a:pt x="66" y="4"/>
                    </a:lnTo>
                    <a:lnTo>
                      <a:pt x="46" y="12"/>
                    </a:lnTo>
                    <a:lnTo>
                      <a:pt x="28" y="20"/>
                    </a:lnTo>
                    <a:lnTo>
                      <a:pt x="28" y="20"/>
                    </a:lnTo>
                    <a:lnTo>
                      <a:pt x="22" y="28"/>
                    </a:lnTo>
                    <a:lnTo>
                      <a:pt x="14" y="44"/>
                    </a:lnTo>
                    <a:lnTo>
                      <a:pt x="10" y="58"/>
                    </a:lnTo>
                    <a:lnTo>
                      <a:pt x="6" y="76"/>
                    </a:lnTo>
                    <a:lnTo>
                      <a:pt x="4" y="98"/>
                    </a:lnTo>
                    <a:lnTo>
                      <a:pt x="0" y="122"/>
                    </a:lnTo>
                    <a:lnTo>
                      <a:pt x="0" y="122"/>
                    </a:lnTo>
                    <a:lnTo>
                      <a:pt x="0" y="144"/>
                    </a:lnTo>
                    <a:lnTo>
                      <a:pt x="2" y="166"/>
                    </a:lnTo>
                    <a:lnTo>
                      <a:pt x="4" y="192"/>
                    </a:lnTo>
                    <a:lnTo>
                      <a:pt x="4" y="192"/>
                    </a:lnTo>
                    <a:lnTo>
                      <a:pt x="6" y="200"/>
                    </a:lnTo>
                    <a:lnTo>
                      <a:pt x="8" y="206"/>
                    </a:lnTo>
                    <a:lnTo>
                      <a:pt x="12" y="212"/>
                    </a:lnTo>
                    <a:lnTo>
                      <a:pt x="20" y="214"/>
                    </a:lnTo>
                    <a:lnTo>
                      <a:pt x="20"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8" name="Freeform 94">
                <a:extLst>
                  <a:ext uri="{FF2B5EF4-FFF2-40B4-BE49-F238E27FC236}">
                    <a16:creationId xmlns:a16="http://schemas.microsoft.com/office/drawing/2014/main" id="{A46964F7-16A6-C487-51C9-CE2FE82F1D8A}"/>
                  </a:ext>
                </a:extLst>
              </p:cNvPr>
              <p:cNvSpPr>
                <a:spLocks/>
              </p:cNvSpPr>
              <p:nvPr/>
            </p:nvSpPr>
            <p:spPr bwMode="auto">
              <a:xfrm>
                <a:off x="11725275" y="384175"/>
                <a:ext cx="323850" cy="647700"/>
              </a:xfrm>
              <a:custGeom>
                <a:avLst/>
                <a:gdLst>
                  <a:gd name="T0" fmla="*/ 20 w 204"/>
                  <a:gd name="T1" fmla="*/ 212 h 408"/>
                  <a:gd name="T2" fmla="*/ 30 w 204"/>
                  <a:gd name="T3" fmla="*/ 194 h 408"/>
                  <a:gd name="T4" fmla="*/ 26 w 204"/>
                  <a:gd name="T5" fmla="*/ 148 h 408"/>
                  <a:gd name="T6" fmla="*/ 28 w 204"/>
                  <a:gd name="T7" fmla="*/ 106 h 408"/>
                  <a:gd name="T8" fmla="*/ 38 w 204"/>
                  <a:gd name="T9" fmla="*/ 62 h 408"/>
                  <a:gd name="T10" fmla="*/ 38 w 204"/>
                  <a:gd name="T11" fmla="*/ 182 h 408"/>
                  <a:gd name="T12" fmla="*/ 40 w 204"/>
                  <a:gd name="T13" fmla="*/ 384 h 408"/>
                  <a:gd name="T14" fmla="*/ 48 w 204"/>
                  <a:gd name="T15" fmla="*/ 402 h 408"/>
                  <a:gd name="T16" fmla="*/ 66 w 204"/>
                  <a:gd name="T17" fmla="*/ 408 h 408"/>
                  <a:gd name="T18" fmla="*/ 66 w 204"/>
                  <a:gd name="T19" fmla="*/ 408 h 408"/>
                  <a:gd name="T20" fmla="*/ 84 w 204"/>
                  <a:gd name="T21" fmla="*/ 402 h 408"/>
                  <a:gd name="T22" fmla="*/ 90 w 204"/>
                  <a:gd name="T23" fmla="*/ 214 h 408"/>
                  <a:gd name="T24" fmla="*/ 104 w 204"/>
                  <a:gd name="T25" fmla="*/ 384 h 408"/>
                  <a:gd name="T26" fmla="*/ 118 w 204"/>
                  <a:gd name="T27" fmla="*/ 406 h 408"/>
                  <a:gd name="T28" fmla="*/ 128 w 204"/>
                  <a:gd name="T29" fmla="*/ 408 h 408"/>
                  <a:gd name="T30" fmla="*/ 128 w 204"/>
                  <a:gd name="T31" fmla="*/ 408 h 408"/>
                  <a:gd name="T32" fmla="*/ 152 w 204"/>
                  <a:gd name="T33" fmla="*/ 394 h 408"/>
                  <a:gd name="T34" fmla="*/ 154 w 204"/>
                  <a:gd name="T35" fmla="*/ 194 h 408"/>
                  <a:gd name="T36" fmla="*/ 156 w 204"/>
                  <a:gd name="T37" fmla="*/ 62 h 408"/>
                  <a:gd name="T38" fmla="*/ 158 w 204"/>
                  <a:gd name="T39" fmla="*/ 70 h 408"/>
                  <a:gd name="T40" fmla="*/ 166 w 204"/>
                  <a:gd name="T41" fmla="*/ 126 h 408"/>
                  <a:gd name="T42" fmla="*/ 166 w 204"/>
                  <a:gd name="T43" fmla="*/ 172 h 408"/>
                  <a:gd name="T44" fmla="*/ 166 w 204"/>
                  <a:gd name="T45" fmla="*/ 202 h 408"/>
                  <a:gd name="T46" fmla="*/ 184 w 204"/>
                  <a:gd name="T47" fmla="*/ 214 h 408"/>
                  <a:gd name="T48" fmla="*/ 196 w 204"/>
                  <a:gd name="T49" fmla="*/ 206 h 408"/>
                  <a:gd name="T50" fmla="*/ 200 w 204"/>
                  <a:gd name="T51" fmla="*/ 192 h 408"/>
                  <a:gd name="T52" fmla="*/ 204 w 204"/>
                  <a:gd name="T53" fmla="*/ 122 h 408"/>
                  <a:gd name="T54" fmla="*/ 198 w 204"/>
                  <a:gd name="T55" fmla="*/ 76 h 408"/>
                  <a:gd name="T56" fmla="*/ 182 w 204"/>
                  <a:gd name="T57" fmla="*/ 28 h 408"/>
                  <a:gd name="T58" fmla="*/ 158 w 204"/>
                  <a:gd name="T59" fmla="*/ 12 h 408"/>
                  <a:gd name="T60" fmla="*/ 126 w 204"/>
                  <a:gd name="T61" fmla="*/ 0 h 408"/>
                  <a:gd name="T62" fmla="*/ 126 w 204"/>
                  <a:gd name="T63" fmla="*/ 0 h 408"/>
                  <a:gd name="T64" fmla="*/ 122 w 204"/>
                  <a:gd name="T65" fmla="*/ 24 h 408"/>
                  <a:gd name="T66" fmla="*/ 108 w 204"/>
                  <a:gd name="T67" fmla="*/ 60 h 408"/>
                  <a:gd name="T68" fmla="*/ 100 w 204"/>
                  <a:gd name="T69" fmla="*/ 4 h 408"/>
                  <a:gd name="T70" fmla="*/ 94 w 204"/>
                  <a:gd name="T71" fmla="*/ 4 h 408"/>
                  <a:gd name="T72" fmla="*/ 90 w 204"/>
                  <a:gd name="T73" fmla="*/ 24 h 408"/>
                  <a:gd name="T74" fmla="*/ 76 w 204"/>
                  <a:gd name="T75" fmla="*/ 40 h 408"/>
                  <a:gd name="T76" fmla="*/ 68 w 204"/>
                  <a:gd name="T77" fmla="*/ 0 h 408"/>
                  <a:gd name="T78" fmla="*/ 68 w 204"/>
                  <a:gd name="T79" fmla="*/ 0 h 408"/>
                  <a:gd name="T80" fmla="*/ 56 w 204"/>
                  <a:gd name="T81" fmla="*/ 4 h 408"/>
                  <a:gd name="T82" fmla="*/ 18 w 204"/>
                  <a:gd name="T83" fmla="*/ 20 h 408"/>
                  <a:gd name="T84" fmla="*/ 0 w 204"/>
                  <a:gd name="T85" fmla="*/ 58 h 408"/>
                  <a:gd name="T86" fmla="*/ 12 w 204"/>
                  <a:gd name="T87" fmla="*/ 122 h 408"/>
                  <a:gd name="T88" fmla="*/ 16 w 204"/>
                  <a:gd name="T89" fmla="*/ 18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4" h="408">
                    <a:moveTo>
                      <a:pt x="14" y="214"/>
                    </a:moveTo>
                    <a:lnTo>
                      <a:pt x="14" y="214"/>
                    </a:lnTo>
                    <a:lnTo>
                      <a:pt x="20" y="212"/>
                    </a:lnTo>
                    <a:lnTo>
                      <a:pt x="26" y="206"/>
                    </a:lnTo>
                    <a:lnTo>
                      <a:pt x="28" y="200"/>
                    </a:lnTo>
                    <a:lnTo>
                      <a:pt x="30" y="194"/>
                    </a:lnTo>
                    <a:lnTo>
                      <a:pt x="30" y="194"/>
                    </a:lnTo>
                    <a:lnTo>
                      <a:pt x="28" y="172"/>
                    </a:lnTo>
                    <a:lnTo>
                      <a:pt x="26" y="148"/>
                    </a:lnTo>
                    <a:lnTo>
                      <a:pt x="26" y="126"/>
                    </a:lnTo>
                    <a:lnTo>
                      <a:pt x="26" y="126"/>
                    </a:lnTo>
                    <a:lnTo>
                      <a:pt x="28" y="106"/>
                    </a:lnTo>
                    <a:lnTo>
                      <a:pt x="32" y="86"/>
                    </a:lnTo>
                    <a:lnTo>
                      <a:pt x="36" y="70"/>
                    </a:lnTo>
                    <a:lnTo>
                      <a:pt x="38" y="62"/>
                    </a:lnTo>
                    <a:lnTo>
                      <a:pt x="38" y="62"/>
                    </a:lnTo>
                    <a:lnTo>
                      <a:pt x="38" y="62"/>
                    </a:lnTo>
                    <a:lnTo>
                      <a:pt x="38" y="182"/>
                    </a:lnTo>
                    <a:lnTo>
                      <a:pt x="38" y="182"/>
                    </a:lnTo>
                    <a:lnTo>
                      <a:pt x="40" y="194"/>
                    </a:lnTo>
                    <a:lnTo>
                      <a:pt x="40" y="384"/>
                    </a:lnTo>
                    <a:lnTo>
                      <a:pt x="40" y="384"/>
                    </a:lnTo>
                    <a:lnTo>
                      <a:pt x="42" y="394"/>
                    </a:lnTo>
                    <a:lnTo>
                      <a:pt x="48" y="402"/>
                    </a:lnTo>
                    <a:lnTo>
                      <a:pt x="56" y="406"/>
                    </a:lnTo>
                    <a:lnTo>
                      <a:pt x="66" y="408"/>
                    </a:lnTo>
                    <a:lnTo>
                      <a:pt x="66" y="408"/>
                    </a:lnTo>
                    <a:lnTo>
                      <a:pt x="66" y="408"/>
                    </a:lnTo>
                    <a:lnTo>
                      <a:pt x="66" y="408"/>
                    </a:lnTo>
                    <a:lnTo>
                      <a:pt x="66" y="408"/>
                    </a:lnTo>
                    <a:lnTo>
                      <a:pt x="66" y="408"/>
                    </a:lnTo>
                    <a:lnTo>
                      <a:pt x="76" y="406"/>
                    </a:lnTo>
                    <a:lnTo>
                      <a:pt x="84" y="402"/>
                    </a:lnTo>
                    <a:lnTo>
                      <a:pt x="88" y="394"/>
                    </a:lnTo>
                    <a:lnTo>
                      <a:pt x="90" y="384"/>
                    </a:lnTo>
                    <a:lnTo>
                      <a:pt x="90" y="214"/>
                    </a:lnTo>
                    <a:lnTo>
                      <a:pt x="104" y="214"/>
                    </a:lnTo>
                    <a:lnTo>
                      <a:pt x="104" y="384"/>
                    </a:lnTo>
                    <a:lnTo>
                      <a:pt x="104" y="384"/>
                    </a:lnTo>
                    <a:lnTo>
                      <a:pt x="106" y="394"/>
                    </a:lnTo>
                    <a:lnTo>
                      <a:pt x="110" y="402"/>
                    </a:lnTo>
                    <a:lnTo>
                      <a:pt x="118" y="406"/>
                    </a:lnTo>
                    <a:lnTo>
                      <a:pt x="128" y="408"/>
                    </a:lnTo>
                    <a:lnTo>
                      <a:pt x="128" y="408"/>
                    </a:lnTo>
                    <a:lnTo>
                      <a:pt x="128" y="408"/>
                    </a:lnTo>
                    <a:lnTo>
                      <a:pt x="128" y="408"/>
                    </a:lnTo>
                    <a:lnTo>
                      <a:pt x="128" y="408"/>
                    </a:lnTo>
                    <a:lnTo>
                      <a:pt x="128" y="408"/>
                    </a:lnTo>
                    <a:lnTo>
                      <a:pt x="138" y="406"/>
                    </a:lnTo>
                    <a:lnTo>
                      <a:pt x="146" y="402"/>
                    </a:lnTo>
                    <a:lnTo>
                      <a:pt x="152" y="394"/>
                    </a:lnTo>
                    <a:lnTo>
                      <a:pt x="154" y="384"/>
                    </a:lnTo>
                    <a:lnTo>
                      <a:pt x="154" y="194"/>
                    </a:lnTo>
                    <a:lnTo>
                      <a:pt x="154" y="194"/>
                    </a:lnTo>
                    <a:lnTo>
                      <a:pt x="156" y="182"/>
                    </a:lnTo>
                    <a:lnTo>
                      <a:pt x="156" y="62"/>
                    </a:lnTo>
                    <a:lnTo>
                      <a:pt x="156" y="62"/>
                    </a:lnTo>
                    <a:lnTo>
                      <a:pt x="156" y="62"/>
                    </a:lnTo>
                    <a:lnTo>
                      <a:pt x="156" y="62"/>
                    </a:lnTo>
                    <a:lnTo>
                      <a:pt x="158" y="70"/>
                    </a:lnTo>
                    <a:lnTo>
                      <a:pt x="162" y="86"/>
                    </a:lnTo>
                    <a:lnTo>
                      <a:pt x="166" y="106"/>
                    </a:lnTo>
                    <a:lnTo>
                      <a:pt x="166" y="126"/>
                    </a:lnTo>
                    <a:lnTo>
                      <a:pt x="166" y="126"/>
                    </a:lnTo>
                    <a:lnTo>
                      <a:pt x="168" y="148"/>
                    </a:lnTo>
                    <a:lnTo>
                      <a:pt x="166" y="172"/>
                    </a:lnTo>
                    <a:lnTo>
                      <a:pt x="164" y="194"/>
                    </a:lnTo>
                    <a:lnTo>
                      <a:pt x="164" y="194"/>
                    </a:lnTo>
                    <a:lnTo>
                      <a:pt x="166" y="202"/>
                    </a:lnTo>
                    <a:lnTo>
                      <a:pt x="170" y="208"/>
                    </a:lnTo>
                    <a:lnTo>
                      <a:pt x="176" y="212"/>
                    </a:lnTo>
                    <a:lnTo>
                      <a:pt x="184" y="214"/>
                    </a:lnTo>
                    <a:lnTo>
                      <a:pt x="184" y="214"/>
                    </a:lnTo>
                    <a:lnTo>
                      <a:pt x="192" y="212"/>
                    </a:lnTo>
                    <a:lnTo>
                      <a:pt x="196" y="206"/>
                    </a:lnTo>
                    <a:lnTo>
                      <a:pt x="198" y="200"/>
                    </a:lnTo>
                    <a:lnTo>
                      <a:pt x="200" y="192"/>
                    </a:lnTo>
                    <a:lnTo>
                      <a:pt x="200" y="192"/>
                    </a:lnTo>
                    <a:lnTo>
                      <a:pt x="202" y="166"/>
                    </a:lnTo>
                    <a:lnTo>
                      <a:pt x="204" y="144"/>
                    </a:lnTo>
                    <a:lnTo>
                      <a:pt x="204" y="122"/>
                    </a:lnTo>
                    <a:lnTo>
                      <a:pt x="204" y="122"/>
                    </a:lnTo>
                    <a:lnTo>
                      <a:pt x="202" y="98"/>
                    </a:lnTo>
                    <a:lnTo>
                      <a:pt x="198" y="76"/>
                    </a:lnTo>
                    <a:lnTo>
                      <a:pt x="194" y="58"/>
                    </a:lnTo>
                    <a:lnTo>
                      <a:pt x="190" y="44"/>
                    </a:lnTo>
                    <a:lnTo>
                      <a:pt x="182" y="28"/>
                    </a:lnTo>
                    <a:lnTo>
                      <a:pt x="176" y="20"/>
                    </a:lnTo>
                    <a:lnTo>
                      <a:pt x="176" y="20"/>
                    </a:lnTo>
                    <a:lnTo>
                      <a:pt x="158" y="12"/>
                    </a:lnTo>
                    <a:lnTo>
                      <a:pt x="138" y="4"/>
                    </a:lnTo>
                    <a:lnTo>
                      <a:pt x="138" y="4"/>
                    </a:lnTo>
                    <a:lnTo>
                      <a:pt x="126" y="0"/>
                    </a:lnTo>
                    <a:lnTo>
                      <a:pt x="126" y="0"/>
                    </a:lnTo>
                    <a:lnTo>
                      <a:pt x="126" y="0"/>
                    </a:lnTo>
                    <a:lnTo>
                      <a:pt x="126" y="0"/>
                    </a:lnTo>
                    <a:lnTo>
                      <a:pt x="126" y="0"/>
                    </a:lnTo>
                    <a:lnTo>
                      <a:pt x="126" y="0"/>
                    </a:lnTo>
                    <a:lnTo>
                      <a:pt x="122" y="24"/>
                    </a:lnTo>
                    <a:lnTo>
                      <a:pt x="116" y="40"/>
                    </a:lnTo>
                    <a:lnTo>
                      <a:pt x="108" y="60"/>
                    </a:lnTo>
                    <a:lnTo>
                      <a:pt x="108" y="60"/>
                    </a:lnTo>
                    <a:lnTo>
                      <a:pt x="102" y="24"/>
                    </a:lnTo>
                    <a:lnTo>
                      <a:pt x="108" y="12"/>
                    </a:lnTo>
                    <a:lnTo>
                      <a:pt x="100" y="4"/>
                    </a:lnTo>
                    <a:lnTo>
                      <a:pt x="100" y="4"/>
                    </a:lnTo>
                    <a:lnTo>
                      <a:pt x="94" y="4"/>
                    </a:lnTo>
                    <a:lnTo>
                      <a:pt x="94" y="4"/>
                    </a:lnTo>
                    <a:lnTo>
                      <a:pt x="86" y="12"/>
                    </a:lnTo>
                    <a:lnTo>
                      <a:pt x="90" y="24"/>
                    </a:lnTo>
                    <a:lnTo>
                      <a:pt x="90" y="24"/>
                    </a:lnTo>
                    <a:lnTo>
                      <a:pt x="86" y="60"/>
                    </a:lnTo>
                    <a:lnTo>
                      <a:pt x="86" y="60"/>
                    </a:lnTo>
                    <a:lnTo>
                      <a:pt x="76" y="40"/>
                    </a:lnTo>
                    <a:lnTo>
                      <a:pt x="72" y="24"/>
                    </a:lnTo>
                    <a:lnTo>
                      <a:pt x="68" y="0"/>
                    </a:lnTo>
                    <a:lnTo>
                      <a:pt x="68" y="0"/>
                    </a:lnTo>
                    <a:lnTo>
                      <a:pt x="68" y="0"/>
                    </a:lnTo>
                    <a:lnTo>
                      <a:pt x="68" y="0"/>
                    </a:lnTo>
                    <a:lnTo>
                      <a:pt x="68" y="0"/>
                    </a:lnTo>
                    <a:lnTo>
                      <a:pt x="68" y="0"/>
                    </a:lnTo>
                    <a:lnTo>
                      <a:pt x="56" y="4"/>
                    </a:lnTo>
                    <a:lnTo>
                      <a:pt x="56" y="4"/>
                    </a:lnTo>
                    <a:lnTo>
                      <a:pt x="36" y="12"/>
                    </a:lnTo>
                    <a:lnTo>
                      <a:pt x="18" y="20"/>
                    </a:lnTo>
                    <a:lnTo>
                      <a:pt x="18" y="20"/>
                    </a:lnTo>
                    <a:lnTo>
                      <a:pt x="10" y="30"/>
                    </a:lnTo>
                    <a:lnTo>
                      <a:pt x="6" y="42"/>
                    </a:lnTo>
                    <a:lnTo>
                      <a:pt x="0" y="58"/>
                    </a:lnTo>
                    <a:lnTo>
                      <a:pt x="0" y="58"/>
                    </a:lnTo>
                    <a:lnTo>
                      <a:pt x="8" y="98"/>
                    </a:lnTo>
                    <a:lnTo>
                      <a:pt x="12" y="122"/>
                    </a:lnTo>
                    <a:lnTo>
                      <a:pt x="16" y="152"/>
                    </a:lnTo>
                    <a:lnTo>
                      <a:pt x="16" y="152"/>
                    </a:lnTo>
                    <a:lnTo>
                      <a:pt x="16" y="182"/>
                    </a:lnTo>
                    <a:lnTo>
                      <a:pt x="14" y="214"/>
                    </a:lnTo>
                    <a:lnTo>
                      <a:pt x="14"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9" name="Freeform 95">
                <a:extLst>
                  <a:ext uri="{FF2B5EF4-FFF2-40B4-BE49-F238E27FC236}">
                    <a16:creationId xmlns:a16="http://schemas.microsoft.com/office/drawing/2014/main" id="{541E28C7-4071-5948-0740-43CCE82EA2AE}"/>
                  </a:ext>
                </a:extLst>
              </p:cNvPr>
              <p:cNvSpPr>
                <a:spLocks/>
              </p:cNvSpPr>
              <p:nvPr/>
            </p:nvSpPr>
            <p:spPr bwMode="auto">
              <a:xfrm>
                <a:off x="11277600" y="365125"/>
                <a:ext cx="450850" cy="866775"/>
              </a:xfrm>
              <a:custGeom>
                <a:avLst/>
                <a:gdLst>
                  <a:gd name="T0" fmla="*/ 6 w 284"/>
                  <a:gd name="T1" fmla="*/ 266 h 546"/>
                  <a:gd name="T2" fmla="*/ 16 w 284"/>
                  <a:gd name="T3" fmla="*/ 282 h 546"/>
                  <a:gd name="T4" fmla="*/ 26 w 284"/>
                  <a:gd name="T5" fmla="*/ 286 h 546"/>
                  <a:gd name="T6" fmla="*/ 42 w 284"/>
                  <a:gd name="T7" fmla="*/ 282 h 546"/>
                  <a:gd name="T8" fmla="*/ 52 w 284"/>
                  <a:gd name="T9" fmla="*/ 258 h 546"/>
                  <a:gd name="T10" fmla="*/ 48 w 284"/>
                  <a:gd name="T11" fmla="*/ 198 h 546"/>
                  <a:gd name="T12" fmla="*/ 52 w 284"/>
                  <a:gd name="T13" fmla="*/ 140 h 546"/>
                  <a:gd name="T14" fmla="*/ 62 w 284"/>
                  <a:gd name="T15" fmla="*/ 88 h 546"/>
                  <a:gd name="T16" fmla="*/ 64 w 284"/>
                  <a:gd name="T17" fmla="*/ 84 h 546"/>
                  <a:gd name="T18" fmla="*/ 66 w 284"/>
                  <a:gd name="T19" fmla="*/ 260 h 546"/>
                  <a:gd name="T20" fmla="*/ 68 w 284"/>
                  <a:gd name="T21" fmla="*/ 518 h 546"/>
                  <a:gd name="T22" fmla="*/ 76 w 284"/>
                  <a:gd name="T23" fmla="*/ 536 h 546"/>
                  <a:gd name="T24" fmla="*/ 94 w 284"/>
                  <a:gd name="T25" fmla="*/ 544 h 546"/>
                  <a:gd name="T26" fmla="*/ 100 w 284"/>
                  <a:gd name="T27" fmla="*/ 546 h 546"/>
                  <a:gd name="T28" fmla="*/ 100 w 284"/>
                  <a:gd name="T29" fmla="*/ 546 h 546"/>
                  <a:gd name="T30" fmla="*/ 118 w 284"/>
                  <a:gd name="T31" fmla="*/ 540 h 546"/>
                  <a:gd name="T32" fmla="*/ 132 w 284"/>
                  <a:gd name="T33" fmla="*/ 524 h 546"/>
                  <a:gd name="T34" fmla="*/ 134 w 284"/>
                  <a:gd name="T35" fmla="*/ 286 h 546"/>
                  <a:gd name="T36" fmla="*/ 150 w 284"/>
                  <a:gd name="T37" fmla="*/ 512 h 546"/>
                  <a:gd name="T38" fmla="*/ 156 w 284"/>
                  <a:gd name="T39" fmla="*/ 530 h 546"/>
                  <a:gd name="T40" fmla="*/ 172 w 284"/>
                  <a:gd name="T41" fmla="*/ 542 h 546"/>
                  <a:gd name="T42" fmla="*/ 184 w 284"/>
                  <a:gd name="T43" fmla="*/ 546 h 546"/>
                  <a:gd name="T44" fmla="*/ 184 w 284"/>
                  <a:gd name="T45" fmla="*/ 546 h 546"/>
                  <a:gd name="T46" fmla="*/ 198 w 284"/>
                  <a:gd name="T47" fmla="*/ 542 h 546"/>
                  <a:gd name="T48" fmla="*/ 212 w 284"/>
                  <a:gd name="T49" fmla="*/ 530 h 546"/>
                  <a:gd name="T50" fmla="*/ 218 w 284"/>
                  <a:gd name="T51" fmla="*/ 512 h 546"/>
                  <a:gd name="T52" fmla="*/ 220 w 284"/>
                  <a:gd name="T53" fmla="*/ 242 h 546"/>
                  <a:gd name="T54" fmla="*/ 220 w 284"/>
                  <a:gd name="T55" fmla="*/ 84 h 546"/>
                  <a:gd name="T56" fmla="*/ 224 w 284"/>
                  <a:gd name="T57" fmla="*/ 94 h 546"/>
                  <a:gd name="T58" fmla="*/ 236 w 284"/>
                  <a:gd name="T59" fmla="*/ 168 h 546"/>
                  <a:gd name="T60" fmla="*/ 234 w 284"/>
                  <a:gd name="T61" fmla="*/ 228 h 546"/>
                  <a:gd name="T62" fmla="*/ 234 w 284"/>
                  <a:gd name="T63" fmla="*/ 268 h 546"/>
                  <a:gd name="T64" fmla="*/ 246 w 284"/>
                  <a:gd name="T65" fmla="*/ 284 h 546"/>
                  <a:gd name="T66" fmla="*/ 258 w 284"/>
                  <a:gd name="T67" fmla="*/ 286 h 546"/>
                  <a:gd name="T68" fmla="*/ 272 w 284"/>
                  <a:gd name="T69" fmla="*/ 280 h 546"/>
                  <a:gd name="T70" fmla="*/ 280 w 284"/>
                  <a:gd name="T71" fmla="*/ 254 h 546"/>
                  <a:gd name="T72" fmla="*/ 284 w 284"/>
                  <a:gd name="T73" fmla="*/ 192 h 546"/>
                  <a:gd name="T74" fmla="*/ 280 w 284"/>
                  <a:gd name="T75" fmla="*/ 130 h 546"/>
                  <a:gd name="T76" fmla="*/ 266 w 284"/>
                  <a:gd name="T77" fmla="*/ 60 h 546"/>
                  <a:gd name="T78" fmla="*/ 248 w 284"/>
                  <a:gd name="T79" fmla="*/ 26 h 546"/>
                  <a:gd name="T80" fmla="*/ 196 w 284"/>
                  <a:gd name="T81" fmla="*/ 6 h 546"/>
                  <a:gd name="T82" fmla="*/ 182 w 284"/>
                  <a:gd name="T83" fmla="*/ 0 h 546"/>
                  <a:gd name="T84" fmla="*/ 182 w 284"/>
                  <a:gd name="T85" fmla="*/ 0 h 546"/>
                  <a:gd name="T86" fmla="*/ 180 w 284"/>
                  <a:gd name="T87" fmla="*/ 14 h 546"/>
                  <a:gd name="T88" fmla="*/ 158 w 284"/>
                  <a:gd name="T89" fmla="*/ 82 h 546"/>
                  <a:gd name="T90" fmla="*/ 150 w 284"/>
                  <a:gd name="T91" fmla="*/ 32 h 546"/>
                  <a:gd name="T92" fmla="*/ 146 w 284"/>
                  <a:gd name="T93" fmla="*/ 6 h 546"/>
                  <a:gd name="T94" fmla="*/ 128 w 284"/>
                  <a:gd name="T95" fmla="*/ 16 h 546"/>
                  <a:gd name="T96" fmla="*/ 132 w 284"/>
                  <a:gd name="T97" fmla="*/ 48 h 546"/>
                  <a:gd name="T98" fmla="*/ 116 w 284"/>
                  <a:gd name="T99" fmla="*/ 54 h 546"/>
                  <a:gd name="T100" fmla="*/ 104 w 284"/>
                  <a:gd name="T101" fmla="*/ 0 h 546"/>
                  <a:gd name="T102" fmla="*/ 104 w 284"/>
                  <a:gd name="T103" fmla="*/ 0 h 546"/>
                  <a:gd name="T104" fmla="*/ 96 w 284"/>
                  <a:gd name="T105" fmla="*/ 4 h 546"/>
                  <a:gd name="T106" fmla="*/ 62 w 284"/>
                  <a:gd name="T107" fmla="*/ 16 h 546"/>
                  <a:gd name="T108" fmla="*/ 30 w 284"/>
                  <a:gd name="T109" fmla="*/ 36 h 546"/>
                  <a:gd name="T110" fmla="*/ 14 w 284"/>
                  <a:gd name="T111" fmla="*/ 78 h 546"/>
                  <a:gd name="T112" fmla="*/ 0 w 284"/>
                  <a:gd name="T113" fmla="*/ 164 h 546"/>
                  <a:gd name="T114" fmla="*/ 2 w 284"/>
                  <a:gd name="T115" fmla="*/ 222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4" h="546">
                    <a:moveTo>
                      <a:pt x="4" y="254"/>
                    </a:moveTo>
                    <a:lnTo>
                      <a:pt x="4" y="254"/>
                    </a:lnTo>
                    <a:lnTo>
                      <a:pt x="6" y="266"/>
                    </a:lnTo>
                    <a:lnTo>
                      <a:pt x="10" y="276"/>
                    </a:lnTo>
                    <a:lnTo>
                      <a:pt x="12" y="280"/>
                    </a:lnTo>
                    <a:lnTo>
                      <a:pt x="16" y="282"/>
                    </a:lnTo>
                    <a:lnTo>
                      <a:pt x="20" y="284"/>
                    </a:lnTo>
                    <a:lnTo>
                      <a:pt x="26" y="286"/>
                    </a:lnTo>
                    <a:lnTo>
                      <a:pt x="26" y="286"/>
                    </a:lnTo>
                    <a:lnTo>
                      <a:pt x="32" y="286"/>
                    </a:lnTo>
                    <a:lnTo>
                      <a:pt x="38" y="284"/>
                    </a:lnTo>
                    <a:lnTo>
                      <a:pt x="42" y="282"/>
                    </a:lnTo>
                    <a:lnTo>
                      <a:pt x="46" y="278"/>
                    </a:lnTo>
                    <a:lnTo>
                      <a:pt x="50" y="268"/>
                    </a:lnTo>
                    <a:lnTo>
                      <a:pt x="52" y="258"/>
                    </a:lnTo>
                    <a:lnTo>
                      <a:pt x="52" y="258"/>
                    </a:lnTo>
                    <a:lnTo>
                      <a:pt x="50" y="228"/>
                    </a:lnTo>
                    <a:lnTo>
                      <a:pt x="48" y="198"/>
                    </a:lnTo>
                    <a:lnTo>
                      <a:pt x="50" y="168"/>
                    </a:lnTo>
                    <a:lnTo>
                      <a:pt x="50" y="168"/>
                    </a:lnTo>
                    <a:lnTo>
                      <a:pt x="52" y="140"/>
                    </a:lnTo>
                    <a:lnTo>
                      <a:pt x="56" y="114"/>
                    </a:lnTo>
                    <a:lnTo>
                      <a:pt x="60" y="94"/>
                    </a:lnTo>
                    <a:lnTo>
                      <a:pt x="62" y="88"/>
                    </a:lnTo>
                    <a:lnTo>
                      <a:pt x="64" y="84"/>
                    </a:lnTo>
                    <a:lnTo>
                      <a:pt x="64" y="84"/>
                    </a:lnTo>
                    <a:lnTo>
                      <a:pt x="64" y="84"/>
                    </a:lnTo>
                    <a:lnTo>
                      <a:pt x="64" y="242"/>
                    </a:lnTo>
                    <a:lnTo>
                      <a:pt x="64" y="242"/>
                    </a:lnTo>
                    <a:lnTo>
                      <a:pt x="66" y="260"/>
                    </a:lnTo>
                    <a:lnTo>
                      <a:pt x="66" y="512"/>
                    </a:lnTo>
                    <a:lnTo>
                      <a:pt x="66" y="512"/>
                    </a:lnTo>
                    <a:lnTo>
                      <a:pt x="68" y="518"/>
                    </a:lnTo>
                    <a:lnTo>
                      <a:pt x="68" y="524"/>
                    </a:lnTo>
                    <a:lnTo>
                      <a:pt x="72" y="530"/>
                    </a:lnTo>
                    <a:lnTo>
                      <a:pt x="76" y="536"/>
                    </a:lnTo>
                    <a:lnTo>
                      <a:pt x="82" y="540"/>
                    </a:lnTo>
                    <a:lnTo>
                      <a:pt x="86" y="542"/>
                    </a:lnTo>
                    <a:lnTo>
                      <a:pt x="94" y="544"/>
                    </a:lnTo>
                    <a:lnTo>
                      <a:pt x="100" y="546"/>
                    </a:lnTo>
                    <a:lnTo>
                      <a:pt x="100" y="546"/>
                    </a:lnTo>
                    <a:lnTo>
                      <a:pt x="100" y="546"/>
                    </a:lnTo>
                    <a:lnTo>
                      <a:pt x="100" y="546"/>
                    </a:lnTo>
                    <a:lnTo>
                      <a:pt x="100" y="546"/>
                    </a:lnTo>
                    <a:lnTo>
                      <a:pt x="100" y="546"/>
                    </a:lnTo>
                    <a:lnTo>
                      <a:pt x="106" y="544"/>
                    </a:lnTo>
                    <a:lnTo>
                      <a:pt x="114" y="542"/>
                    </a:lnTo>
                    <a:lnTo>
                      <a:pt x="118" y="540"/>
                    </a:lnTo>
                    <a:lnTo>
                      <a:pt x="124" y="536"/>
                    </a:lnTo>
                    <a:lnTo>
                      <a:pt x="128" y="530"/>
                    </a:lnTo>
                    <a:lnTo>
                      <a:pt x="132" y="524"/>
                    </a:lnTo>
                    <a:lnTo>
                      <a:pt x="134" y="518"/>
                    </a:lnTo>
                    <a:lnTo>
                      <a:pt x="134" y="512"/>
                    </a:lnTo>
                    <a:lnTo>
                      <a:pt x="134" y="286"/>
                    </a:lnTo>
                    <a:lnTo>
                      <a:pt x="150" y="286"/>
                    </a:lnTo>
                    <a:lnTo>
                      <a:pt x="150" y="512"/>
                    </a:lnTo>
                    <a:lnTo>
                      <a:pt x="150" y="512"/>
                    </a:lnTo>
                    <a:lnTo>
                      <a:pt x="152" y="518"/>
                    </a:lnTo>
                    <a:lnTo>
                      <a:pt x="154" y="524"/>
                    </a:lnTo>
                    <a:lnTo>
                      <a:pt x="156" y="530"/>
                    </a:lnTo>
                    <a:lnTo>
                      <a:pt x="160" y="536"/>
                    </a:lnTo>
                    <a:lnTo>
                      <a:pt x="166" y="540"/>
                    </a:lnTo>
                    <a:lnTo>
                      <a:pt x="172" y="542"/>
                    </a:lnTo>
                    <a:lnTo>
                      <a:pt x="178" y="544"/>
                    </a:lnTo>
                    <a:lnTo>
                      <a:pt x="184" y="546"/>
                    </a:lnTo>
                    <a:lnTo>
                      <a:pt x="184" y="546"/>
                    </a:lnTo>
                    <a:lnTo>
                      <a:pt x="184" y="546"/>
                    </a:lnTo>
                    <a:lnTo>
                      <a:pt x="184" y="546"/>
                    </a:lnTo>
                    <a:lnTo>
                      <a:pt x="184" y="546"/>
                    </a:lnTo>
                    <a:lnTo>
                      <a:pt x="184" y="546"/>
                    </a:lnTo>
                    <a:lnTo>
                      <a:pt x="192" y="544"/>
                    </a:lnTo>
                    <a:lnTo>
                      <a:pt x="198" y="542"/>
                    </a:lnTo>
                    <a:lnTo>
                      <a:pt x="204" y="540"/>
                    </a:lnTo>
                    <a:lnTo>
                      <a:pt x="208" y="536"/>
                    </a:lnTo>
                    <a:lnTo>
                      <a:pt x="212" y="530"/>
                    </a:lnTo>
                    <a:lnTo>
                      <a:pt x="216" y="524"/>
                    </a:lnTo>
                    <a:lnTo>
                      <a:pt x="218" y="518"/>
                    </a:lnTo>
                    <a:lnTo>
                      <a:pt x="218" y="512"/>
                    </a:lnTo>
                    <a:lnTo>
                      <a:pt x="218" y="260"/>
                    </a:lnTo>
                    <a:lnTo>
                      <a:pt x="218" y="260"/>
                    </a:lnTo>
                    <a:lnTo>
                      <a:pt x="220" y="242"/>
                    </a:lnTo>
                    <a:lnTo>
                      <a:pt x="220" y="84"/>
                    </a:lnTo>
                    <a:lnTo>
                      <a:pt x="220" y="84"/>
                    </a:lnTo>
                    <a:lnTo>
                      <a:pt x="220" y="84"/>
                    </a:lnTo>
                    <a:lnTo>
                      <a:pt x="220" y="84"/>
                    </a:lnTo>
                    <a:lnTo>
                      <a:pt x="222" y="88"/>
                    </a:lnTo>
                    <a:lnTo>
                      <a:pt x="224" y="94"/>
                    </a:lnTo>
                    <a:lnTo>
                      <a:pt x="228" y="114"/>
                    </a:lnTo>
                    <a:lnTo>
                      <a:pt x="232" y="140"/>
                    </a:lnTo>
                    <a:lnTo>
                      <a:pt x="236" y="168"/>
                    </a:lnTo>
                    <a:lnTo>
                      <a:pt x="236" y="168"/>
                    </a:lnTo>
                    <a:lnTo>
                      <a:pt x="236" y="198"/>
                    </a:lnTo>
                    <a:lnTo>
                      <a:pt x="234" y="228"/>
                    </a:lnTo>
                    <a:lnTo>
                      <a:pt x="232" y="258"/>
                    </a:lnTo>
                    <a:lnTo>
                      <a:pt x="232" y="258"/>
                    </a:lnTo>
                    <a:lnTo>
                      <a:pt x="234" y="268"/>
                    </a:lnTo>
                    <a:lnTo>
                      <a:pt x="238" y="278"/>
                    </a:lnTo>
                    <a:lnTo>
                      <a:pt x="242" y="282"/>
                    </a:lnTo>
                    <a:lnTo>
                      <a:pt x="246" y="284"/>
                    </a:lnTo>
                    <a:lnTo>
                      <a:pt x="252" y="286"/>
                    </a:lnTo>
                    <a:lnTo>
                      <a:pt x="258" y="286"/>
                    </a:lnTo>
                    <a:lnTo>
                      <a:pt x="258" y="286"/>
                    </a:lnTo>
                    <a:lnTo>
                      <a:pt x="264" y="284"/>
                    </a:lnTo>
                    <a:lnTo>
                      <a:pt x="268" y="282"/>
                    </a:lnTo>
                    <a:lnTo>
                      <a:pt x="272" y="280"/>
                    </a:lnTo>
                    <a:lnTo>
                      <a:pt x="274" y="276"/>
                    </a:lnTo>
                    <a:lnTo>
                      <a:pt x="278" y="266"/>
                    </a:lnTo>
                    <a:lnTo>
                      <a:pt x="280" y="254"/>
                    </a:lnTo>
                    <a:lnTo>
                      <a:pt x="280" y="254"/>
                    </a:lnTo>
                    <a:lnTo>
                      <a:pt x="284" y="222"/>
                    </a:lnTo>
                    <a:lnTo>
                      <a:pt x="284" y="192"/>
                    </a:lnTo>
                    <a:lnTo>
                      <a:pt x="284" y="164"/>
                    </a:lnTo>
                    <a:lnTo>
                      <a:pt x="284" y="164"/>
                    </a:lnTo>
                    <a:lnTo>
                      <a:pt x="280" y="130"/>
                    </a:lnTo>
                    <a:lnTo>
                      <a:pt x="276" y="102"/>
                    </a:lnTo>
                    <a:lnTo>
                      <a:pt x="272" y="78"/>
                    </a:lnTo>
                    <a:lnTo>
                      <a:pt x="266" y="60"/>
                    </a:lnTo>
                    <a:lnTo>
                      <a:pt x="260" y="46"/>
                    </a:lnTo>
                    <a:lnTo>
                      <a:pt x="256" y="36"/>
                    </a:lnTo>
                    <a:lnTo>
                      <a:pt x="248" y="26"/>
                    </a:lnTo>
                    <a:lnTo>
                      <a:pt x="248" y="26"/>
                    </a:lnTo>
                    <a:lnTo>
                      <a:pt x="224" y="16"/>
                    </a:lnTo>
                    <a:lnTo>
                      <a:pt x="196" y="6"/>
                    </a:lnTo>
                    <a:lnTo>
                      <a:pt x="196" y="6"/>
                    </a:lnTo>
                    <a:lnTo>
                      <a:pt x="190" y="4"/>
                    </a:lnTo>
                    <a:lnTo>
                      <a:pt x="182" y="0"/>
                    </a:lnTo>
                    <a:lnTo>
                      <a:pt x="182" y="0"/>
                    </a:lnTo>
                    <a:lnTo>
                      <a:pt x="182" y="0"/>
                    </a:lnTo>
                    <a:lnTo>
                      <a:pt x="182" y="0"/>
                    </a:lnTo>
                    <a:lnTo>
                      <a:pt x="182" y="0"/>
                    </a:lnTo>
                    <a:lnTo>
                      <a:pt x="182" y="0"/>
                    </a:lnTo>
                    <a:lnTo>
                      <a:pt x="180" y="14"/>
                    </a:lnTo>
                    <a:lnTo>
                      <a:pt x="176" y="32"/>
                    </a:lnTo>
                    <a:lnTo>
                      <a:pt x="168" y="54"/>
                    </a:lnTo>
                    <a:lnTo>
                      <a:pt x="158" y="82"/>
                    </a:lnTo>
                    <a:lnTo>
                      <a:pt x="158" y="82"/>
                    </a:lnTo>
                    <a:lnTo>
                      <a:pt x="154" y="48"/>
                    </a:lnTo>
                    <a:lnTo>
                      <a:pt x="150" y="32"/>
                    </a:lnTo>
                    <a:lnTo>
                      <a:pt x="156" y="16"/>
                    </a:lnTo>
                    <a:lnTo>
                      <a:pt x="146" y="6"/>
                    </a:lnTo>
                    <a:lnTo>
                      <a:pt x="146" y="6"/>
                    </a:lnTo>
                    <a:lnTo>
                      <a:pt x="138" y="6"/>
                    </a:lnTo>
                    <a:lnTo>
                      <a:pt x="138" y="6"/>
                    </a:lnTo>
                    <a:lnTo>
                      <a:pt x="128" y="16"/>
                    </a:lnTo>
                    <a:lnTo>
                      <a:pt x="134" y="32"/>
                    </a:lnTo>
                    <a:lnTo>
                      <a:pt x="134" y="32"/>
                    </a:lnTo>
                    <a:lnTo>
                      <a:pt x="132" y="48"/>
                    </a:lnTo>
                    <a:lnTo>
                      <a:pt x="126" y="82"/>
                    </a:lnTo>
                    <a:lnTo>
                      <a:pt x="126" y="82"/>
                    </a:lnTo>
                    <a:lnTo>
                      <a:pt x="116" y="54"/>
                    </a:lnTo>
                    <a:lnTo>
                      <a:pt x="108" y="32"/>
                    </a:lnTo>
                    <a:lnTo>
                      <a:pt x="104" y="14"/>
                    </a:lnTo>
                    <a:lnTo>
                      <a:pt x="104" y="0"/>
                    </a:lnTo>
                    <a:lnTo>
                      <a:pt x="104" y="0"/>
                    </a:lnTo>
                    <a:lnTo>
                      <a:pt x="104" y="0"/>
                    </a:lnTo>
                    <a:lnTo>
                      <a:pt x="104" y="0"/>
                    </a:lnTo>
                    <a:lnTo>
                      <a:pt x="104" y="0"/>
                    </a:lnTo>
                    <a:lnTo>
                      <a:pt x="104" y="0"/>
                    </a:lnTo>
                    <a:lnTo>
                      <a:pt x="96" y="4"/>
                    </a:lnTo>
                    <a:lnTo>
                      <a:pt x="88" y="6"/>
                    </a:lnTo>
                    <a:lnTo>
                      <a:pt x="88" y="6"/>
                    </a:lnTo>
                    <a:lnTo>
                      <a:pt x="62" y="16"/>
                    </a:lnTo>
                    <a:lnTo>
                      <a:pt x="36" y="26"/>
                    </a:lnTo>
                    <a:lnTo>
                      <a:pt x="36" y="26"/>
                    </a:lnTo>
                    <a:lnTo>
                      <a:pt x="30" y="36"/>
                    </a:lnTo>
                    <a:lnTo>
                      <a:pt x="24" y="46"/>
                    </a:lnTo>
                    <a:lnTo>
                      <a:pt x="18" y="60"/>
                    </a:lnTo>
                    <a:lnTo>
                      <a:pt x="14" y="78"/>
                    </a:lnTo>
                    <a:lnTo>
                      <a:pt x="8" y="102"/>
                    </a:lnTo>
                    <a:lnTo>
                      <a:pt x="4" y="130"/>
                    </a:lnTo>
                    <a:lnTo>
                      <a:pt x="0" y="164"/>
                    </a:lnTo>
                    <a:lnTo>
                      <a:pt x="0" y="164"/>
                    </a:lnTo>
                    <a:lnTo>
                      <a:pt x="0" y="192"/>
                    </a:lnTo>
                    <a:lnTo>
                      <a:pt x="2" y="222"/>
                    </a:lnTo>
                    <a:lnTo>
                      <a:pt x="4" y="254"/>
                    </a:lnTo>
                    <a:lnTo>
                      <a:pt x="4" y="2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0" name="Freeform 96">
                <a:extLst>
                  <a:ext uri="{FF2B5EF4-FFF2-40B4-BE49-F238E27FC236}">
                    <a16:creationId xmlns:a16="http://schemas.microsoft.com/office/drawing/2014/main" id="{79A895DD-1E3A-0718-98CE-C26D13DE7559}"/>
                  </a:ext>
                </a:extLst>
              </p:cNvPr>
              <p:cNvSpPr>
                <a:spLocks/>
              </p:cNvSpPr>
              <p:nvPr/>
            </p:nvSpPr>
            <p:spPr bwMode="auto">
              <a:xfrm>
                <a:off x="11395075" y="111125"/>
                <a:ext cx="215900" cy="241300"/>
              </a:xfrm>
              <a:custGeom>
                <a:avLst/>
                <a:gdLst>
                  <a:gd name="T0" fmla="*/ 14 w 136"/>
                  <a:gd name="T1" fmla="*/ 98 h 152"/>
                  <a:gd name="T2" fmla="*/ 14 w 136"/>
                  <a:gd name="T3" fmla="*/ 98 h 152"/>
                  <a:gd name="T4" fmla="*/ 22 w 136"/>
                  <a:gd name="T5" fmla="*/ 120 h 152"/>
                  <a:gd name="T6" fmla="*/ 26 w 136"/>
                  <a:gd name="T7" fmla="*/ 128 h 152"/>
                  <a:gd name="T8" fmla="*/ 34 w 136"/>
                  <a:gd name="T9" fmla="*/ 136 h 152"/>
                  <a:gd name="T10" fmla="*/ 40 w 136"/>
                  <a:gd name="T11" fmla="*/ 142 h 152"/>
                  <a:gd name="T12" fmla="*/ 50 w 136"/>
                  <a:gd name="T13" fmla="*/ 148 h 152"/>
                  <a:gd name="T14" fmla="*/ 58 w 136"/>
                  <a:gd name="T15" fmla="*/ 152 h 152"/>
                  <a:gd name="T16" fmla="*/ 70 w 136"/>
                  <a:gd name="T17" fmla="*/ 152 h 152"/>
                  <a:gd name="T18" fmla="*/ 70 w 136"/>
                  <a:gd name="T19" fmla="*/ 152 h 152"/>
                  <a:gd name="T20" fmla="*/ 80 w 136"/>
                  <a:gd name="T21" fmla="*/ 152 h 152"/>
                  <a:gd name="T22" fmla="*/ 90 w 136"/>
                  <a:gd name="T23" fmla="*/ 148 h 152"/>
                  <a:gd name="T24" fmla="*/ 98 w 136"/>
                  <a:gd name="T25" fmla="*/ 142 h 152"/>
                  <a:gd name="T26" fmla="*/ 106 w 136"/>
                  <a:gd name="T27" fmla="*/ 136 h 152"/>
                  <a:gd name="T28" fmla="*/ 112 w 136"/>
                  <a:gd name="T29" fmla="*/ 128 h 152"/>
                  <a:gd name="T30" fmla="*/ 116 w 136"/>
                  <a:gd name="T31" fmla="*/ 118 h 152"/>
                  <a:gd name="T32" fmla="*/ 124 w 136"/>
                  <a:gd name="T33" fmla="*/ 98 h 152"/>
                  <a:gd name="T34" fmla="*/ 124 w 136"/>
                  <a:gd name="T35" fmla="*/ 98 h 152"/>
                  <a:gd name="T36" fmla="*/ 130 w 136"/>
                  <a:gd name="T37" fmla="*/ 94 h 152"/>
                  <a:gd name="T38" fmla="*/ 134 w 136"/>
                  <a:gd name="T39" fmla="*/ 88 h 152"/>
                  <a:gd name="T40" fmla="*/ 136 w 136"/>
                  <a:gd name="T41" fmla="*/ 80 h 152"/>
                  <a:gd name="T42" fmla="*/ 136 w 136"/>
                  <a:gd name="T43" fmla="*/ 74 h 152"/>
                  <a:gd name="T44" fmla="*/ 136 w 136"/>
                  <a:gd name="T45" fmla="*/ 74 h 152"/>
                  <a:gd name="T46" fmla="*/ 134 w 136"/>
                  <a:gd name="T47" fmla="*/ 66 h 152"/>
                  <a:gd name="T48" fmla="*/ 128 w 136"/>
                  <a:gd name="T49" fmla="*/ 62 h 152"/>
                  <a:gd name="T50" fmla="*/ 128 w 136"/>
                  <a:gd name="T51" fmla="*/ 62 h 152"/>
                  <a:gd name="T52" fmla="*/ 126 w 136"/>
                  <a:gd name="T53" fmla="*/ 50 h 152"/>
                  <a:gd name="T54" fmla="*/ 124 w 136"/>
                  <a:gd name="T55" fmla="*/ 38 h 152"/>
                  <a:gd name="T56" fmla="*/ 118 w 136"/>
                  <a:gd name="T57" fmla="*/ 28 h 152"/>
                  <a:gd name="T58" fmla="*/ 112 w 136"/>
                  <a:gd name="T59" fmla="*/ 18 h 152"/>
                  <a:gd name="T60" fmla="*/ 102 w 136"/>
                  <a:gd name="T61" fmla="*/ 10 h 152"/>
                  <a:gd name="T62" fmla="*/ 92 w 136"/>
                  <a:gd name="T63" fmla="*/ 6 h 152"/>
                  <a:gd name="T64" fmla="*/ 82 w 136"/>
                  <a:gd name="T65" fmla="*/ 2 h 152"/>
                  <a:gd name="T66" fmla="*/ 70 w 136"/>
                  <a:gd name="T67" fmla="*/ 0 h 152"/>
                  <a:gd name="T68" fmla="*/ 70 w 136"/>
                  <a:gd name="T69" fmla="*/ 0 h 152"/>
                  <a:gd name="T70" fmla="*/ 56 w 136"/>
                  <a:gd name="T71" fmla="*/ 2 h 152"/>
                  <a:gd name="T72" fmla="*/ 46 w 136"/>
                  <a:gd name="T73" fmla="*/ 6 h 152"/>
                  <a:gd name="T74" fmla="*/ 36 w 136"/>
                  <a:gd name="T75" fmla="*/ 10 h 152"/>
                  <a:gd name="T76" fmla="*/ 28 w 136"/>
                  <a:gd name="T77" fmla="*/ 18 h 152"/>
                  <a:gd name="T78" fmla="*/ 20 w 136"/>
                  <a:gd name="T79" fmla="*/ 28 h 152"/>
                  <a:gd name="T80" fmla="*/ 14 w 136"/>
                  <a:gd name="T81" fmla="*/ 38 h 152"/>
                  <a:gd name="T82" fmla="*/ 12 w 136"/>
                  <a:gd name="T83" fmla="*/ 50 h 152"/>
                  <a:gd name="T84" fmla="*/ 10 w 136"/>
                  <a:gd name="T85" fmla="*/ 62 h 152"/>
                  <a:gd name="T86" fmla="*/ 10 w 136"/>
                  <a:gd name="T87" fmla="*/ 62 h 152"/>
                  <a:gd name="T88" fmla="*/ 2 w 136"/>
                  <a:gd name="T89" fmla="*/ 66 h 152"/>
                  <a:gd name="T90" fmla="*/ 0 w 136"/>
                  <a:gd name="T91" fmla="*/ 70 h 152"/>
                  <a:gd name="T92" fmla="*/ 0 w 136"/>
                  <a:gd name="T93" fmla="*/ 74 h 152"/>
                  <a:gd name="T94" fmla="*/ 0 w 136"/>
                  <a:gd name="T95" fmla="*/ 74 h 152"/>
                  <a:gd name="T96" fmla="*/ 0 w 136"/>
                  <a:gd name="T97" fmla="*/ 82 h 152"/>
                  <a:gd name="T98" fmla="*/ 2 w 136"/>
                  <a:gd name="T99" fmla="*/ 88 h 152"/>
                  <a:gd name="T100" fmla="*/ 8 w 136"/>
                  <a:gd name="T101" fmla="*/ 96 h 152"/>
                  <a:gd name="T102" fmla="*/ 14 w 136"/>
                  <a:gd name="T103" fmla="*/ 98 h 152"/>
                  <a:gd name="T104" fmla="*/ 14 w 136"/>
                  <a:gd name="T105" fmla="*/ 9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6" h="152">
                    <a:moveTo>
                      <a:pt x="14" y="98"/>
                    </a:moveTo>
                    <a:lnTo>
                      <a:pt x="14" y="98"/>
                    </a:lnTo>
                    <a:lnTo>
                      <a:pt x="22" y="120"/>
                    </a:lnTo>
                    <a:lnTo>
                      <a:pt x="26" y="128"/>
                    </a:lnTo>
                    <a:lnTo>
                      <a:pt x="34" y="136"/>
                    </a:lnTo>
                    <a:lnTo>
                      <a:pt x="40" y="142"/>
                    </a:lnTo>
                    <a:lnTo>
                      <a:pt x="50" y="148"/>
                    </a:lnTo>
                    <a:lnTo>
                      <a:pt x="58" y="152"/>
                    </a:lnTo>
                    <a:lnTo>
                      <a:pt x="70" y="152"/>
                    </a:lnTo>
                    <a:lnTo>
                      <a:pt x="70" y="152"/>
                    </a:lnTo>
                    <a:lnTo>
                      <a:pt x="80" y="152"/>
                    </a:lnTo>
                    <a:lnTo>
                      <a:pt x="90" y="148"/>
                    </a:lnTo>
                    <a:lnTo>
                      <a:pt x="98" y="142"/>
                    </a:lnTo>
                    <a:lnTo>
                      <a:pt x="106" y="136"/>
                    </a:lnTo>
                    <a:lnTo>
                      <a:pt x="112" y="128"/>
                    </a:lnTo>
                    <a:lnTo>
                      <a:pt x="116" y="118"/>
                    </a:lnTo>
                    <a:lnTo>
                      <a:pt x="124" y="98"/>
                    </a:lnTo>
                    <a:lnTo>
                      <a:pt x="124" y="98"/>
                    </a:lnTo>
                    <a:lnTo>
                      <a:pt x="130" y="94"/>
                    </a:lnTo>
                    <a:lnTo>
                      <a:pt x="134" y="88"/>
                    </a:lnTo>
                    <a:lnTo>
                      <a:pt x="136" y="80"/>
                    </a:lnTo>
                    <a:lnTo>
                      <a:pt x="136" y="74"/>
                    </a:lnTo>
                    <a:lnTo>
                      <a:pt x="136" y="74"/>
                    </a:lnTo>
                    <a:lnTo>
                      <a:pt x="134" y="66"/>
                    </a:lnTo>
                    <a:lnTo>
                      <a:pt x="128" y="62"/>
                    </a:lnTo>
                    <a:lnTo>
                      <a:pt x="128" y="62"/>
                    </a:lnTo>
                    <a:lnTo>
                      <a:pt x="126" y="50"/>
                    </a:lnTo>
                    <a:lnTo>
                      <a:pt x="124" y="38"/>
                    </a:lnTo>
                    <a:lnTo>
                      <a:pt x="118" y="28"/>
                    </a:lnTo>
                    <a:lnTo>
                      <a:pt x="112" y="18"/>
                    </a:lnTo>
                    <a:lnTo>
                      <a:pt x="102" y="10"/>
                    </a:lnTo>
                    <a:lnTo>
                      <a:pt x="92" y="6"/>
                    </a:lnTo>
                    <a:lnTo>
                      <a:pt x="82" y="2"/>
                    </a:lnTo>
                    <a:lnTo>
                      <a:pt x="70" y="0"/>
                    </a:lnTo>
                    <a:lnTo>
                      <a:pt x="70" y="0"/>
                    </a:lnTo>
                    <a:lnTo>
                      <a:pt x="56" y="2"/>
                    </a:lnTo>
                    <a:lnTo>
                      <a:pt x="46" y="6"/>
                    </a:lnTo>
                    <a:lnTo>
                      <a:pt x="36" y="10"/>
                    </a:lnTo>
                    <a:lnTo>
                      <a:pt x="28" y="18"/>
                    </a:lnTo>
                    <a:lnTo>
                      <a:pt x="20" y="28"/>
                    </a:lnTo>
                    <a:lnTo>
                      <a:pt x="14" y="38"/>
                    </a:lnTo>
                    <a:lnTo>
                      <a:pt x="12" y="50"/>
                    </a:lnTo>
                    <a:lnTo>
                      <a:pt x="10" y="62"/>
                    </a:lnTo>
                    <a:lnTo>
                      <a:pt x="10" y="62"/>
                    </a:lnTo>
                    <a:lnTo>
                      <a:pt x="2" y="66"/>
                    </a:lnTo>
                    <a:lnTo>
                      <a:pt x="0" y="70"/>
                    </a:lnTo>
                    <a:lnTo>
                      <a:pt x="0" y="74"/>
                    </a:lnTo>
                    <a:lnTo>
                      <a:pt x="0" y="74"/>
                    </a:lnTo>
                    <a:lnTo>
                      <a:pt x="0" y="82"/>
                    </a:lnTo>
                    <a:lnTo>
                      <a:pt x="2" y="88"/>
                    </a:lnTo>
                    <a:lnTo>
                      <a:pt x="8" y="96"/>
                    </a:lnTo>
                    <a:lnTo>
                      <a:pt x="14" y="98"/>
                    </a:lnTo>
                    <a:lnTo>
                      <a:pt x="14"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1" name="Freeform 97">
                <a:extLst>
                  <a:ext uri="{FF2B5EF4-FFF2-40B4-BE49-F238E27FC236}">
                    <a16:creationId xmlns:a16="http://schemas.microsoft.com/office/drawing/2014/main" id="{EDC2429A-8C04-FFD7-3CAE-9D84B365D551}"/>
                  </a:ext>
                </a:extLst>
              </p:cNvPr>
              <p:cNvSpPr>
                <a:spLocks/>
              </p:cNvSpPr>
              <p:nvPr/>
            </p:nvSpPr>
            <p:spPr bwMode="auto">
              <a:xfrm>
                <a:off x="11645900" y="889000"/>
                <a:ext cx="127000" cy="63500"/>
              </a:xfrm>
              <a:custGeom>
                <a:avLst/>
                <a:gdLst>
                  <a:gd name="T0" fmla="*/ 80 w 80"/>
                  <a:gd name="T1" fmla="*/ 24 h 40"/>
                  <a:gd name="T2" fmla="*/ 48 w 80"/>
                  <a:gd name="T3" fmla="*/ 0 h 40"/>
                  <a:gd name="T4" fmla="*/ 44 w 80"/>
                  <a:gd name="T5" fmla="*/ 8 h 40"/>
                  <a:gd name="T6" fmla="*/ 44 w 80"/>
                  <a:gd name="T7" fmla="*/ 8 h 40"/>
                  <a:gd name="T8" fmla="*/ 0 w 80"/>
                  <a:gd name="T9" fmla="*/ 2 h 40"/>
                  <a:gd name="T10" fmla="*/ 0 w 80"/>
                  <a:gd name="T11" fmla="*/ 24 h 40"/>
                  <a:gd name="T12" fmla="*/ 0 w 80"/>
                  <a:gd name="T13" fmla="*/ 24 h 40"/>
                  <a:gd name="T14" fmla="*/ 34 w 80"/>
                  <a:gd name="T15" fmla="*/ 28 h 40"/>
                  <a:gd name="T16" fmla="*/ 28 w 80"/>
                  <a:gd name="T17" fmla="*/ 40 h 40"/>
                  <a:gd name="T18" fmla="*/ 80 w 80"/>
                  <a:gd name="T19"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40">
                    <a:moveTo>
                      <a:pt x="80" y="24"/>
                    </a:moveTo>
                    <a:lnTo>
                      <a:pt x="48" y="0"/>
                    </a:lnTo>
                    <a:lnTo>
                      <a:pt x="44" y="8"/>
                    </a:lnTo>
                    <a:lnTo>
                      <a:pt x="44" y="8"/>
                    </a:lnTo>
                    <a:lnTo>
                      <a:pt x="0" y="2"/>
                    </a:lnTo>
                    <a:lnTo>
                      <a:pt x="0" y="24"/>
                    </a:lnTo>
                    <a:lnTo>
                      <a:pt x="0" y="24"/>
                    </a:lnTo>
                    <a:lnTo>
                      <a:pt x="34" y="28"/>
                    </a:lnTo>
                    <a:lnTo>
                      <a:pt x="28" y="40"/>
                    </a:lnTo>
                    <a:lnTo>
                      <a:pt x="8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2" name="Freeform 98">
                <a:extLst>
                  <a:ext uri="{FF2B5EF4-FFF2-40B4-BE49-F238E27FC236}">
                    <a16:creationId xmlns:a16="http://schemas.microsoft.com/office/drawing/2014/main" id="{D514576B-7AC8-6078-B465-8E54879CF64E}"/>
                  </a:ext>
                </a:extLst>
              </p:cNvPr>
              <p:cNvSpPr>
                <a:spLocks/>
              </p:cNvSpPr>
              <p:nvPr/>
            </p:nvSpPr>
            <p:spPr bwMode="auto">
              <a:xfrm>
                <a:off x="11099800" y="1216025"/>
                <a:ext cx="682625" cy="139700"/>
              </a:xfrm>
              <a:custGeom>
                <a:avLst/>
                <a:gdLst>
                  <a:gd name="T0" fmla="*/ 396 w 430"/>
                  <a:gd name="T1" fmla="*/ 22 h 88"/>
                  <a:gd name="T2" fmla="*/ 396 w 430"/>
                  <a:gd name="T3" fmla="*/ 22 h 88"/>
                  <a:gd name="T4" fmla="*/ 362 w 430"/>
                  <a:gd name="T5" fmla="*/ 28 h 88"/>
                  <a:gd name="T6" fmla="*/ 328 w 430"/>
                  <a:gd name="T7" fmla="*/ 32 h 88"/>
                  <a:gd name="T8" fmla="*/ 292 w 430"/>
                  <a:gd name="T9" fmla="*/ 34 h 88"/>
                  <a:gd name="T10" fmla="*/ 254 w 430"/>
                  <a:gd name="T11" fmla="*/ 36 h 88"/>
                  <a:gd name="T12" fmla="*/ 254 w 430"/>
                  <a:gd name="T13" fmla="*/ 36 h 88"/>
                  <a:gd name="T14" fmla="*/ 220 w 430"/>
                  <a:gd name="T15" fmla="*/ 34 h 88"/>
                  <a:gd name="T16" fmla="*/ 188 w 430"/>
                  <a:gd name="T17" fmla="*/ 32 h 88"/>
                  <a:gd name="T18" fmla="*/ 156 w 430"/>
                  <a:gd name="T19" fmla="*/ 28 h 88"/>
                  <a:gd name="T20" fmla="*/ 126 w 430"/>
                  <a:gd name="T21" fmla="*/ 24 h 88"/>
                  <a:gd name="T22" fmla="*/ 126 w 430"/>
                  <a:gd name="T23" fmla="*/ 24 h 88"/>
                  <a:gd name="T24" fmla="*/ 110 w 430"/>
                  <a:gd name="T25" fmla="*/ 20 h 88"/>
                  <a:gd name="T26" fmla="*/ 130 w 430"/>
                  <a:gd name="T27" fmla="*/ 0 h 88"/>
                  <a:gd name="T28" fmla="*/ 0 w 430"/>
                  <a:gd name="T29" fmla="*/ 10 h 88"/>
                  <a:gd name="T30" fmla="*/ 44 w 430"/>
                  <a:gd name="T31" fmla="*/ 88 h 88"/>
                  <a:gd name="T32" fmla="*/ 66 w 430"/>
                  <a:gd name="T33" fmla="*/ 66 h 88"/>
                  <a:gd name="T34" fmla="*/ 66 w 430"/>
                  <a:gd name="T35" fmla="*/ 66 h 88"/>
                  <a:gd name="T36" fmla="*/ 100 w 430"/>
                  <a:gd name="T37" fmla="*/ 74 h 88"/>
                  <a:gd name="T38" fmla="*/ 100 w 430"/>
                  <a:gd name="T39" fmla="*/ 74 h 88"/>
                  <a:gd name="T40" fmla="*/ 136 w 430"/>
                  <a:gd name="T41" fmla="*/ 80 h 88"/>
                  <a:gd name="T42" fmla="*/ 174 w 430"/>
                  <a:gd name="T43" fmla="*/ 82 h 88"/>
                  <a:gd name="T44" fmla="*/ 214 w 430"/>
                  <a:gd name="T45" fmla="*/ 86 h 88"/>
                  <a:gd name="T46" fmla="*/ 254 w 430"/>
                  <a:gd name="T47" fmla="*/ 86 h 88"/>
                  <a:gd name="T48" fmla="*/ 254 w 430"/>
                  <a:gd name="T49" fmla="*/ 86 h 88"/>
                  <a:gd name="T50" fmla="*/ 290 w 430"/>
                  <a:gd name="T51" fmla="*/ 86 h 88"/>
                  <a:gd name="T52" fmla="*/ 324 w 430"/>
                  <a:gd name="T53" fmla="*/ 84 h 88"/>
                  <a:gd name="T54" fmla="*/ 358 w 430"/>
                  <a:gd name="T55" fmla="*/ 80 h 88"/>
                  <a:gd name="T56" fmla="*/ 390 w 430"/>
                  <a:gd name="T57" fmla="*/ 76 h 88"/>
                  <a:gd name="T58" fmla="*/ 390 w 430"/>
                  <a:gd name="T59" fmla="*/ 76 h 88"/>
                  <a:gd name="T60" fmla="*/ 430 w 430"/>
                  <a:gd name="T61" fmla="*/ 70 h 88"/>
                  <a:gd name="T62" fmla="*/ 384 w 430"/>
                  <a:gd name="T63" fmla="*/ 60 h 88"/>
                  <a:gd name="T64" fmla="*/ 396 w 430"/>
                  <a:gd name="T65" fmla="*/ 2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0" h="88">
                    <a:moveTo>
                      <a:pt x="396" y="22"/>
                    </a:moveTo>
                    <a:lnTo>
                      <a:pt x="396" y="22"/>
                    </a:lnTo>
                    <a:lnTo>
                      <a:pt x="362" y="28"/>
                    </a:lnTo>
                    <a:lnTo>
                      <a:pt x="328" y="32"/>
                    </a:lnTo>
                    <a:lnTo>
                      <a:pt x="292" y="34"/>
                    </a:lnTo>
                    <a:lnTo>
                      <a:pt x="254" y="36"/>
                    </a:lnTo>
                    <a:lnTo>
                      <a:pt x="254" y="36"/>
                    </a:lnTo>
                    <a:lnTo>
                      <a:pt x="220" y="34"/>
                    </a:lnTo>
                    <a:lnTo>
                      <a:pt x="188" y="32"/>
                    </a:lnTo>
                    <a:lnTo>
                      <a:pt x="156" y="28"/>
                    </a:lnTo>
                    <a:lnTo>
                      <a:pt x="126" y="24"/>
                    </a:lnTo>
                    <a:lnTo>
                      <a:pt x="126" y="24"/>
                    </a:lnTo>
                    <a:lnTo>
                      <a:pt x="110" y="20"/>
                    </a:lnTo>
                    <a:lnTo>
                      <a:pt x="130" y="0"/>
                    </a:lnTo>
                    <a:lnTo>
                      <a:pt x="0" y="10"/>
                    </a:lnTo>
                    <a:lnTo>
                      <a:pt x="44" y="88"/>
                    </a:lnTo>
                    <a:lnTo>
                      <a:pt x="66" y="66"/>
                    </a:lnTo>
                    <a:lnTo>
                      <a:pt x="66" y="66"/>
                    </a:lnTo>
                    <a:lnTo>
                      <a:pt x="100" y="74"/>
                    </a:lnTo>
                    <a:lnTo>
                      <a:pt x="100" y="74"/>
                    </a:lnTo>
                    <a:lnTo>
                      <a:pt x="136" y="80"/>
                    </a:lnTo>
                    <a:lnTo>
                      <a:pt x="174" y="82"/>
                    </a:lnTo>
                    <a:lnTo>
                      <a:pt x="214" y="86"/>
                    </a:lnTo>
                    <a:lnTo>
                      <a:pt x="254" y="86"/>
                    </a:lnTo>
                    <a:lnTo>
                      <a:pt x="254" y="86"/>
                    </a:lnTo>
                    <a:lnTo>
                      <a:pt x="290" y="86"/>
                    </a:lnTo>
                    <a:lnTo>
                      <a:pt x="324" y="84"/>
                    </a:lnTo>
                    <a:lnTo>
                      <a:pt x="358" y="80"/>
                    </a:lnTo>
                    <a:lnTo>
                      <a:pt x="390" y="76"/>
                    </a:lnTo>
                    <a:lnTo>
                      <a:pt x="390" y="76"/>
                    </a:lnTo>
                    <a:lnTo>
                      <a:pt x="430" y="70"/>
                    </a:lnTo>
                    <a:lnTo>
                      <a:pt x="384" y="60"/>
                    </a:lnTo>
                    <a:lnTo>
                      <a:pt x="396"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3" name="Freeform 99">
                <a:extLst>
                  <a:ext uri="{FF2B5EF4-FFF2-40B4-BE49-F238E27FC236}">
                    <a16:creationId xmlns:a16="http://schemas.microsoft.com/office/drawing/2014/main" id="{59DAE80F-B052-DCF2-9556-AF9F482781A7}"/>
                  </a:ext>
                </a:extLst>
              </p:cNvPr>
              <p:cNvSpPr>
                <a:spLocks/>
              </p:cNvSpPr>
              <p:nvPr/>
            </p:nvSpPr>
            <p:spPr bwMode="auto">
              <a:xfrm>
                <a:off x="10915650" y="981075"/>
                <a:ext cx="203200" cy="301625"/>
              </a:xfrm>
              <a:custGeom>
                <a:avLst/>
                <a:gdLst>
                  <a:gd name="T0" fmla="*/ 128 w 128"/>
                  <a:gd name="T1" fmla="*/ 136 h 190"/>
                  <a:gd name="T2" fmla="*/ 128 w 128"/>
                  <a:gd name="T3" fmla="*/ 136 h 190"/>
                  <a:gd name="T4" fmla="*/ 102 w 128"/>
                  <a:gd name="T5" fmla="*/ 122 h 190"/>
                  <a:gd name="T6" fmla="*/ 82 w 128"/>
                  <a:gd name="T7" fmla="*/ 108 h 190"/>
                  <a:gd name="T8" fmla="*/ 82 w 128"/>
                  <a:gd name="T9" fmla="*/ 108 h 190"/>
                  <a:gd name="T10" fmla="*/ 72 w 128"/>
                  <a:gd name="T11" fmla="*/ 96 h 190"/>
                  <a:gd name="T12" fmla="*/ 64 w 128"/>
                  <a:gd name="T13" fmla="*/ 86 h 190"/>
                  <a:gd name="T14" fmla="*/ 64 w 128"/>
                  <a:gd name="T15" fmla="*/ 86 h 190"/>
                  <a:gd name="T16" fmla="*/ 62 w 128"/>
                  <a:gd name="T17" fmla="*/ 78 h 190"/>
                  <a:gd name="T18" fmla="*/ 60 w 128"/>
                  <a:gd name="T19" fmla="*/ 72 h 190"/>
                  <a:gd name="T20" fmla="*/ 60 w 128"/>
                  <a:gd name="T21" fmla="*/ 72 h 190"/>
                  <a:gd name="T22" fmla="*/ 62 w 128"/>
                  <a:gd name="T23" fmla="*/ 66 h 190"/>
                  <a:gd name="T24" fmla="*/ 64 w 128"/>
                  <a:gd name="T25" fmla="*/ 58 h 190"/>
                  <a:gd name="T26" fmla="*/ 64 w 128"/>
                  <a:gd name="T27" fmla="*/ 58 h 190"/>
                  <a:gd name="T28" fmla="*/ 68 w 128"/>
                  <a:gd name="T29" fmla="*/ 52 h 190"/>
                  <a:gd name="T30" fmla="*/ 74 w 128"/>
                  <a:gd name="T31" fmla="*/ 44 h 190"/>
                  <a:gd name="T32" fmla="*/ 74 w 128"/>
                  <a:gd name="T33" fmla="*/ 44 h 190"/>
                  <a:gd name="T34" fmla="*/ 82 w 128"/>
                  <a:gd name="T35" fmla="*/ 36 h 190"/>
                  <a:gd name="T36" fmla="*/ 82 w 128"/>
                  <a:gd name="T37" fmla="*/ 36 h 190"/>
                  <a:gd name="T38" fmla="*/ 76 w 128"/>
                  <a:gd name="T39" fmla="*/ 30 h 190"/>
                  <a:gd name="T40" fmla="*/ 70 w 128"/>
                  <a:gd name="T41" fmla="*/ 24 h 190"/>
                  <a:gd name="T42" fmla="*/ 68 w 128"/>
                  <a:gd name="T43" fmla="*/ 16 h 190"/>
                  <a:gd name="T44" fmla="*/ 66 w 128"/>
                  <a:gd name="T45" fmla="*/ 8 h 190"/>
                  <a:gd name="T46" fmla="*/ 66 w 128"/>
                  <a:gd name="T47" fmla="*/ 0 h 190"/>
                  <a:gd name="T48" fmla="*/ 66 w 128"/>
                  <a:gd name="T49" fmla="*/ 0 h 190"/>
                  <a:gd name="T50" fmla="*/ 46 w 128"/>
                  <a:gd name="T51" fmla="*/ 14 h 190"/>
                  <a:gd name="T52" fmla="*/ 46 w 128"/>
                  <a:gd name="T53" fmla="*/ 14 h 190"/>
                  <a:gd name="T54" fmla="*/ 28 w 128"/>
                  <a:gd name="T55" fmla="*/ 30 h 190"/>
                  <a:gd name="T56" fmla="*/ 14 w 128"/>
                  <a:gd name="T57" fmla="*/ 46 h 190"/>
                  <a:gd name="T58" fmla="*/ 14 w 128"/>
                  <a:gd name="T59" fmla="*/ 46 h 190"/>
                  <a:gd name="T60" fmla="*/ 8 w 128"/>
                  <a:gd name="T61" fmla="*/ 56 h 190"/>
                  <a:gd name="T62" fmla="*/ 4 w 128"/>
                  <a:gd name="T63" fmla="*/ 66 h 190"/>
                  <a:gd name="T64" fmla="*/ 2 w 128"/>
                  <a:gd name="T65" fmla="*/ 76 h 190"/>
                  <a:gd name="T66" fmla="*/ 0 w 128"/>
                  <a:gd name="T67" fmla="*/ 88 h 190"/>
                  <a:gd name="T68" fmla="*/ 0 w 128"/>
                  <a:gd name="T69" fmla="*/ 88 h 190"/>
                  <a:gd name="T70" fmla="*/ 2 w 128"/>
                  <a:gd name="T71" fmla="*/ 96 h 190"/>
                  <a:gd name="T72" fmla="*/ 4 w 128"/>
                  <a:gd name="T73" fmla="*/ 106 h 190"/>
                  <a:gd name="T74" fmla="*/ 6 w 128"/>
                  <a:gd name="T75" fmla="*/ 116 h 190"/>
                  <a:gd name="T76" fmla="*/ 10 w 128"/>
                  <a:gd name="T77" fmla="*/ 124 h 190"/>
                  <a:gd name="T78" fmla="*/ 10 w 128"/>
                  <a:gd name="T79" fmla="*/ 124 h 190"/>
                  <a:gd name="T80" fmla="*/ 20 w 128"/>
                  <a:gd name="T81" fmla="*/ 138 h 190"/>
                  <a:gd name="T82" fmla="*/ 34 w 128"/>
                  <a:gd name="T83" fmla="*/ 150 h 190"/>
                  <a:gd name="T84" fmla="*/ 34 w 128"/>
                  <a:gd name="T85" fmla="*/ 150 h 190"/>
                  <a:gd name="T86" fmla="*/ 46 w 128"/>
                  <a:gd name="T87" fmla="*/ 160 h 190"/>
                  <a:gd name="T88" fmla="*/ 60 w 128"/>
                  <a:gd name="T89" fmla="*/ 170 h 190"/>
                  <a:gd name="T90" fmla="*/ 92 w 128"/>
                  <a:gd name="T91" fmla="*/ 186 h 190"/>
                  <a:gd name="T92" fmla="*/ 92 w 128"/>
                  <a:gd name="T93" fmla="*/ 186 h 190"/>
                  <a:gd name="T94" fmla="*/ 100 w 128"/>
                  <a:gd name="T95" fmla="*/ 190 h 190"/>
                  <a:gd name="T96" fmla="*/ 84 w 128"/>
                  <a:gd name="T97" fmla="*/ 142 h 190"/>
                  <a:gd name="T98" fmla="*/ 128 w 128"/>
                  <a:gd name="T99" fmla="*/ 136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8" h="190">
                    <a:moveTo>
                      <a:pt x="128" y="136"/>
                    </a:moveTo>
                    <a:lnTo>
                      <a:pt x="128" y="136"/>
                    </a:lnTo>
                    <a:lnTo>
                      <a:pt x="102" y="122"/>
                    </a:lnTo>
                    <a:lnTo>
                      <a:pt x="82" y="108"/>
                    </a:lnTo>
                    <a:lnTo>
                      <a:pt x="82" y="108"/>
                    </a:lnTo>
                    <a:lnTo>
                      <a:pt x="72" y="96"/>
                    </a:lnTo>
                    <a:lnTo>
                      <a:pt x="64" y="86"/>
                    </a:lnTo>
                    <a:lnTo>
                      <a:pt x="64" y="86"/>
                    </a:lnTo>
                    <a:lnTo>
                      <a:pt x="62" y="78"/>
                    </a:lnTo>
                    <a:lnTo>
                      <a:pt x="60" y="72"/>
                    </a:lnTo>
                    <a:lnTo>
                      <a:pt x="60" y="72"/>
                    </a:lnTo>
                    <a:lnTo>
                      <a:pt x="62" y="66"/>
                    </a:lnTo>
                    <a:lnTo>
                      <a:pt x="64" y="58"/>
                    </a:lnTo>
                    <a:lnTo>
                      <a:pt x="64" y="58"/>
                    </a:lnTo>
                    <a:lnTo>
                      <a:pt x="68" y="52"/>
                    </a:lnTo>
                    <a:lnTo>
                      <a:pt x="74" y="44"/>
                    </a:lnTo>
                    <a:lnTo>
                      <a:pt x="74" y="44"/>
                    </a:lnTo>
                    <a:lnTo>
                      <a:pt x="82" y="36"/>
                    </a:lnTo>
                    <a:lnTo>
                      <a:pt x="82" y="36"/>
                    </a:lnTo>
                    <a:lnTo>
                      <a:pt x="76" y="30"/>
                    </a:lnTo>
                    <a:lnTo>
                      <a:pt x="70" y="24"/>
                    </a:lnTo>
                    <a:lnTo>
                      <a:pt x="68" y="16"/>
                    </a:lnTo>
                    <a:lnTo>
                      <a:pt x="66" y="8"/>
                    </a:lnTo>
                    <a:lnTo>
                      <a:pt x="66" y="0"/>
                    </a:lnTo>
                    <a:lnTo>
                      <a:pt x="66" y="0"/>
                    </a:lnTo>
                    <a:lnTo>
                      <a:pt x="46" y="14"/>
                    </a:lnTo>
                    <a:lnTo>
                      <a:pt x="46" y="14"/>
                    </a:lnTo>
                    <a:lnTo>
                      <a:pt x="28" y="30"/>
                    </a:lnTo>
                    <a:lnTo>
                      <a:pt x="14" y="46"/>
                    </a:lnTo>
                    <a:lnTo>
                      <a:pt x="14" y="46"/>
                    </a:lnTo>
                    <a:lnTo>
                      <a:pt x="8" y="56"/>
                    </a:lnTo>
                    <a:lnTo>
                      <a:pt x="4" y="66"/>
                    </a:lnTo>
                    <a:lnTo>
                      <a:pt x="2" y="76"/>
                    </a:lnTo>
                    <a:lnTo>
                      <a:pt x="0" y="88"/>
                    </a:lnTo>
                    <a:lnTo>
                      <a:pt x="0" y="88"/>
                    </a:lnTo>
                    <a:lnTo>
                      <a:pt x="2" y="96"/>
                    </a:lnTo>
                    <a:lnTo>
                      <a:pt x="4" y="106"/>
                    </a:lnTo>
                    <a:lnTo>
                      <a:pt x="6" y="116"/>
                    </a:lnTo>
                    <a:lnTo>
                      <a:pt x="10" y="124"/>
                    </a:lnTo>
                    <a:lnTo>
                      <a:pt x="10" y="124"/>
                    </a:lnTo>
                    <a:lnTo>
                      <a:pt x="20" y="138"/>
                    </a:lnTo>
                    <a:lnTo>
                      <a:pt x="34" y="150"/>
                    </a:lnTo>
                    <a:lnTo>
                      <a:pt x="34" y="150"/>
                    </a:lnTo>
                    <a:lnTo>
                      <a:pt x="46" y="160"/>
                    </a:lnTo>
                    <a:lnTo>
                      <a:pt x="60" y="170"/>
                    </a:lnTo>
                    <a:lnTo>
                      <a:pt x="92" y="186"/>
                    </a:lnTo>
                    <a:lnTo>
                      <a:pt x="92" y="186"/>
                    </a:lnTo>
                    <a:lnTo>
                      <a:pt x="100" y="190"/>
                    </a:lnTo>
                    <a:lnTo>
                      <a:pt x="84" y="142"/>
                    </a:lnTo>
                    <a:lnTo>
                      <a:pt x="128" y="1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4" name="Freeform 100">
                <a:extLst>
                  <a:ext uri="{FF2B5EF4-FFF2-40B4-BE49-F238E27FC236}">
                    <a16:creationId xmlns:a16="http://schemas.microsoft.com/office/drawing/2014/main" id="{25E3F37B-4281-5C96-FEC9-0C69269BB609}"/>
                  </a:ext>
                </a:extLst>
              </p:cNvPr>
              <p:cNvSpPr>
                <a:spLocks/>
              </p:cNvSpPr>
              <p:nvPr/>
            </p:nvSpPr>
            <p:spPr bwMode="auto">
              <a:xfrm>
                <a:off x="11766550" y="981075"/>
                <a:ext cx="323850" cy="323850"/>
              </a:xfrm>
              <a:custGeom>
                <a:avLst/>
                <a:gdLst>
                  <a:gd name="T0" fmla="*/ 194 w 204"/>
                  <a:gd name="T1" fmla="*/ 50 h 204"/>
                  <a:gd name="T2" fmla="*/ 194 w 204"/>
                  <a:gd name="T3" fmla="*/ 50 h 204"/>
                  <a:gd name="T4" fmla="*/ 184 w 204"/>
                  <a:gd name="T5" fmla="*/ 36 h 204"/>
                  <a:gd name="T6" fmla="*/ 170 w 204"/>
                  <a:gd name="T7" fmla="*/ 24 h 204"/>
                  <a:gd name="T8" fmla="*/ 170 w 204"/>
                  <a:gd name="T9" fmla="*/ 24 h 204"/>
                  <a:gd name="T10" fmla="*/ 156 w 204"/>
                  <a:gd name="T11" fmla="*/ 12 h 204"/>
                  <a:gd name="T12" fmla="*/ 138 w 204"/>
                  <a:gd name="T13" fmla="*/ 0 h 204"/>
                  <a:gd name="T14" fmla="*/ 138 w 204"/>
                  <a:gd name="T15" fmla="*/ 8 h 204"/>
                  <a:gd name="T16" fmla="*/ 138 w 204"/>
                  <a:gd name="T17" fmla="*/ 8 h 204"/>
                  <a:gd name="T18" fmla="*/ 136 w 204"/>
                  <a:gd name="T19" fmla="*/ 16 h 204"/>
                  <a:gd name="T20" fmla="*/ 134 w 204"/>
                  <a:gd name="T21" fmla="*/ 24 h 204"/>
                  <a:gd name="T22" fmla="*/ 128 w 204"/>
                  <a:gd name="T23" fmla="*/ 30 h 204"/>
                  <a:gd name="T24" fmla="*/ 122 w 204"/>
                  <a:gd name="T25" fmla="*/ 36 h 204"/>
                  <a:gd name="T26" fmla="*/ 122 w 204"/>
                  <a:gd name="T27" fmla="*/ 36 h 204"/>
                  <a:gd name="T28" fmla="*/ 134 w 204"/>
                  <a:gd name="T29" fmla="*/ 46 h 204"/>
                  <a:gd name="T30" fmla="*/ 140 w 204"/>
                  <a:gd name="T31" fmla="*/ 56 h 204"/>
                  <a:gd name="T32" fmla="*/ 140 w 204"/>
                  <a:gd name="T33" fmla="*/ 56 h 204"/>
                  <a:gd name="T34" fmla="*/ 142 w 204"/>
                  <a:gd name="T35" fmla="*/ 64 h 204"/>
                  <a:gd name="T36" fmla="*/ 144 w 204"/>
                  <a:gd name="T37" fmla="*/ 72 h 204"/>
                  <a:gd name="T38" fmla="*/ 144 w 204"/>
                  <a:gd name="T39" fmla="*/ 72 h 204"/>
                  <a:gd name="T40" fmla="*/ 144 w 204"/>
                  <a:gd name="T41" fmla="*/ 78 h 204"/>
                  <a:gd name="T42" fmla="*/ 140 w 204"/>
                  <a:gd name="T43" fmla="*/ 84 h 204"/>
                  <a:gd name="T44" fmla="*/ 140 w 204"/>
                  <a:gd name="T45" fmla="*/ 84 h 204"/>
                  <a:gd name="T46" fmla="*/ 136 w 204"/>
                  <a:gd name="T47" fmla="*/ 92 h 204"/>
                  <a:gd name="T48" fmla="*/ 130 w 204"/>
                  <a:gd name="T49" fmla="*/ 100 h 204"/>
                  <a:gd name="T50" fmla="*/ 130 w 204"/>
                  <a:gd name="T51" fmla="*/ 100 h 204"/>
                  <a:gd name="T52" fmla="*/ 114 w 204"/>
                  <a:gd name="T53" fmla="*/ 116 h 204"/>
                  <a:gd name="T54" fmla="*/ 90 w 204"/>
                  <a:gd name="T55" fmla="*/ 130 h 204"/>
                  <a:gd name="T56" fmla="*/ 90 w 204"/>
                  <a:gd name="T57" fmla="*/ 130 h 204"/>
                  <a:gd name="T58" fmla="*/ 58 w 204"/>
                  <a:gd name="T59" fmla="*/ 146 h 204"/>
                  <a:gd name="T60" fmla="*/ 22 w 204"/>
                  <a:gd name="T61" fmla="*/ 124 h 204"/>
                  <a:gd name="T62" fmla="*/ 0 w 204"/>
                  <a:gd name="T63" fmla="*/ 192 h 204"/>
                  <a:gd name="T64" fmla="*/ 156 w 204"/>
                  <a:gd name="T65" fmla="*/ 204 h 204"/>
                  <a:gd name="T66" fmla="*/ 120 w 204"/>
                  <a:gd name="T67" fmla="*/ 182 h 204"/>
                  <a:gd name="T68" fmla="*/ 120 w 204"/>
                  <a:gd name="T69" fmla="*/ 182 h 204"/>
                  <a:gd name="T70" fmla="*/ 140 w 204"/>
                  <a:gd name="T71" fmla="*/ 172 h 204"/>
                  <a:gd name="T72" fmla="*/ 158 w 204"/>
                  <a:gd name="T73" fmla="*/ 160 h 204"/>
                  <a:gd name="T74" fmla="*/ 158 w 204"/>
                  <a:gd name="T75" fmla="*/ 160 h 204"/>
                  <a:gd name="T76" fmla="*/ 176 w 204"/>
                  <a:gd name="T77" fmla="*/ 146 h 204"/>
                  <a:gd name="T78" fmla="*/ 190 w 204"/>
                  <a:gd name="T79" fmla="*/ 128 h 204"/>
                  <a:gd name="T80" fmla="*/ 190 w 204"/>
                  <a:gd name="T81" fmla="*/ 128 h 204"/>
                  <a:gd name="T82" fmla="*/ 196 w 204"/>
                  <a:gd name="T83" fmla="*/ 118 h 204"/>
                  <a:gd name="T84" fmla="*/ 200 w 204"/>
                  <a:gd name="T85" fmla="*/ 108 h 204"/>
                  <a:gd name="T86" fmla="*/ 204 w 204"/>
                  <a:gd name="T87" fmla="*/ 98 h 204"/>
                  <a:gd name="T88" fmla="*/ 204 w 204"/>
                  <a:gd name="T89" fmla="*/ 88 h 204"/>
                  <a:gd name="T90" fmla="*/ 204 w 204"/>
                  <a:gd name="T91" fmla="*/ 88 h 204"/>
                  <a:gd name="T92" fmla="*/ 204 w 204"/>
                  <a:gd name="T93" fmla="*/ 78 h 204"/>
                  <a:gd name="T94" fmla="*/ 202 w 204"/>
                  <a:gd name="T95" fmla="*/ 68 h 204"/>
                  <a:gd name="T96" fmla="*/ 198 w 204"/>
                  <a:gd name="T97" fmla="*/ 60 h 204"/>
                  <a:gd name="T98" fmla="*/ 194 w 204"/>
                  <a:gd name="T99" fmla="*/ 50 h 204"/>
                  <a:gd name="T100" fmla="*/ 194 w 204"/>
                  <a:gd name="T101" fmla="*/ 5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4" h="204">
                    <a:moveTo>
                      <a:pt x="194" y="50"/>
                    </a:moveTo>
                    <a:lnTo>
                      <a:pt x="194" y="50"/>
                    </a:lnTo>
                    <a:lnTo>
                      <a:pt x="184" y="36"/>
                    </a:lnTo>
                    <a:lnTo>
                      <a:pt x="170" y="24"/>
                    </a:lnTo>
                    <a:lnTo>
                      <a:pt x="170" y="24"/>
                    </a:lnTo>
                    <a:lnTo>
                      <a:pt x="156" y="12"/>
                    </a:lnTo>
                    <a:lnTo>
                      <a:pt x="138" y="0"/>
                    </a:lnTo>
                    <a:lnTo>
                      <a:pt x="138" y="8"/>
                    </a:lnTo>
                    <a:lnTo>
                      <a:pt x="138" y="8"/>
                    </a:lnTo>
                    <a:lnTo>
                      <a:pt x="136" y="16"/>
                    </a:lnTo>
                    <a:lnTo>
                      <a:pt x="134" y="24"/>
                    </a:lnTo>
                    <a:lnTo>
                      <a:pt x="128" y="30"/>
                    </a:lnTo>
                    <a:lnTo>
                      <a:pt x="122" y="36"/>
                    </a:lnTo>
                    <a:lnTo>
                      <a:pt x="122" y="36"/>
                    </a:lnTo>
                    <a:lnTo>
                      <a:pt x="134" y="46"/>
                    </a:lnTo>
                    <a:lnTo>
                      <a:pt x="140" y="56"/>
                    </a:lnTo>
                    <a:lnTo>
                      <a:pt x="140" y="56"/>
                    </a:lnTo>
                    <a:lnTo>
                      <a:pt x="142" y="64"/>
                    </a:lnTo>
                    <a:lnTo>
                      <a:pt x="144" y="72"/>
                    </a:lnTo>
                    <a:lnTo>
                      <a:pt x="144" y="72"/>
                    </a:lnTo>
                    <a:lnTo>
                      <a:pt x="144" y="78"/>
                    </a:lnTo>
                    <a:lnTo>
                      <a:pt x="140" y="84"/>
                    </a:lnTo>
                    <a:lnTo>
                      <a:pt x="140" y="84"/>
                    </a:lnTo>
                    <a:lnTo>
                      <a:pt x="136" y="92"/>
                    </a:lnTo>
                    <a:lnTo>
                      <a:pt x="130" y="100"/>
                    </a:lnTo>
                    <a:lnTo>
                      <a:pt x="130" y="100"/>
                    </a:lnTo>
                    <a:lnTo>
                      <a:pt x="114" y="116"/>
                    </a:lnTo>
                    <a:lnTo>
                      <a:pt x="90" y="130"/>
                    </a:lnTo>
                    <a:lnTo>
                      <a:pt x="90" y="130"/>
                    </a:lnTo>
                    <a:lnTo>
                      <a:pt x="58" y="146"/>
                    </a:lnTo>
                    <a:lnTo>
                      <a:pt x="22" y="124"/>
                    </a:lnTo>
                    <a:lnTo>
                      <a:pt x="0" y="192"/>
                    </a:lnTo>
                    <a:lnTo>
                      <a:pt x="156" y="204"/>
                    </a:lnTo>
                    <a:lnTo>
                      <a:pt x="120" y="182"/>
                    </a:lnTo>
                    <a:lnTo>
                      <a:pt x="120" y="182"/>
                    </a:lnTo>
                    <a:lnTo>
                      <a:pt x="140" y="172"/>
                    </a:lnTo>
                    <a:lnTo>
                      <a:pt x="158" y="160"/>
                    </a:lnTo>
                    <a:lnTo>
                      <a:pt x="158" y="160"/>
                    </a:lnTo>
                    <a:lnTo>
                      <a:pt x="176" y="146"/>
                    </a:lnTo>
                    <a:lnTo>
                      <a:pt x="190" y="128"/>
                    </a:lnTo>
                    <a:lnTo>
                      <a:pt x="190" y="128"/>
                    </a:lnTo>
                    <a:lnTo>
                      <a:pt x="196" y="118"/>
                    </a:lnTo>
                    <a:lnTo>
                      <a:pt x="200" y="108"/>
                    </a:lnTo>
                    <a:lnTo>
                      <a:pt x="204" y="98"/>
                    </a:lnTo>
                    <a:lnTo>
                      <a:pt x="204" y="88"/>
                    </a:lnTo>
                    <a:lnTo>
                      <a:pt x="204" y="88"/>
                    </a:lnTo>
                    <a:lnTo>
                      <a:pt x="204" y="78"/>
                    </a:lnTo>
                    <a:lnTo>
                      <a:pt x="202" y="68"/>
                    </a:lnTo>
                    <a:lnTo>
                      <a:pt x="198" y="60"/>
                    </a:lnTo>
                    <a:lnTo>
                      <a:pt x="194" y="50"/>
                    </a:lnTo>
                    <a:lnTo>
                      <a:pt x="194"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5" name="Freeform 101">
                <a:extLst>
                  <a:ext uri="{FF2B5EF4-FFF2-40B4-BE49-F238E27FC236}">
                    <a16:creationId xmlns:a16="http://schemas.microsoft.com/office/drawing/2014/main" id="{AD550C3C-52C3-5865-5233-47CD645D34C8}"/>
                  </a:ext>
                </a:extLst>
              </p:cNvPr>
              <p:cNvSpPr>
                <a:spLocks/>
              </p:cNvSpPr>
              <p:nvPr/>
            </p:nvSpPr>
            <p:spPr bwMode="auto">
              <a:xfrm>
                <a:off x="11233150" y="885825"/>
                <a:ext cx="136525" cy="73025"/>
              </a:xfrm>
              <a:custGeom>
                <a:avLst/>
                <a:gdLst>
                  <a:gd name="T0" fmla="*/ 0 w 86"/>
                  <a:gd name="T1" fmla="*/ 40 h 46"/>
                  <a:gd name="T2" fmla="*/ 0 w 86"/>
                  <a:gd name="T3" fmla="*/ 40 h 46"/>
                  <a:gd name="T4" fmla="*/ 24 w 86"/>
                  <a:gd name="T5" fmla="*/ 34 h 46"/>
                  <a:gd name="T6" fmla="*/ 24 w 86"/>
                  <a:gd name="T7" fmla="*/ 34 h 46"/>
                  <a:gd name="T8" fmla="*/ 38 w 86"/>
                  <a:gd name="T9" fmla="*/ 32 h 46"/>
                  <a:gd name="T10" fmla="*/ 52 w 86"/>
                  <a:gd name="T11" fmla="*/ 46 h 46"/>
                  <a:gd name="T12" fmla="*/ 86 w 86"/>
                  <a:gd name="T13" fmla="*/ 12 h 46"/>
                  <a:gd name="T14" fmla="*/ 10 w 86"/>
                  <a:gd name="T15" fmla="*/ 0 h 46"/>
                  <a:gd name="T16" fmla="*/ 20 w 86"/>
                  <a:gd name="T17" fmla="*/ 12 h 46"/>
                  <a:gd name="T18" fmla="*/ 20 w 86"/>
                  <a:gd name="T19" fmla="*/ 12 h 46"/>
                  <a:gd name="T20" fmla="*/ 0 w 86"/>
                  <a:gd name="T21" fmla="*/ 16 h 46"/>
                  <a:gd name="T22" fmla="*/ 0 w 86"/>
                  <a:gd name="T23"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46">
                    <a:moveTo>
                      <a:pt x="0" y="40"/>
                    </a:moveTo>
                    <a:lnTo>
                      <a:pt x="0" y="40"/>
                    </a:lnTo>
                    <a:lnTo>
                      <a:pt x="24" y="34"/>
                    </a:lnTo>
                    <a:lnTo>
                      <a:pt x="24" y="34"/>
                    </a:lnTo>
                    <a:lnTo>
                      <a:pt x="38" y="32"/>
                    </a:lnTo>
                    <a:lnTo>
                      <a:pt x="52" y="46"/>
                    </a:lnTo>
                    <a:lnTo>
                      <a:pt x="86" y="12"/>
                    </a:lnTo>
                    <a:lnTo>
                      <a:pt x="10" y="0"/>
                    </a:lnTo>
                    <a:lnTo>
                      <a:pt x="20" y="12"/>
                    </a:lnTo>
                    <a:lnTo>
                      <a:pt x="20" y="12"/>
                    </a:lnTo>
                    <a:lnTo>
                      <a:pt x="0" y="16"/>
                    </a:lnTo>
                    <a:lnTo>
                      <a:pt x="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6" name="Group 429">
              <a:extLst>
                <a:ext uri="{FF2B5EF4-FFF2-40B4-BE49-F238E27FC236}">
                  <a16:creationId xmlns:a16="http://schemas.microsoft.com/office/drawing/2014/main" id="{EAE0DAD0-6FFD-92F0-1DD4-0BA2AD7BDDC6}"/>
                </a:ext>
              </a:extLst>
            </p:cNvPr>
            <p:cNvGrpSpPr/>
            <p:nvPr/>
          </p:nvGrpSpPr>
          <p:grpSpPr>
            <a:xfrm>
              <a:off x="5861654" y="4197766"/>
              <a:ext cx="402613" cy="408285"/>
              <a:chOff x="8026400" y="2486025"/>
              <a:chExt cx="1485900" cy="1463676"/>
            </a:xfrm>
            <a:solidFill>
              <a:schemeClr val="tx1"/>
            </a:solidFill>
          </p:grpSpPr>
          <p:sp>
            <p:nvSpPr>
              <p:cNvPr id="97" name="Freeform 38">
                <a:extLst>
                  <a:ext uri="{FF2B5EF4-FFF2-40B4-BE49-F238E27FC236}">
                    <a16:creationId xmlns:a16="http://schemas.microsoft.com/office/drawing/2014/main" id="{CD471216-8747-558E-E2FD-E87337A7E150}"/>
                  </a:ext>
                </a:extLst>
              </p:cNvPr>
              <p:cNvSpPr>
                <a:spLocks/>
              </p:cNvSpPr>
              <p:nvPr/>
            </p:nvSpPr>
            <p:spPr bwMode="auto">
              <a:xfrm>
                <a:off x="8026400" y="3697288"/>
                <a:ext cx="420688" cy="252413"/>
              </a:xfrm>
              <a:custGeom>
                <a:avLst/>
                <a:gdLst/>
                <a:ahLst/>
                <a:cxnLst>
                  <a:cxn ang="0">
                    <a:pos x="0" y="88"/>
                  </a:cxn>
                  <a:cxn ang="0">
                    <a:pos x="245" y="159"/>
                  </a:cxn>
                  <a:cxn ang="0">
                    <a:pos x="265" y="120"/>
                  </a:cxn>
                  <a:cxn ang="0">
                    <a:pos x="19" y="0"/>
                  </a:cxn>
                  <a:cxn ang="0">
                    <a:pos x="0" y="88"/>
                  </a:cxn>
                </a:cxnLst>
                <a:rect l="0" t="0" r="r" b="b"/>
                <a:pathLst>
                  <a:path w="265" h="159">
                    <a:moveTo>
                      <a:pt x="0" y="88"/>
                    </a:moveTo>
                    <a:lnTo>
                      <a:pt x="245" y="159"/>
                    </a:lnTo>
                    <a:lnTo>
                      <a:pt x="265" y="120"/>
                    </a:lnTo>
                    <a:lnTo>
                      <a:pt x="19" y="0"/>
                    </a:lnTo>
                    <a:lnTo>
                      <a:pt x="0" y="8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8" name="Rectangle 39">
                <a:extLst>
                  <a:ext uri="{FF2B5EF4-FFF2-40B4-BE49-F238E27FC236}">
                    <a16:creationId xmlns:a16="http://schemas.microsoft.com/office/drawing/2014/main" id="{A00F84B6-B985-A630-6958-21A3FF0DD183}"/>
                  </a:ext>
                </a:extLst>
              </p:cNvPr>
              <p:cNvSpPr>
                <a:spLocks noChangeArrowheads="1"/>
              </p:cNvSpPr>
              <p:nvPr/>
            </p:nvSpPr>
            <p:spPr bwMode="auto">
              <a:xfrm>
                <a:off x="8743950" y="2959100"/>
                <a:ext cx="619125" cy="8096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99" name="Rectangle 40">
                <a:extLst>
                  <a:ext uri="{FF2B5EF4-FFF2-40B4-BE49-F238E27FC236}">
                    <a16:creationId xmlns:a16="http://schemas.microsoft.com/office/drawing/2014/main" id="{570B9870-849A-08A2-D760-58C5BC7FCF64}"/>
                  </a:ext>
                </a:extLst>
              </p:cNvPr>
              <p:cNvSpPr>
                <a:spLocks noChangeArrowheads="1"/>
              </p:cNvSpPr>
              <p:nvPr/>
            </p:nvSpPr>
            <p:spPr bwMode="auto">
              <a:xfrm>
                <a:off x="8743950" y="2770188"/>
                <a:ext cx="271463" cy="8255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0" name="Freeform 41">
                <a:extLst>
                  <a:ext uri="{FF2B5EF4-FFF2-40B4-BE49-F238E27FC236}">
                    <a16:creationId xmlns:a16="http://schemas.microsoft.com/office/drawing/2014/main" id="{424CA2D9-5E46-A45A-E1D9-6D6036BFFF52}"/>
                  </a:ext>
                </a:extLst>
              </p:cNvPr>
              <p:cNvSpPr>
                <a:spLocks noEditPoints="1"/>
              </p:cNvSpPr>
              <p:nvPr/>
            </p:nvSpPr>
            <p:spPr bwMode="auto">
              <a:xfrm>
                <a:off x="8108950" y="2486025"/>
                <a:ext cx="1403350" cy="1339850"/>
              </a:xfrm>
              <a:custGeom>
                <a:avLst/>
                <a:gdLst/>
                <a:ahLst/>
                <a:cxnLst>
                  <a:cxn ang="0">
                    <a:pos x="735" y="61"/>
                  </a:cxn>
                  <a:cxn ang="0">
                    <a:pos x="691" y="24"/>
                  </a:cxn>
                  <a:cxn ang="0">
                    <a:pos x="638" y="4"/>
                  </a:cxn>
                  <a:cxn ang="0">
                    <a:pos x="300" y="0"/>
                  </a:cxn>
                  <a:cxn ang="0">
                    <a:pos x="284" y="4"/>
                  </a:cxn>
                  <a:cxn ang="0">
                    <a:pos x="265" y="21"/>
                  </a:cxn>
                  <a:cxn ang="0">
                    <a:pos x="258" y="47"/>
                  </a:cxn>
                  <a:cxn ang="0">
                    <a:pos x="207" y="418"/>
                  </a:cxn>
                  <a:cxn ang="0">
                    <a:pos x="102" y="475"/>
                  </a:cxn>
                  <a:cxn ang="0">
                    <a:pos x="89" y="484"/>
                  </a:cxn>
                  <a:cxn ang="0">
                    <a:pos x="80" y="497"/>
                  </a:cxn>
                  <a:cxn ang="0">
                    <a:pos x="55" y="555"/>
                  </a:cxn>
                  <a:cxn ang="0">
                    <a:pos x="21" y="658"/>
                  </a:cxn>
                  <a:cxn ang="0">
                    <a:pos x="0" y="749"/>
                  </a:cxn>
                  <a:cxn ang="0">
                    <a:pos x="199" y="843"/>
                  </a:cxn>
                  <a:cxn ang="0">
                    <a:pos x="237" y="819"/>
                  </a:cxn>
                  <a:cxn ang="0">
                    <a:pos x="263" y="793"/>
                  </a:cxn>
                  <a:cxn ang="0">
                    <a:pos x="275" y="809"/>
                  </a:cxn>
                  <a:cxn ang="0">
                    <a:pos x="288" y="817"/>
                  </a:cxn>
                  <a:cxn ang="0">
                    <a:pos x="300" y="819"/>
                  </a:cxn>
                  <a:cxn ang="0">
                    <a:pos x="849" y="818"/>
                  </a:cxn>
                  <a:cxn ang="0">
                    <a:pos x="871" y="805"/>
                  </a:cxn>
                  <a:cxn ang="0">
                    <a:pos x="883" y="780"/>
                  </a:cxn>
                  <a:cxn ang="0">
                    <a:pos x="884" y="249"/>
                  </a:cxn>
                  <a:cxn ang="0">
                    <a:pos x="876" y="221"/>
                  </a:cxn>
                  <a:cxn ang="0">
                    <a:pos x="845" y="771"/>
                  </a:cxn>
                  <a:cxn ang="0">
                    <a:pos x="843" y="778"/>
                  </a:cxn>
                  <a:cxn ang="0">
                    <a:pos x="321" y="780"/>
                  </a:cxn>
                  <a:cxn ang="0">
                    <a:pos x="300" y="780"/>
                  </a:cxn>
                  <a:cxn ang="0">
                    <a:pos x="297" y="776"/>
                  </a:cxn>
                  <a:cxn ang="0">
                    <a:pos x="296" y="751"/>
                  </a:cxn>
                  <a:cxn ang="0">
                    <a:pos x="355" y="660"/>
                  </a:cxn>
                  <a:cxn ang="0">
                    <a:pos x="375" y="632"/>
                  </a:cxn>
                  <a:cxn ang="0">
                    <a:pos x="397" y="608"/>
                  </a:cxn>
                  <a:cxn ang="0">
                    <a:pos x="427" y="575"/>
                  </a:cxn>
                  <a:cxn ang="0">
                    <a:pos x="433" y="557"/>
                  </a:cxn>
                  <a:cxn ang="0">
                    <a:pos x="429" y="545"/>
                  </a:cxn>
                  <a:cxn ang="0">
                    <a:pos x="412" y="528"/>
                  </a:cxn>
                  <a:cxn ang="0">
                    <a:pos x="383" y="520"/>
                  </a:cxn>
                  <a:cxn ang="0">
                    <a:pos x="365" y="522"/>
                  </a:cxn>
                  <a:cxn ang="0">
                    <a:pos x="341" y="529"/>
                  </a:cxn>
                  <a:cxn ang="0">
                    <a:pos x="307" y="552"/>
                  </a:cxn>
                  <a:cxn ang="0">
                    <a:pos x="261" y="595"/>
                  </a:cxn>
                  <a:cxn ang="0">
                    <a:pos x="224" y="626"/>
                  </a:cxn>
                  <a:cxn ang="0">
                    <a:pos x="214" y="620"/>
                  </a:cxn>
                  <a:cxn ang="0">
                    <a:pos x="209" y="610"/>
                  </a:cxn>
                  <a:cxn ang="0">
                    <a:pos x="211" y="592"/>
                  </a:cxn>
                  <a:cxn ang="0">
                    <a:pos x="230" y="557"/>
                  </a:cxn>
                  <a:cxn ang="0">
                    <a:pos x="258" y="551"/>
                  </a:cxn>
                  <a:cxn ang="0">
                    <a:pos x="296" y="47"/>
                  </a:cxn>
                  <a:cxn ang="0">
                    <a:pos x="299" y="38"/>
                  </a:cxn>
                  <a:cxn ang="0">
                    <a:pos x="610" y="37"/>
                  </a:cxn>
                  <a:cxn ang="0">
                    <a:pos x="640" y="46"/>
                  </a:cxn>
                  <a:cxn ang="0">
                    <a:pos x="661" y="71"/>
                  </a:cxn>
                  <a:cxn ang="0">
                    <a:pos x="670" y="214"/>
                  </a:cxn>
                  <a:cxn ang="0">
                    <a:pos x="831" y="242"/>
                  </a:cxn>
                  <a:cxn ang="0">
                    <a:pos x="844" y="254"/>
                  </a:cxn>
                  <a:cxn ang="0">
                    <a:pos x="845" y="771"/>
                  </a:cxn>
                </a:cxnLst>
                <a:rect l="0" t="0" r="r" b="b"/>
                <a:pathLst>
                  <a:path w="884" h="844">
                    <a:moveTo>
                      <a:pt x="870" y="213"/>
                    </a:moveTo>
                    <a:lnTo>
                      <a:pt x="735" y="61"/>
                    </a:lnTo>
                    <a:lnTo>
                      <a:pt x="735" y="61"/>
                    </a:lnTo>
                    <a:lnTo>
                      <a:pt x="722" y="46"/>
                    </a:lnTo>
                    <a:lnTo>
                      <a:pt x="706" y="35"/>
                    </a:lnTo>
                    <a:lnTo>
                      <a:pt x="691" y="24"/>
                    </a:lnTo>
                    <a:lnTo>
                      <a:pt x="674" y="16"/>
                    </a:lnTo>
                    <a:lnTo>
                      <a:pt x="657" y="9"/>
                    </a:lnTo>
                    <a:lnTo>
                      <a:pt x="638" y="4"/>
                    </a:lnTo>
                    <a:lnTo>
                      <a:pt x="619" y="1"/>
                    </a:lnTo>
                    <a:lnTo>
                      <a:pt x="600" y="0"/>
                    </a:lnTo>
                    <a:lnTo>
                      <a:pt x="300" y="0"/>
                    </a:lnTo>
                    <a:lnTo>
                      <a:pt x="300" y="0"/>
                    </a:lnTo>
                    <a:lnTo>
                      <a:pt x="292" y="1"/>
                    </a:lnTo>
                    <a:lnTo>
                      <a:pt x="284" y="4"/>
                    </a:lnTo>
                    <a:lnTo>
                      <a:pt x="277" y="8"/>
                    </a:lnTo>
                    <a:lnTo>
                      <a:pt x="271" y="14"/>
                    </a:lnTo>
                    <a:lnTo>
                      <a:pt x="265" y="21"/>
                    </a:lnTo>
                    <a:lnTo>
                      <a:pt x="261" y="29"/>
                    </a:lnTo>
                    <a:lnTo>
                      <a:pt x="258" y="38"/>
                    </a:lnTo>
                    <a:lnTo>
                      <a:pt x="258" y="47"/>
                    </a:lnTo>
                    <a:lnTo>
                      <a:pt x="258" y="392"/>
                    </a:lnTo>
                    <a:lnTo>
                      <a:pt x="258" y="392"/>
                    </a:lnTo>
                    <a:lnTo>
                      <a:pt x="207" y="418"/>
                    </a:lnTo>
                    <a:lnTo>
                      <a:pt x="158" y="445"/>
                    </a:lnTo>
                    <a:lnTo>
                      <a:pt x="158" y="445"/>
                    </a:lnTo>
                    <a:lnTo>
                      <a:pt x="102" y="475"/>
                    </a:lnTo>
                    <a:lnTo>
                      <a:pt x="102" y="475"/>
                    </a:lnTo>
                    <a:lnTo>
                      <a:pt x="95" y="479"/>
                    </a:lnTo>
                    <a:lnTo>
                      <a:pt x="89" y="484"/>
                    </a:lnTo>
                    <a:lnTo>
                      <a:pt x="84" y="490"/>
                    </a:lnTo>
                    <a:lnTo>
                      <a:pt x="80" y="497"/>
                    </a:lnTo>
                    <a:lnTo>
                      <a:pt x="80" y="497"/>
                    </a:lnTo>
                    <a:lnTo>
                      <a:pt x="71" y="516"/>
                    </a:lnTo>
                    <a:lnTo>
                      <a:pt x="63" y="535"/>
                    </a:lnTo>
                    <a:lnTo>
                      <a:pt x="55" y="555"/>
                    </a:lnTo>
                    <a:lnTo>
                      <a:pt x="47" y="576"/>
                    </a:lnTo>
                    <a:lnTo>
                      <a:pt x="33" y="618"/>
                    </a:lnTo>
                    <a:lnTo>
                      <a:pt x="21" y="658"/>
                    </a:lnTo>
                    <a:lnTo>
                      <a:pt x="12" y="694"/>
                    </a:lnTo>
                    <a:lnTo>
                      <a:pt x="5" y="722"/>
                    </a:lnTo>
                    <a:lnTo>
                      <a:pt x="0" y="749"/>
                    </a:lnTo>
                    <a:lnTo>
                      <a:pt x="196" y="844"/>
                    </a:lnTo>
                    <a:lnTo>
                      <a:pt x="199" y="843"/>
                    </a:lnTo>
                    <a:lnTo>
                      <a:pt x="199" y="843"/>
                    </a:lnTo>
                    <a:lnTo>
                      <a:pt x="215" y="834"/>
                    </a:lnTo>
                    <a:lnTo>
                      <a:pt x="229" y="825"/>
                    </a:lnTo>
                    <a:lnTo>
                      <a:pt x="237" y="819"/>
                    </a:lnTo>
                    <a:lnTo>
                      <a:pt x="245" y="812"/>
                    </a:lnTo>
                    <a:lnTo>
                      <a:pt x="253" y="804"/>
                    </a:lnTo>
                    <a:lnTo>
                      <a:pt x="263" y="793"/>
                    </a:lnTo>
                    <a:lnTo>
                      <a:pt x="263" y="793"/>
                    </a:lnTo>
                    <a:lnTo>
                      <a:pt x="268" y="802"/>
                    </a:lnTo>
                    <a:lnTo>
                      <a:pt x="275" y="809"/>
                    </a:lnTo>
                    <a:lnTo>
                      <a:pt x="275" y="809"/>
                    </a:lnTo>
                    <a:lnTo>
                      <a:pt x="283" y="815"/>
                    </a:lnTo>
                    <a:lnTo>
                      <a:pt x="288" y="817"/>
                    </a:lnTo>
                    <a:lnTo>
                      <a:pt x="292" y="818"/>
                    </a:lnTo>
                    <a:lnTo>
                      <a:pt x="292" y="818"/>
                    </a:lnTo>
                    <a:lnTo>
                      <a:pt x="300" y="819"/>
                    </a:lnTo>
                    <a:lnTo>
                      <a:pt x="841" y="819"/>
                    </a:lnTo>
                    <a:lnTo>
                      <a:pt x="841" y="819"/>
                    </a:lnTo>
                    <a:lnTo>
                      <a:pt x="849" y="818"/>
                    </a:lnTo>
                    <a:lnTo>
                      <a:pt x="857" y="815"/>
                    </a:lnTo>
                    <a:lnTo>
                      <a:pt x="864" y="811"/>
                    </a:lnTo>
                    <a:lnTo>
                      <a:pt x="871" y="805"/>
                    </a:lnTo>
                    <a:lnTo>
                      <a:pt x="877" y="797"/>
                    </a:lnTo>
                    <a:lnTo>
                      <a:pt x="880" y="789"/>
                    </a:lnTo>
                    <a:lnTo>
                      <a:pt x="883" y="780"/>
                    </a:lnTo>
                    <a:lnTo>
                      <a:pt x="884" y="771"/>
                    </a:lnTo>
                    <a:lnTo>
                      <a:pt x="884" y="249"/>
                    </a:lnTo>
                    <a:lnTo>
                      <a:pt x="884" y="249"/>
                    </a:lnTo>
                    <a:lnTo>
                      <a:pt x="883" y="239"/>
                    </a:lnTo>
                    <a:lnTo>
                      <a:pt x="880" y="230"/>
                    </a:lnTo>
                    <a:lnTo>
                      <a:pt x="876" y="221"/>
                    </a:lnTo>
                    <a:lnTo>
                      <a:pt x="870" y="213"/>
                    </a:lnTo>
                    <a:lnTo>
                      <a:pt x="870" y="213"/>
                    </a:lnTo>
                    <a:close/>
                    <a:moveTo>
                      <a:pt x="845" y="771"/>
                    </a:moveTo>
                    <a:lnTo>
                      <a:pt x="845" y="771"/>
                    </a:lnTo>
                    <a:lnTo>
                      <a:pt x="845" y="775"/>
                    </a:lnTo>
                    <a:lnTo>
                      <a:pt x="843" y="778"/>
                    </a:lnTo>
                    <a:lnTo>
                      <a:pt x="842" y="780"/>
                    </a:lnTo>
                    <a:lnTo>
                      <a:pt x="841" y="780"/>
                    </a:lnTo>
                    <a:lnTo>
                      <a:pt x="321" y="780"/>
                    </a:lnTo>
                    <a:lnTo>
                      <a:pt x="321" y="780"/>
                    </a:lnTo>
                    <a:lnTo>
                      <a:pt x="302" y="781"/>
                    </a:lnTo>
                    <a:lnTo>
                      <a:pt x="300" y="780"/>
                    </a:lnTo>
                    <a:lnTo>
                      <a:pt x="299" y="779"/>
                    </a:lnTo>
                    <a:lnTo>
                      <a:pt x="299" y="779"/>
                    </a:lnTo>
                    <a:lnTo>
                      <a:pt x="297" y="776"/>
                    </a:lnTo>
                    <a:lnTo>
                      <a:pt x="296" y="771"/>
                    </a:lnTo>
                    <a:lnTo>
                      <a:pt x="296" y="751"/>
                    </a:lnTo>
                    <a:lnTo>
                      <a:pt x="296" y="751"/>
                    </a:lnTo>
                    <a:lnTo>
                      <a:pt x="311" y="729"/>
                    </a:lnTo>
                    <a:lnTo>
                      <a:pt x="326" y="705"/>
                    </a:lnTo>
                    <a:lnTo>
                      <a:pt x="355" y="660"/>
                    </a:lnTo>
                    <a:lnTo>
                      <a:pt x="355" y="660"/>
                    </a:lnTo>
                    <a:lnTo>
                      <a:pt x="365" y="645"/>
                    </a:lnTo>
                    <a:lnTo>
                      <a:pt x="375" y="632"/>
                    </a:lnTo>
                    <a:lnTo>
                      <a:pt x="387" y="619"/>
                    </a:lnTo>
                    <a:lnTo>
                      <a:pt x="397" y="608"/>
                    </a:lnTo>
                    <a:lnTo>
                      <a:pt x="397" y="608"/>
                    </a:lnTo>
                    <a:lnTo>
                      <a:pt x="411" y="594"/>
                    </a:lnTo>
                    <a:lnTo>
                      <a:pt x="423" y="581"/>
                    </a:lnTo>
                    <a:lnTo>
                      <a:pt x="427" y="575"/>
                    </a:lnTo>
                    <a:lnTo>
                      <a:pt x="430" y="568"/>
                    </a:lnTo>
                    <a:lnTo>
                      <a:pt x="432" y="562"/>
                    </a:lnTo>
                    <a:lnTo>
                      <a:pt x="433" y="557"/>
                    </a:lnTo>
                    <a:lnTo>
                      <a:pt x="433" y="557"/>
                    </a:lnTo>
                    <a:lnTo>
                      <a:pt x="432" y="551"/>
                    </a:lnTo>
                    <a:lnTo>
                      <a:pt x="429" y="545"/>
                    </a:lnTo>
                    <a:lnTo>
                      <a:pt x="425" y="539"/>
                    </a:lnTo>
                    <a:lnTo>
                      <a:pt x="420" y="533"/>
                    </a:lnTo>
                    <a:lnTo>
                      <a:pt x="412" y="528"/>
                    </a:lnTo>
                    <a:lnTo>
                      <a:pt x="404" y="524"/>
                    </a:lnTo>
                    <a:lnTo>
                      <a:pt x="394" y="521"/>
                    </a:lnTo>
                    <a:lnTo>
                      <a:pt x="383" y="520"/>
                    </a:lnTo>
                    <a:lnTo>
                      <a:pt x="383" y="520"/>
                    </a:lnTo>
                    <a:lnTo>
                      <a:pt x="374" y="521"/>
                    </a:lnTo>
                    <a:lnTo>
                      <a:pt x="365" y="522"/>
                    </a:lnTo>
                    <a:lnTo>
                      <a:pt x="357" y="524"/>
                    </a:lnTo>
                    <a:lnTo>
                      <a:pt x="349" y="526"/>
                    </a:lnTo>
                    <a:lnTo>
                      <a:pt x="341" y="529"/>
                    </a:lnTo>
                    <a:lnTo>
                      <a:pt x="334" y="532"/>
                    </a:lnTo>
                    <a:lnTo>
                      <a:pt x="320" y="541"/>
                    </a:lnTo>
                    <a:lnTo>
                      <a:pt x="307" y="552"/>
                    </a:lnTo>
                    <a:lnTo>
                      <a:pt x="293" y="565"/>
                    </a:lnTo>
                    <a:lnTo>
                      <a:pt x="261" y="595"/>
                    </a:lnTo>
                    <a:lnTo>
                      <a:pt x="261" y="595"/>
                    </a:lnTo>
                    <a:lnTo>
                      <a:pt x="249" y="606"/>
                    </a:lnTo>
                    <a:lnTo>
                      <a:pt x="238" y="615"/>
                    </a:lnTo>
                    <a:lnTo>
                      <a:pt x="224" y="626"/>
                    </a:lnTo>
                    <a:lnTo>
                      <a:pt x="224" y="626"/>
                    </a:lnTo>
                    <a:lnTo>
                      <a:pt x="219" y="624"/>
                    </a:lnTo>
                    <a:lnTo>
                      <a:pt x="214" y="620"/>
                    </a:lnTo>
                    <a:lnTo>
                      <a:pt x="211" y="616"/>
                    </a:lnTo>
                    <a:lnTo>
                      <a:pt x="209" y="610"/>
                    </a:lnTo>
                    <a:lnTo>
                      <a:pt x="209" y="610"/>
                    </a:lnTo>
                    <a:lnTo>
                      <a:pt x="208" y="606"/>
                    </a:lnTo>
                    <a:lnTo>
                      <a:pt x="208" y="601"/>
                    </a:lnTo>
                    <a:lnTo>
                      <a:pt x="211" y="592"/>
                    </a:lnTo>
                    <a:lnTo>
                      <a:pt x="215" y="581"/>
                    </a:lnTo>
                    <a:lnTo>
                      <a:pt x="222" y="569"/>
                    </a:lnTo>
                    <a:lnTo>
                      <a:pt x="230" y="557"/>
                    </a:lnTo>
                    <a:lnTo>
                      <a:pt x="239" y="545"/>
                    </a:lnTo>
                    <a:lnTo>
                      <a:pt x="258" y="520"/>
                    </a:lnTo>
                    <a:lnTo>
                      <a:pt x="258" y="551"/>
                    </a:lnTo>
                    <a:lnTo>
                      <a:pt x="296" y="505"/>
                    </a:lnTo>
                    <a:lnTo>
                      <a:pt x="296" y="47"/>
                    </a:lnTo>
                    <a:lnTo>
                      <a:pt x="296" y="47"/>
                    </a:lnTo>
                    <a:lnTo>
                      <a:pt x="296" y="43"/>
                    </a:lnTo>
                    <a:lnTo>
                      <a:pt x="298" y="40"/>
                    </a:lnTo>
                    <a:lnTo>
                      <a:pt x="299" y="38"/>
                    </a:lnTo>
                    <a:lnTo>
                      <a:pt x="300" y="37"/>
                    </a:lnTo>
                    <a:lnTo>
                      <a:pt x="610" y="37"/>
                    </a:lnTo>
                    <a:lnTo>
                      <a:pt x="610" y="37"/>
                    </a:lnTo>
                    <a:lnTo>
                      <a:pt x="621" y="39"/>
                    </a:lnTo>
                    <a:lnTo>
                      <a:pt x="631" y="42"/>
                    </a:lnTo>
                    <a:lnTo>
                      <a:pt x="640" y="46"/>
                    </a:lnTo>
                    <a:lnTo>
                      <a:pt x="649" y="54"/>
                    </a:lnTo>
                    <a:lnTo>
                      <a:pt x="656" y="62"/>
                    </a:lnTo>
                    <a:lnTo>
                      <a:pt x="661" y="71"/>
                    </a:lnTo>
                    <a:lnTo>
                      <a:pt x="665" y="81"/>
                    </a:lnTo>
                    <a:lnTo>
                      <a:pt x="666" y="91"/>
                    </a:lnTo>
                    <a:lnTo>
                      <a:pt x="670" y="214"/>
                    </a:lnTo>
                    <a:lnTo>
                      <a:pt x="827" y="241"/>
                    </a:lnTo>
                    <a:lnTo>
                      <a:pt x="827" y="241"/>
                    </a:lnTo>
                    <a:lnTo>
                      <a:pt x="831" y="242"/>
                    </a:lnTo>
                    <a:lnTo>
                      <a:pt x="834" y="243"/>
                    </a:lnTo>
                    <a:lnTo>
                      <a:pt x="839" y="248"/>
                    </a:lnTo>
                    <a:lnTo>
                      <a:pt x="844" y="254"/>
                    </a:lnTo>
                    <a:lnTo>
                      <a:pt x="845" y="258"/>
                    </a:lnTo>
                    <a:lnTo>
                      <a:pt x="845" y="261"/>
                    </a:lnTo>
                    <a:lnTo>
                      <a:pt x="845" y="7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1" name="Freeform 42">
                <a:extLst>
                  <a:ext uri="{FF2B5EF4-FFF2-40B4-BE49-F238E27FC236}">
                    <a16:creationId xmlns:a16="http://schemas.microsoft.com/office/drawing/2014/main" id="{001D4409-36D4-935A-018A-F7274D55954A}"/>
                  </a:ext>
                </a:extLst>
              </p:cNvPr>
              <p:cNvSpPr>
                <a:spLocks/>
              </p:cNvSpPr>
              <p:nvPr/>
            </p:nvSpPr>
            <p:spPr bwMode="auto">
              <a:xfrm>
                <a:off x="8843963" y="3336925"/>
                <a:ext cx="519113" cy="82550"/>
              </a:xfrm>
              <a:custGeom>
                <a:avLst/>
                <a:gdLst/>
                <a:ahLst/>
                <a:cxnLst>
                  <a:cxn ang="0">
                    <a:pos x="0" y="52"/>
                  </a:cxn>
                  <a:cxn ang="0">
                    <a:pos x="327" y="52"/>
                  </a:cxn>
                  <a:cxn ang="0">
                    <a:pos x="327" y="0"/>
                  </a:cxn>
                  <a:cxn ang="0">
                    <a:pos x="3" y="0"/>
                  </a:cxn>
                  <a:cxn ang="0">
                    <a:pos x="3" y="0"/>
                  </a:cxn>
                  <a:cxn ang="0">
                    <a:pos x="5" y="6"/>
                  </a:cxn>
                  <a:cxn ang="0">
                    <a:pos x="6" y="12"/>
                  </a:cxn>
                  <a:cxn ang="0">
                    <a:pos x="7" y="18"/>
                  </a:cxn>
                  <a:cxn ang="0">
                    <a:pos x="7" y="24"/>
                  </a:cxn>
                  <a:cxn ang="0">
                    <a:pos x="6" y="31"/>
                  </a:cxn>
                  <a:cxn ang="0">
                    <a:pos x="5" y="37"/>
                  </a:cxn>
                  <a:cxn ang="0">
                    <a:pos x="3" y="45"/>
                  </a:cxn>
                  <a:cxn ang="0">
                    <a:pos x="0" y="52"/>
                  </a:cxn>
                  <a:cxn ang="0">
                    <a:pos x="0" y="52"/>
                  </a:cxn>
                </a:cxnLst>
                <a:rect l="0" t="0" r="r" b="b"/>
                <a:pathLst>
                  <a:path w="327" h="52">
                    <a:moveTo>
                      <a:pt x="0" y="52"/>
                    </a:moveTo>
                    <a:lnTo>
                      <a:pt x="327" y="52"/>
                    </a:lnTo>
                    <a:lnTo>
                      <a:pt x="327" y="0"/>
                    </a:lnTo>
                    <a:lnTo>
                      <a:pt x="3" y="0"/>
                    </a:lnTo>
                    <a:lnTo>
                      <a:pt x="3" y="0"/>
                    </a:lnTo>
                    <a:lnTo>
                      <a:pt x="5" y="6"/>
                    </a:lnTo>
                    <a:lnTo>
                      <a:pt x="6" y="12"/>
                    </a:lnTo>
                    <a:lnTo>
                      <a:pt x="7" y="18"/>
                    </a:lnTo>
                    <a:lnTo>
                      <a:pt x="7" y="24"/>
                    </a:lnTo>
                    <a:lnTo>
                      <a:pt x="6" y="31"/>
                    </a:lnTo>
                    <a:lnTo>
                      <a:pt x="5" y="37"/>
                    </a:lnTo>
                    <a:lnTo>
                      <a:pt x="3" y="45"/>
                    </a:lnTo>
                    <a:lnTo>
                      <a:pt x="0" y="52"/>
                    </a:lnTo>
                    <a:lnTo>
                      <a:pt x="0" y="5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2" name="Rectangle 43">
                <a:extLst>
                  <a:ext uri="{FF2B5EF4-FFF2-40B4-BE49-F238E27FC236}">
                    <a16:creationId xmlns:a16="http://schemas.microsoft.com/office/drawing/2014/main" id="{4ABD6780-0603-8625-842D-A842ABC9ED11}"/>
                  </a:ext>
                </a:extLst>
              </p:cNvPr>
              <p:cNvSpPr>
                <a:spLocks noChangeArrowheads="1"/>
              </p:cNvSpPr>
              <p:nvPr/>
            </p:nvSpPr>
            <p:spPr bwMode="auto">
              <a:xfrm>
                <a:off x="8666163" y="3149600"/>
                <a:ext cx="696913" cy="8096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3" name="Freeform 44">
                <a:extLst>
                  <a:ext uri="{FF2B5EF4-FFF2-40B4-BE49-F238E27FC236}">
                    <a16:creationId xmlns:a16="http://schemas.microsoft.com/office/drawing/2014/main" id="{E8C2591C-469B-A189-A95B-FE53B91FC320}"/>
                  </a:ext>
                </a:extLst>
              </p:cNvPr>
              <p:cNvSpPr>
                <a:spLocks/>
              </p:cNvSpPr>
              <p:nvPr/>
            </p:nvSpPr>
            <p:spPr bwMode="auto">
              <a:xfrm>
                <a:off x="8694738" y="3529013"/>
                <a:ext cx="320675" cy="80963"/>
              </a:xfrm>
              <a:custGeom>
                <a:avLst/>
                <a:gdLst/>
                <a:ahLst/>
                <a:cxnLst>
                  <a:cxn ang="0">
                    <a:pos x="18" y="22"/>
                  </a:cxn>
                  <a:cxn ang="0">
                    <a:pos x="18" y="22"/>
                  </a:cxn>
                  <a:cxn ang="0">
                    <a:pos x="0" y="51"/>
                  </a:cxn>
                  <a:cxn ang="0">
                    <a:pos x="202" y="51"/>
                  </a:cxn>
                  <a:cxn ang="0">
                    <a:pos x="202" y="0"/>
                  </a:cxn>
                  <a:cxn ang="0">
                    <a:pos x="35" y="0"/>
                  </a:cxn>
                  <a:cxn ang="0">
                    <a:pos x="35" y="0"/>
                  </a:cxn>
                  <a:cxn ang="0">
                    <a:pos x="26" y="11"/>
                  </a:cxn>
                  <a:cxn ang="0">
                    <a:pos x="18" y="22"/>
                  </a:cxn>
                  <a:cxn ang="0">
                    <a:pos x="18" y="22"/>
                  </a:cxn>
                </a:cxnLst>
                <a:rect l="0" t="0" r="r" b="b"/>
                <a:pathLst>
                  <a:path w="202" h="51">
                    <a:moveTo>
                      <a:pt x="18" y="22"/>
                    </a:moveTo>
                    <a:lnTo>
                      <a:pt x="18" y="22"/>
                    </a:lnTo>
                    <a:lnTo>
                      <a:pt x="0" y="51"/>
                    </a:lnTo>
                    <a:lnTo>
                      <a:pt x="202" y="51"/>
                    </a:lnTo>
                    <a:lnTo>
                      <a:pt x="202" y="0"/>
                    </a:lnTo>
                    <a:lnTo>
                      <a:pt x="35" y="0"/>
                    </a:lnTo>
                    <a:lnTo>
                      <a:pt x="35" y="0"/>
                    </a:lnTo>
                    <a:lnTo>
                      <a:pt x="26" y="11"/>
                    </a:lnTo>
                    <a:lnTo>
                      <a:pt x="18" y="22"/>
                    </a:lnTo>
                    <a:lnTo>
                      <a:pt x="18"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4" name="Freeform 14">
              <a:extLst>
                <a:ext uri="{FF2B5EF4-FFF2-40B4-BE49-F238E27FC236}">
                  <a16:creationId xmlns:a16="http://schemas.microsoft.com/office/drawing/2014/main" id="{1083E96F-A0A6-A897-AD67-41FBE9CA3A24}"/>
                </a:ext>
              </a:extLst>
            </p:cNvPr>
            <p:cNvSpPr>
              <a:spLocks noEditPoints="1"/>
            </p:cNvSpPr>
            <p:nvPr/>
          </p:nvSpPr>
          <p:spPr bwMode="auto">
            <a:xfrm>
              <a:off x="7856788" y="4198807"/>
              <a:ext cx="368408" cy="476601"/>
            </a:xfrm>
            <a:custGeom>
              <a:avLst/>
              <a:gdLst/>
              <a:ahLst/>
              <a:cxnLst>
                <a:cxn ang="0">
                  <a:pos x="415" y="1240"/>
                </a:cxn>
                <a:cxn ang="0">
                  <a:pos x="250" y="1086"/>
                </a:cxn>
                <a:cxn ang="0">
                  <a:pos x="147" y="929"/>
                </a:cxn>
                <a:cxn ang="0">
                  <a:pos x="71" y="748"/>
                </a:cxn>
                <a:cxn ang="0">
                  <a:pos x="8" y="430"/>
                </a:cxn>
                <a:cxn ang="0">
                  <a:pos x="17" y="198"/>
                </a:cxn>
                <a:cxn ang="0">
                  <a:pos x="170" y="169"/>
                </a:cxn>
                <a:cxn ang="0">
                  <a:pos x="385" y="78"/>
                </a:cxn>
                <a:cxn ang="0">
                  <a:pos x="530" y="5"/>
                </a:cxn>
                <a:cxn ang="0">
                  <a:pos x="722" y="110"/>
                </a:cxn>
                <a:cxn ang="0">
                  <a:pos x="911" y="181"/>
                </a:cxn>
                <a:cxn ang="0">
                  <a:pos x="1038" y="215"/>
                </a:cxn>
                <a:cxn ang="0">
                  <a:pos x="1023" y="501"/>
                </a:cxn>
                <a:cxn ang="0">
                  <a:pos x="968" y="754"/>
                </a:cxn>
                <a:cxn ang="0">
                  <a:pos x="867" y="977"/>
                </a:cxn>
                <a:cxn ang="0">
                  <a:pos x="766" y="1116"/>
                </a:cxn>
                <a:cxn ang="0">
                  <a:pos x="623" y="1242"/>
                </a:cxn>
                <a:cxn ang="0">
                  <a:pos x="513" y="1295"/>
                </a:cxn>
                <a:cxn ang="0">
                  <a:pos x="341" y="177"/>
                </a:cxn>
                <a:cxn ang="0">
                  <a:pos x="124" y="253"/>
                </a:cxn>
                <a:cxn ang="0">
                  <a:pos x="78" y="341"/>
                </a:cxn>
                <a:cxn ang="0">
                  <a:pos x="116" y="625"/>
                </a:cxn>
                <a:cxn ang="0">
                  <a:pos x="177" y="815"/>
                </a:cxn>
                <a:cxn ang="0">
                  <a:pos x="286" y="1009"/>
                </a:cxn>
                <a:cxn ang="0">
                  <a:pos x="402" y="1137"/>
                </a:cxn>
                <a:cxn ang="0">
                  <a:pos x="528" y="1225"/>
                </a:cxn>
                <a:cxn ang="0">
                  <a:pos x="625" y="1162"/>
                </a:cxn>
                <a:cxn ang="0">
                  <a:pos x="741" y="1048"/>
                </a:cxn>
                <a:cxn ang="0">
                  <a:pos x="857" y="863"/>
                </a:cxn>
                <a:cxn ang="0">
                  <a:pos x="924" y="682"/>
                </a:cxn>
                <a:cxn ang="0">
                  <a:pos x="974" y="402"/>
                </a:cxn>
                <a:cxn ang="0">
                  <a:pos x="962" y="259"/>
                </a:cxn>
                <a:cxn ang="0">
                  <a:pos x="714" y="177"/>
                </a:cxn>
                <a:cxn ang="0">
                  <a:pos x="518" y="85"/>
                </a:cxn>
                <a:cxn ang="0">
                  <a:pos x="448" y="1122"/>
                </a:cxn>
                <a:cxn ang="0">
                  <a:pos x="343" y="1017"/>
                </a:cxn>
                <a:cxn ang="0">
                  <a:pos x="233" y="840"/>
                </a:cxn>
                <a:cxn ang="0">
                  <a:pos x="168" y="668"/>
                </a:cxn>
                <a:cxn ang="0">
                  <a:pos x="124" y="409"/>
                </a:cxn>
                <a:cxn ang="0">
                  <a:pos x="236" y="263"/>
                </a:cxn>
                <a:cxn ang="0">
                  <a:pos x="492" y="146"/>
                </a:cxn>
                <a:cxn ang="0">
                  <a:pos x="707" y="217"/>
                </a:cxn>
                <a:cxn ang="0">
                  <a:pos x="937" y="295"/>
                </a:cxn>
                <a:cxn ang="0">
                  <a:pos x="909" y="573"/>
                </a:cxn>
                <a:cxn ang="0">
                  <a:pos x="855" y="764"/>
                </a:cxn>
                <a:cxn ang="0">
                  <a:pos x="758" y="956"/>
                </a:cxn>
                <a:cxn ang="0">
                  <a:pos x="657" y="1080"/>
                </a:cxn>
                <a:cxn ang="0">
                  <a:pos x="528" y="1179"/>
                </a:cxn>
                <a:cxn ang="0">
                  <a:pos x="436" y="249"/>
                </a:cxn>
                <a:cxn ang="0">
                  <a:pos x="227" y="331"/>
                </a:cxn>
                <a:cxn ang="0">
                  <a:pos x="185" y="398"/>
                </a:cxn>
                <a:cxn ang="0">
                  <a:pos x="215" y="634"/>
                </a:cxn>
                <a:cxn ang="0">
                  <a:pos x="273" y="804"/>
                </a:cxn>
                <a:cxn ang="0">
                  <a:pos x="301" y="846"/>
                </a:cxn>
                <a:cxn ang="0">
                  <a:pos x="282" y="767"/>
                </a:cxn>
                <a:cxn ang="0">
                  <a:pos x="255" y="611"/>
                </a:cxn>
                <a:cxn ang="0">
                  <a:pos x="267" y="465"/>
                </a:cxn>
                <a:cxn ang="0">
                  <a:pos x="297" y="396"/>
                </a:cxn>
                <a:cxn ang="0">
                  <a:pos x="423" y="284"/>
                </a:cxn>
                <a:cxn ang="0">
                  <a:pos x="474" y="234"/>
                </a:cxn>
              </a:cxnLst>
              <a:rect l="0" t="0" r="r" b="b"/>
              <a:pathLst>
                <a:path w="1038" h="1299">
                  <a:moveTo>
                    <a:pt x="513" y="1295"/>
                  </a:moveTo>
                  <a:lnTo>
                    <a:pt x="513" y="1295"/>
                  </a:lnTo>
                  <a:lnTo>
                    <a:pt x="478" y="1278"/>
                  </a:lnTo>
                  <a:lnTo>
                    <a:pt x="450" y="1263"/>
                  </a:lnTo>
                  <a:lnTo>
                    <a:pt x="415" y="1240"/>
                  </a:lnTo>
                  <a:lnTo>
                    <a:pt x="377" y="1211"/>
                  </a:lnTo>
                  <a:lnTo>
                    <a:pt x="337" y="1177"/>
                  </a:lnTo>
                  <a:lnTo>
                    <a:pt x="293" y="1135"/>
                  </a:lnTo>
                  <a:lnTo>
                    <a:pt x="273" y="1110"/>
                  </a:lnTo>
                  <a:lnTo>
                    <a:pt x="250" y="1086"/>
                  </a:lnTo>
                  <a:lnTo>
                    <a:pt x="250" y="1086"/>
                  </a:lnTo>
                  <a:lnTo>
                    <a:pt x="221" y="1049"/>
                  </a:lnTo>
                  <a:lnTo>
                    <a:pt x="194" y="1011"/>
                  </a:lnTo>
                  <a:lnTo>
                    <a:pt x="170" y="971"/>
                  </a:lnTo>
                  <a:lnTo>
                    <a:pt x="147" y="929"/>
                  </a:lnTo>
                  <a:lnTo>
                    <a:pt x="126" y="887"/>
                  </a:lnTo>
                  <a:lnTo>
                    <a:pt x="105" y="842"/>
                  </a:lnTo>
                  <a:lnTo>
                    <a:pt x="88" y="796"/>
                  </a:lnTo>
                  <a:lnTo>
                    <a:pt x="71" y="748"/>
                  </a:lnTo>
                  <a:lnTo>
                    <a:pt x="71" y="748"/>
                  </a:lnTo>
                  <a:lnTo>
                    <a:pt x="53" y="689"/>
                  </a:lnTo>
                  <a:lnTo>
                    <a:pt x="38" y="628"/>
                  </a:lnTo>
                  <a:lnTo>
                    <a:pt x="25" y="564"/>
                  </a:lnTo>
                  <a:lnTo>
                    <a:pt x="15" y="499"/>
                  </a:lnTo>
                  <a:lnTo>
                    <a:pt x="8" y="430"/>
                  </a:lnTo>
                  <a:lnTo>
                    <a:pt x="4" y="360"/>
                  </a:lnTo>
                  <a:lnTo>
                    <a:pt x="0" y="289"/>
                  </a:lnTo>
                  <a:lnTo>
                    <a:pt x="2" y="215"/>
                  </a:lnTo>
                  <a:lnTo>
                    <a:pt x="2" y="198"/>
                  </a:lnTo>
                  <a:lnTo>
                    <a:pt x="17" y="198"/>
                  </a:lnTo>
                  <a:lnTo>
                    <a:pt x="17" y="198"/>
                  </a:lnTo>
                  <a:lnTo>
                    <a:pt x="55" y="194"/>
                  </a:lnTo>
                  <a:lnTo>
                    <a:pt x="92" y="188"/>
                  </a:lnTo>
                  <a:lnTo>
                    <a:pt x="130" y="181"/>
                  </a:lnTo>
                  <a:lnTo>
                    <a:pt x="170" y="169"/>
                  </a:lnTo>
                  <a:lnTo>
                    <a:pt x="208" y="156"/>
                  </a:lnTo>
                  <a:lnTo>
                    <a:pt x="246" y="143"/>
                  </a:lnTo>
                  <a:lnTo>
                    <a:pt x="282" y="127"/>
                  </a:lnTo>
                  <a:lnTo>
                    <a:pt x="318" y="110"/>
                  </a:lnTo>
                  <a:lnTo>
                    <a:pt x="385" y="78"/>
                  </a:lnTo>
                  <a:lnTo>
                    <a:pt x="440" y="47"/>
                  </a:lnTo>
                  <a:lnTo>
                    <a:pt x="484" y="23"/>
                  </a:lnTo>
                  <a:lnTo>
                    <a:pt x="511" y="5"/>
                  </a:lnTo>
                  <a:lnTo>
                    <a:pt x="520" y="0"/>
                  </a:lnTo>
                  <a:lnTo>
                    <a:pt x="530" y="5"/>
                  </a:lnTo>
                  <a:lnTo>
                    <a:pt x="530" y="5"/>
                  </a:lnTo>
                  <a:lnTo>
                    <a:pt x="556" y="23"/>
                  </a:lnTo>
                  <a:lnTo>
                    <a:pt x="600" y="47"/>
                  </a:lnTo>
                  <a:lnTo>
                    <a:pt x="657" y="78"/>
                  </a:lnTo>
                  <a:lnTo>
                    <a:pt x="722" y="110"/>
                  </a:lnTo>
                  <a:lnTo>
                    <a:pt x="758" y="125"/>
                  </a:lnTo>
                  <a:lnTo>
                    <a:pt x="796" y="143"/>
                  </a:lnTo>
                  <a:lnTo>
                    <a:pt x="834" y="156"/>
                  </a:lnTo>
                  <a:lnTo>
                    <a:pt x="873" y="169"/>
                  </a:lnTo>
                  <a:lnTo>
                    <a:pt x="911" y="181"/>
                  </a:lnTo>
                  <a:lnTo>
                    <a:pt x="949" y="188"/>
                  </a:lnTo>
                  <a:lnTo>
                    <a:pt x="985" y="194"/>
                  </a:lnTo>
                  <a:lnTo>
                    <a:pt x="1021" y="198"/>
                  </a:lnTo>
                  <a:lnTo>
                    <a:pt x="1038" y="198"/>
                  </a:lnTo>
                  <a:lnTo>
                    <a:pt x="1038" y="215"/>
                  </a:lnTo>
                  <a:lnTo>
                    <a:pt x="1038" y="215"/>
                  </a:lnTo>
                  <a:lnTo>
                    <a:pt x="1038" y="289"/>
                  </a:lnTo>
                  <a:lnTo>
                    <a:pt x="1036" y="362"/>
                  </a:lnTo>
                  <a:lnTo>
                    <a:pt x="1031" y="432"/>
                  </a:lnTo>
                  <a:lnTo>
                    <a:pt x="1023" y="501"/>
                  </a:lnTo>
                  <a:lnTo>
                    <a:pt x="1014" y="567"/>
                  </a:lnTo>
                  <a:lnTo>
                    <a:pt x="1000" y="632"/>
                  </a:lnTo>
                  <a:lnTo>
                    <a:pt x="985" y="695"/>
                  </a:lnTo>
                  <a:lnTo>
                    <a:pt x="968" y="754"/>
                  </a:lnTo>
                  <a:lnTo>
                    <a:pt x="968" y="754"/>
                  </a:lnTo>
                  <a:lnTo>
                    <a:pt x="951" y="802"/>
                  </a:lnTo>
                  <a:lnTo>
                    <a:pt x="932" y="847"/>
                  </a:lnTo>
                  <a:lnTo>
                    <a:pt x="913" y="893"/>
                  </a:lnTo>
                  <a:lnTo>
                    <a:pt x="892" y="935"/>
                  </a:lnTo>
                  <a:lnTo>
                    <a:pt x="867" y="977"/>
                  </a:lnTo>
                  <a:lnTo>
                    <a:pt x="842" y="1015"/>
                  </a:lnTo>
                  <a:lnTo>
                    <a:pt x="815" y="1053"/>
                  </a:lnTo>
                  <a:lnTo>
                    <a:pt x="789" y="1089"/>
                  </a:lnTo>
                  <a:lnTo>
                    <a:pt x="789" y="1089"/>
                  </a:lnTo>
                  <a:lnTo>
                    <a:pt x="766" y="1116"/>
                  </a:lnTo>
                  <a:lnTo>
                    <a:pt x="745" y="1139"/>
                  </a:lnTo>
                  <a:lnTo>
                    <a:pt x="722" y="1160"/>
                  </a:lnTo>
                  <a:lnTo>
                    <a:pt x="701" y="1181"/>
                  </a:lnTo>
                  <a:lnTo>
                    <a:pt x="661" y="1215"/>
                  </a:lnTo>
                  <a:lnTo>
                    <a:pt x="623" y="1242"/>
                  </a:lnTo>
                  <a:lnTo>
                    <a:pt x="589" y="1265"/>
                  </a:lnTo>
                  <a:lnTo>
                    <a:pt x="560" y="1280"/>
                  </a:lnTo>
                  <a:lnTo>
                    <a:pt x="526" y="1295"/>
                  </a:lnTo>
                  <a:lnTo>
                    <a:pt x="520" y="1299"/>
                  </a:lnTo>
                  <a:lnTo>
                    <a:pt x="513" y="1295"/>
                  </a:lnTo>
                  <a:close/>
                  <a:moveTo>
                    <a:pt x="518" y="85"/>
                  </a:moveTo>
                  <a:lnTo>
                    <a:pt x="518" y="85"/>
                  </a:lnTo>
                  <a:lnTo>
                    <a:pt x="444" y="125"/>
                  </a:lnTo>
                  <a:lnTo>
                    <a:pt x="396" y="150"/>
                  </a:lnTo>
                  <a:lnTo>
                    <a:pt x="341" y="177"/>
                  </a:lnTo>
                  <a:lnTo>
                    <a:pt x="282" y="202"/>
                  </a:lnTo>
                  <a:lnTo>
                    <a:pt x="219" y="225"/>
                  </a:lnTo>
                  <a:lnTo>
                    <a:pt x="189" y="236"/>
                  </a:lnTo>
                  <a:lnTo>
                    <a:pt x="156" y="244"/>
                  </a:lnTo>
                  <a:lnTo>
                    <a:pt x="124" y="253"/>
                  </a:lnTo>
                  <a:lnTo>
                    <a:pt x="93" y="259"/>
                  </a:lnTo>
                  <a:lnTo>
                    <a:pt x="76" y="263"/>
                  </a:lnTo>
                  <a:lnTo>
                    <a:pt x="76" y="280"/>
                  </a:lnTo>
                  <a:lnTo>
                    <a:pt x="76" y="280"/>
                  </a:lnTo>
                  <a:lnTo>
                    <a:pt x="78" y="341"/>
                  </a:lnTo>
                  <a:lnTo>
                    <a:pt x="82" y="400"/>
                  </a:lnTo>
                  <a:lnTo>
                    <a:pt x="88" y="459"/>
                  </a:lnTo>
                  <a:lnTo>
                    <a:pt x="95" y="516"/>
                  </a:lnTo>
                  <a:lnTo>
                    <a:pt x="105" y="571"/>
                  </a:lnTo>
                  <a:lnTo>
                    <a:pt x="116" y="625"/>
                  </a:lnTo>
                  <a:lnTo>
                    <a:pt x="130" y="676"/>
                  </a:lnTo>
                  <a:lnTo>
                    <a:pt x="145" y="727"/>
                  </a:lnTo>
                  <a:lnTo>
                    <a:pt x="145" y="727"/>
                  </a:lnTo>
                  <a:lnTo>
                    <a:pt x="160" y="771"/>
                  </a:lnTo>
                  <a:lnTo>
                    <a:pt x="177" y="815"/>
                  </a:lnTo>
                  <a:lnTo>
                    <a:pt x="196" y="857"/>
                  </a:lnTo>
                  <a:lnTo>
                    <a:pt x="215" y="897"/>
                  </a:lnTo>
                  <a:lnTo>
                    <a:pt x="238" y="937"/>
                  </a:lnTo>
                  <a:lnTo>
                    <a:pt x="261" y="973"/>
                  </a:lnTo>
                  <a:lnTo>
                    <a:pt x="286" y="1009"/>
                  </a:lnTo>
                  <a:lnTo>
                    <a:pt x="313" y="1044"/>
                  </a:lnTo>
                  <a:lnTo>
                    <a:pt x="313" y="1044"/>
                  </a:lnTo>
                  <a:lnTo>
                    <a:pt x="343" y="1078"/>
                  </a:lnTo>
                  <a:lnTo>
                    <a:pt x="373" y="1110"/>
                  </a:lnTo>
                  <a:lnTo>
                    <a:pt x="402" y="1137"/>
                  </a:lnTo>
                  <a:lnTo>
                    <a:pt x="431" y="1160"/>
                  </a:lnTo>
                  <a:lnTo>
                    <a:pt x="455" y="1181"/>
                  </a:lnTo>
                  <a:lnTo>
                    <a:pt x="480" y="1196"/>
                  </a:lnTo>
                  <a:lnTo>
                    <a:pt x="518" y="1221"/>
                  </a:lnTo>
                  <a:lnTo>
                    <a:pt x="528" y="1225"/>
                  </a:lnTo>
                  <a:lnTo>
                    <a:pt x="537" y="1221"/>
                  </a:lnTo>
                  <a:lnTo>
                    <a:pt x="537" y="1221"/>
                  </a:lnTo>
                  <a:lnTo>
                    <a:pt x="575" y="1198"/>
                  </a:lnTo>
                  <a:lnTo>
                    <a:pt x="600" y="1181"/>
                  </a:lnTo>
                  <a:lnTo>
                    <a:pt x="625" y="1162"/>
                  </a:lnTo>
                  <a:lnTo>
                    <a:pt x="654" y="1139"/>
                  </a:lnTo>
                  <a:lnTo>
                    <a:pt x="682" y="1112"/>
                  </a:lnTo>
                  <a:lnTo>
                    <a:pt x="711" y="1082"/>
                  </a:lnTo>
                  <a:lnTo>
                    <a:pt x="741" y="1048"/>
                  </a:lnTo>
                  <a:lnTo>
                    <a:pt x="741" y="1048"/>
                  </a:lnTo>
                  <a:lnTo>
                    <a:pt x="768" y="1015"/>
                  </a:lnTo>
                  <a:lnTo>
                    <a:pt x="793" y="979"/>
                  </a:lnTo>
                  <a:lnTo>
                    <a:pt x="815" y="943"/>
                  </a:lnTo>
                  <a:lnTo>
                    <a:pt x="838" y="903"/>
                  </a:lnTo>
                  <a:lnTo>
                    <a:pt x="857" y="863"/>
                  </a:lnTo>
                  <a:lnTo>
                    <a:pt x="876" y="821"/>
                  </a:lnTo>
                  <a:lnTo>
                    <a:pt x="894" y="777"/>
                  </a:lnTo>
                  <a:lnTo>
                    <a:pt x="909" y="733"/>
                  </a:lnTo>
                  <a:lnTo>
                    <a:pt x="909" y="733"/>
                  </a:lnTo>
                  <a:lnTo>
                    <a:pt x="924" y="682"/>
                  </a:lnTo>
                  <a:lnTo>
                    <a:pt x="939" y="628"/>
                  </a:lnTo>
                  <a:lnTo>
                    <a:pt x="951" y="575"/>
                  </a:lnTo>
                  <a:lnTo>
                    <a:pt x="960" y="518"/>
                  </a:lnTo>
                  <a:lnTo>
                    <a:pt x="968" y="461"/>
                  </a:lnTo>
                  <a:lnTo>
                    <a:pt x="974" y="402"/>
                  </a:lnTo>
                  <a:lnTo>
                    <a:pt x="977" y="341"/>
                  </a:lnTo>
                  <a:lnTo>
                    <a:pt x="979" y="278"/>
                  </a:lnTo>
                  <a:lnTo>
                    <a:pt x="979" y="261"/>
                  </a:lnTo>
                  <a:lnTo>
                    <a:pt x="962" y="259"/>
                  </a:lnTo>
                  <a:lnTo>
                    <a:pt x="962" y="259"/>
                  </a:lnTo>
                  <a:lnTo>
                    <a:pt x="930" y="251"/>
                  </a:lnTo>
                  <a:lnTo>
                    <a:pt x="899" y="244"/>
                  </a:lnTo>
                  <a:lnTo>
                    <a:pt x="836" y="225"/>
                  </a:lnTo>
                  <a:lnTo>
                    <a:pt x="774" y="202"/>
                  </a:lnTo>
                  <a:lnTo>
                    <a:pt x="714" y="177"/>
                  </a:lnTo>
                  <a:lnTo>
                    <a:pt x="661" y="150"/>
                  </a:lnTo>
                  <a:lnTo>
                    <a:pt x="612" y="125"/>
                  </a:lnTo>
                  <a:lnTo>
                    <a:pt x="539" y="85"/>
                  </a:lnTo>
                  <a:lnTo>
                    <a:pt x="528" y="80"/>
                  </a:lnTo>
                  <a:lnTo>
                    <a:pt x="518" y="85"/>
                  </a:lnTo>
                  <a:close/>
                  <a:moveTo>
                    <a:pt x="528" y="1179"/>
                  </a:moveTo>
                  <a:lnTo>
                    <a:pt x="528" y="1179"/>
                  </a:lnTo>
                  <a:lnTo>
                    <a:pt x="493" y="1156"/>
                  </a:lnTo>
                  <a:lnTo>
                    <a:pt x="471" y="1141"/>
                  </a:lnTo>
                  <a:lnTo>
                    <a:pt x="448" y="1122"/>
                  </a:lnTo>
                  <a:lnTo>
                    <a:pt x="423" y="1101"/>
                  </a:lnTo>
                  <a:lnTo>
                    <a:pt x="396" y="1076"/>
                  </a:lnTo>
                  <a:lnTo>
                    <a:pt x="372" y="1049"/>
                  </a:lnTo>
                  <a:lnTo>
                    <a:pt x="343" y="1017"/>
                  </a:lnTo>
                  <a:lnTo>
                    <a:pt x="343" y="1017"/>
                  </a:lnTo>
                  <a:lnTo>
                    <a:pt x="318" y="985"/>
                  </a:lnTo>
                  <a:lnTo>
                    <a:pt x="295" y="950"/>
                  </a:lnTo>
                  <a:lnTo>
                    <a:pt x="273" y="916"/>
                  </a:lnTo>
                  <a:lnTo>
                    <a:pt x="252" y="878"/>
                  </a:lnTo>
                  <a:lnTo>
                    <a:pt x="233" y="840"/>
                  </a:lnTo>
                  <a:lnTo>
                    <a:pt x="213" y="800"/>
                  </a:lnTo>
                  <a:lnTo>
                    <a:pt x="198" y="758"/>
                  </a:lnTo>
                  <a:lnTo>
                    <a:pt x="183" y="714"/>
                  </a:lnTo>
                  <a:lnTo>
                    <a:pt x="183" y="714"/>
                  </a:lnTo>
                  <a:lnTo>
                    <a:pt x="168" y="668"/>
                  </a:lnTo>
                  <a:lnTo>
                    <a:pt x="156" y="619"/>
                  </a:lnTo>
                  <a:lnTo>
                    <a:pt x="145" y="569"/>
                  </a:lnTo>
                  <a:lnTo>
                    <a:pt x="135" y="516"/>
                  </a:lnTo>
                  <a:lnTo>
                    <a:pt x="130" y="463"/>
                  </a:lnTo>
                  <a:lnTo>
                    <a:pt x="124" y="409"/>
                  </a:lnTo>
                  <a:lnTo>
                    <a:pt x="120" y="352"/>
                  </a:lnTo>
                  <a:lnTo>
                    <a:pt x="118" y="295"/>
                  </a:lnTo>
                  <a:lnTo>
                    <a:pt x="118" y="295"/>
                  </a:lnTo>
                  <a:lnTo>
                    <a:pt x="177" y="282"/>
                  </a:lnTo>
                  <a:lnTo>
                    <a:pt x="236" y="263"/>
                  </a:lnTo>
                  <a:lnTo>
                    <a:pt x="293" y="242"/>
                  </a:lnTo>
                  <a:lnTo>
                    <a:pt x="349" y="219"/>
                  </a:lnTo>
                  <a:lnTo>
                    <a:pt x="400" y="194"/>
                  </a:lnTo>
                  <a:lnTo>
                    <a:pt x="450" y="169"/>
                  </a:lnTo>
                  <a:lnTo>
                    <a:pt x="492" y="146"/>
                  </a:lnTo>
                  <a:lnTo>
                    <a:pt x="528" y="125"/>
                  </a:lnTo>
                  <a:lnTo>
                    <a:pt x="528" y="125"/>
                  </a:lnTo>
                  <a:lnTo>
                    <a:pt x="608" y="169"/>
                  </a:lnTo>
                  <a:lnTo>
                    <a:pt x="655" y="194"/>
                  </a:lnTo>
                  <a:lnTo>
                    <a:pt x="707" y="217"/>
                  </a:lnTo>
                  <a:lnTo>
                    <a:pt x="762" y="242"/>
                  </a:lnTo>
                  <a:lnTo>
                    <a:pt x="819" y="263"/>
                  </a:lnTo>
                  <a:lnTo>
                    <a:pt x="878" y="282"/>
                  </a:lnTo>
                  <a:lnTo>
                    <a:pt x="937" y="295"/>
                  </a:lnTo>
                  <a:lnTo>
                    <a:pt x="937" y="295"/>
                  </a:lnTo>
                  <a:lnTo>
                    <a:pt x="935" y="354"/>
                  </a:lnTo>
                  <a:lnTo>
                    <a:pt x="932" y="411"/>
                  </a:lnTo>
                  <a:lnTo>
                    <a:pt x="926" y="466"/>
                  </a:lnTo>
                  <a:lnTo>
                    <a:pt x="918" y="520"/>
                  </a:lnTo>
                  <a:lnTo>
                    <a:pt x="909" y="573"/>
                  </a:lnTo>
                  <a:lnTo>
                    <a:pt x="897" y="623"/>
                  </a:lnTo>
                  <a:lnTo>
                    <a:pt x="886" y="672"/>
                  </a:lnTo>
                  <a:lnTo>
                    <a:pt x="871" y="720"/>
                  </a:lnTo>
                  <a:lnTo>
                    <a:pt x="871" y="720"/>
                  </a:lnTo>
                  <a:lnTo>
                    <a:pt x="855" y="764"/>
                  </a:lnTo>
                  <a:lnTo>
                    <a:pt x="840" y="806"/>
                  </a:lnTo>
                  <a:lnTo>
                    <a:pt x="821" y="846"/>
                  </a:lnTo>
                  <a:lnTo>
                    <a:pt x="802" y="884"/>
                  </a:lnTo>
                  <a:lnTo>
                    <a:pt x="781" y="920"/>
                  </a:lnTo>
                  <a:lnTo>
                    <a:pt x="758" y="956"/>
                  </a:lnTo>
                  <a:lnTo>
                    <a:pt x="735" y="990"/>
                  </a:lnTo>
                  <a:lnTo>
                    <a:pt x="711" y="1023"/>
                  </a:lnTo>
                  <a:lnTo>
                    <a:pt x="711" y="1023"/>
                  </a:lnTo>
                  <a:lnTo>
                    <a:pt x="684" y="1053"/>
                  </a:lnTo>
                  <a:lnTo>
                    <a:pt x="657" y="1080"/>
                  </a:lnTo>
                  <a:lnTo>
                    <a:pt x="633" y="1105"/>
                  </a:lnTo>
                  <a:lnTo>
                    <a:pt x="608" y="1124"/>
                  </a:lnTo>
                  <a:lnTo>
                    <a:pt x="585" y="1143"/>
                  </a:lnTo>
                  <a:lnTo>
                    <a:pt x="564" y="1158"/>
                  </a:lnTo>
                  <a:lnTo>
                    <a:pt x="528" y="1179"/>
                  </a:lnTo>
                  <a:lnTo>
                    <a:pt x="528" y="1179"/>
                  </a:lnTo>
                  <a:close/>
                  <a:moveTo>
                    <a:pt x="473" y="230"/>
                  </a:moveTo>
                  <a:lnTo>
                    <a:pt x="473" y="230"/>
                  </a:lnTo>
                  <a:lnTo>
                    <a:pt x="436" y="249"/>
                  </a:lnTo>
                  <a:lnTo>
                    <a:pt x="436" y="249"/>
                  </a:lnTo>
                  <a:lnTo>
                    <a:pt x="387" y="274"/>
                  </a:lnTo>
                  <a:lnTo>
                    <a:pt x="328" y="299"/>
                  </a:lnTo>
                  <a:lnTo>
                    <a:pt x="295" y="312"/>
                  </a:lnTo>
                  <a:lnTo>
                    <a:pt x="261" y="322"/>
                  </a:lnTo>
                  <a:lnTo>
                    <a:pt x="227" y="331"/>
                  </a:lnTo>
                  <a:lnTo>
                    <a:pt x="191" y="339"/>
                  </a:lnTo>
                  <a:lnTo>
                    <a:pt x="185" y="341"/>
                  </a:lnTo>
                  <a:lnTo>
                    <a:pt x="185" y="346"/>
                  </a:lnTo>
                  <a:lnTo>
                    <a:pt x="185" y="346"/>
                  </a:lnTo>
                  <a:lnTo>
                    <a:pt x="185" y="398"/>
                  </a:lnTo>
                  <a:lnTo>
                    <a:pt x="189" y="447"/>
                  </a:lnTo>
                  <a:lnTo>
                    <a:pt x="193" y="497"/>
                  </a:lnTo>
                  <a:lnTo>
                    <a:pt x="198" y="543"/>
                  </a:lnTo>
                  <a:lnTo>
                    <a:pt x="206" y="588"/>
                  </a:lnTo>
                  <a:lnTo>
                    <a:pt x="215" y="634"/>
                  </a:lnTo>
                  <a:lnTo>
                    <a:pt x="227" y="678"/>
                  </a:lnTo>
                  <a:lnTo>
                    <a:pt x="240" y="720"/>
                  </a:lnTo>
                  <a:lnTo>
                    <a:pt x="240" y="720"/>
                  </a:lnTo>
                  <a:lnTo>
                    <a:pt x="255" y="762"/>
                  </a:lnTo>
                  <a:lnTo>
                    <a:pt x="273" y="804"/>
                  </a:lnTo>
                  <a:lnTo>
                    <a:pt x="295" y="851"/>
                  </a:lnTo>
                  <a:lnTo>
                    <a:pt x="295" y="851"/>
                  </a:lnTo>
                  <a:lnTo>
                    <a:pt x="297" y="851"/>
                  </a:lnTo>
                  <a:lnTo>
                    <a:pt x="299" y="851"/>
                  </a:lnTo>
                  <a:lnTo>
                    <a:pt x="301" y="846"/>
                  </a:lnTo>
                  <a:lnTo>
                    <a:pt x="305" y="838"/>
                  </a:lnTo>
                  <a:lnTo>
                    <a:pt x="305" y="832"/>
                  </a:lnTo>
                  <a:lnTo>
                    <a:pt x="305" y="832"/>
                  </a:lnTo>
                  <a:lnTo>
                    <a:pt x="292" y="800"/>
                  </a:lnTo>
                  <a:lnTo>
                    <a:pt x="282" y="767"/>
                  </a:lnTo>
                  <a:lnTo>
                    <a:pt x="274" y="735"/>
                  </a:lnTo>
                  <a:lnTo>
                    <a:pt x="267" y="703"/>
                  </a:lnTo>
                  <a:lnTo>
                    <a:pt x="261" y="672"/>
                  </a:lnTo>
                  <a:lnTo>
                    <a:pt x="259" y="642"/>
                  </a:lnTo>
                  <a:lnTo>
                    <a:pt x="255" y="611"/>
                  </a:lnTo>
                  <a:lnTo>
                    <a:pt x="255" y="583"/>
                  </a:lnTo>
                  <a:lnTo>
                    <a:pt x="255" y="556"/>
                  </a:lnTo>
                  <a:lnTo>
                    <a:pt x="257" y="531"/>
                  </a:lnTo>
                  <a:lnTo>
                    <a:pt x="263" y="486"/>
                  </a:lnTo>
                  <a:lnTo>
                    <a:pt x="267" y="465"/>
                  </a:lnTo>
                  <a:lnTo>
                    <a:pt x="273" y="447"/>
                  </a:lnTo>
                  <a:lnTo>
                    <a:pt x="276" y="432"/>
                  </a:lnTo>
                  <a:lnTo>
                    <a:pt x="282" y="421"/>
                  </a:lnTo>
                  <a:lnTo>
                    <a:pt x="282" y="421"/>
                  </a:lnTo>
                  <a:lnTo>
                    <a:pt x="297" y="396"/>
                  </a:lnTo>
                  <a:lnTo>
                    <a:pt x="318" y="373"/>
                  </a:lnTo>
                  <a:lnTo>
                    <a:pt x="343" y="348"/>
                  </a:lnTo>
                  <a:lnTo>
                    <a:pt x="368" y="326"/>
                  </a:lnTo>
                  <a:lnTo>
                    <a:pt x="396" y="305"/>
                  </a:lnTo>
                  <a:lnTo>
                    <a:pt x="423" y="284"/>
                  </a:lnTo>
                  <a:lnTo>
                    <a:pt x="474" y="249"/>
                  </a:lnTo>
                  <a:lnTo>
                    <a:pt x="474" y="249"/>
                  </a:lnTo>
                  <a:lnTo>
                    <a:pt x="474" y="246"/>
                  </a:lnTo>
                  <a:lnTo>
                    <a:pt x="474" y="240"/>
                  </a:lnTo>
                  <a:lnTo>
                    <a:pt x="474" y="234"/>
                  </a:lnTo>
                  <a:lnTo>
                    <a:pt x="473" y="230"/>
                  </a:lnTo>
                  <a:lnTo>
                    <a:pt x="473" y="230"/>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7" name="Title 1">
            <a:extLst>
              <a:ext uri="{FF2B5EF4-FFF2-40B4-BE49-F238E27FC236}">
                <a16:creationId xmlns:a16="http://schemas.microsoft.com/office/drawing/2014/main" id="{18639F36-0A50-16F4-C186-DA381E8CFD1B}"/>
              </a:ext>
            </a:extLst>
          </p:cNvPr>
          <p:cNvSpPr>
            <a:spLocks noGrp="1"/>
          </p:cNvSpPr>
          <p:nvPr/>
        </p:nvSpPr>
        <p:spPr>
          <a:xfrm>
            <a:off x="12157" y="19049"/>
            <a:ext cx="6219370" cy="828675"/>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endParaRPr lang="it-IT" sz="2800" cap="none" dirty="0">
              <a:solidFill>
                <a:schemeClr val="tx1"/>
              </a:solidFill>
            </a:endParaRPr>
          </a:p>
        </p:txBody>
      </p:sp>
      <p:sp>
        <p:nvSpPr>
          <p:cNvPr id="108" name="Title 1">
            <a:extLst>
              <a:ext uri="{FF2B5EF4-FFF2-40B4-BE49-F238E27FC236}">
                <a16:creationId xmlns:a16="http://schemas.microsoft.com/office/drawing/2014/main" id="{A6F0B64A-B0FD-429C-BD0E-1B0F5F2A688A}"/>
              </a:ext>
            </a:extLst>
          </p:cNvPr>
          <p:cNvSpPr>
            <a:spLocks noGrp="1"/>
          </p:cNvSpPr>
          <p:nvPr/>
        </p:nvSpPr>
        <p:spPr>
          <a:xfrm>
            <a:off x="12157" y="19049"/>
            <a:ext cx="5750468" cy="828675"/>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r>
              <a:rPr lang="en-US" sz="2800" cap="none" dirty="0">
                <a:solidFill>
                  <a:schemeClr val="tx1"/>
                </a:solidFill>
              </a:rPr>
              <a:t>CAREER COMPASS AI: </a:t>
            </a:r>
          </a:p>
          <a:p>
            <a:r>
              <a:rPr lang="en-US" sz="2800" cap="none" dirty="0">
                <a:solidFill>
                  <a:schemeClr val="tx1"/>
                </a:solidFill>
              </a:rPr>
              <a:t>I PRINCIPI DEL SISTEMA</a:t>
            </a:r>
          </a:p>
        </p:txBody>
      </p:sp>
      <p:sp>
        <p:nvSpPr>
          <p:cNvPr id="6" name="Rettangolo 5">
            <a:extLst>
              <a:ext uri="{FF2B5EF4-FFF2-40B4-BE49-F238E27FC236}">
                <a16:creationId xmlns:a16="http://schemas.microsoft.com/office/drawing/2014/main" id="{DE38766A-4DA6-ACFC-92EB-F52FA9B1DA90}"/>
              </a:ext>
            </a:extLst>
          </p:cNvPr>
          <p:cNvSpPr/>
          <p:nvPr/>
        </p:nvSpPr>
        <p:spPr>
          <a:xfrm>
            <a:off x="947271" y="1582208"/>
            <a:ext cx="3152775" cy="2325999"/>
          </a:xfrm>
          <a:prstGeom prst="rect">
            <a:avLst/>
          </a:prstGeom>
          <a:solidFill>
            <a:schemeClr val="bg1">
              <a:lumMod val="95000"/>
            </a:schemeClr>
          </a:solidFill>
          <a:ln w="9525">
            <a:solidFill>
              <a:srgbClr val="004E24"/>
            </a:solidFill>
          </a:ln>
          <a:effectLst>
            <a:outerShdw blurRad="50800" dist="38100" dir="5400000" algn="t" rotWithShape="0">
              <a:prstClr val="black">
                <a:alpha val="40000"/>
              </a:prstClr>
            </a:outerShdw>
            <a:softEdge rad="63500"/>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it-IT" sz="1200" dirty="0">
              <a:solidFill>
                <a:schemeClr val="bg2">
                  <a:lumMod val="10000"/>
                </a:schemeClr>
              </a:solidFill>
              <a:latin typeface="Calibri" panose="020F0502020204030204"/>
            </a:endParaRPr>
          </a:p>
        </p:txBody>
      </p:sp>
      <p:sp>
        <p:nvSpPr>
          <p:cNvPr id="2" name="CasellaDiTesto 1">
            <a:extLst>
              <a:ext uri="{FF2B5EF4-FFF2-40B4-BE49-F238E27FC236}">
                <a16:creationId xmlns:a16="http://schemas.microsoft.com/office/drawing/2014/main" id="{5B025914-515A-B890-C340-F899D51CBBD2}"/>
              </a:ext>
            </a:extLst>
          </p:cNvPr>
          <p:cNvSpPr txBox="1"/>
          <p:nvPr/>
        </p:nvSpPr>
        <p:spPr>
          <a:xfrm>
            <a:off x="939027" y="1633571"/>
            <a:ext cx="3122311" cy="2292935"/>
          </a:xfrm>
          <a:prstGeom prst="rect">
            <a:avLst/>
          </a:prstGeom>
          <a:noFill/>
        </p:spPr>
        <p:txBody>
          <a:bodyPr wrap="square">
            <a:spAutoFit/>
          </a:bodyPr>
          <a:lstStyle/>
          <a:p>
            <a:pPr algn="just"/>
            <a:r>
              <a:rPr lang="it-IT" sz="1100" dirty="0">
                <a:solidFill>
                  <a:schemeClr val="bg2">
                    <a:lumMod val="10000"/>
                  </a:schemeClr>
                </a:solidFill>
                <a:latin typeface="Calibri" panose="020F0502020204030204"/>
              </a:rPr>
              <a:t>Un sistema di orientamento al mondo del lavoro che tiene conto della </a:t>
            </a:r>
            <a:r>
              <a:rPr lang="it-IT" sz="1100" b="1" dirty="0">
                <a:solidFill>
                  <a:srgbClr val="4F7F4E"/>
                </a:solidFill>
                <a:latin typeface="Calibri" panose="020F0502020204030204"/>
              </a:rPr>
              <a:t>rapida evoluzione delle professioni</a:t>
            </a:r>
            <a:r>
              <a:rPr lang="it-IT" sz="1100" dirty="0">
                <a:solidFill>
                  <a:schemeClr val="bg2">
                    <a:lumMod val="10000"/>
                  </a:schemeClr>
                </a:solidFill>
                <a:latin typeface="Calibri" panose="020F0502020204030204"/>
              </a:rPr>
              <a:t>, superando i limiti degli attuali strumenti di classificazione tradizionali. Test standardizzati e approcci "trait-</a:t>
            </a:r>
            <a:r>
              <a:rPr lang="it-IT" sz="1100" dirty="0" err="1">
                <a:solidFill>
                  <a:schemeClr val="bg2">
                    <a:lumMod val="10000"/>
                  </a:schemeClr>
                </a:solidFill>
                <a:latin typeface="Calibri" panose="020F0502020204030204"/>
              </a:rPr>
              <a:t>factor</a:t>
            </a:r>
            <a:r>
              <a:rPr lang="it-IT" sz="1100" dirty="0">
                <a:solidFill>
                  <a:schemeClr val="bg2">
                    <a:lumMod val="10000"/>
                  </a:schemeClr>
                </a:solidFill>
                <a:latin typeface="Calibri" panose="020F0502020204030204"/>
              </a:rPr>
              <a:t>" non riescono a cogliere la complessità e la narratività dei percorsi individuali, la sfida del prototipo è quello di </a:t>
            </a:r>
            <a:r>
              <a:rPr lang="it-IT" sz="1100" b="1" dirty="0">
                <a:solidFill>
                  <a:srgbClr val="4F7F4E"/>
                </a:solidFill>
                <a:latin typeface="Calibri" panose="020F0502020204030204"/>
              </a:rPr>
              <a:t>superare un approccio a "taglie uniche" per offrire una classificazione realmente personalizzata e su misura per l’utente</a:t>
            </a:r>
            <a:r>
              <a:rPr lang="it-IT" sz="1100" dirty="0">
                <a:solidFill>
                  <a:schemeClr val="bg2">
                    <a:lumMod val="10000"/>
                  </a:schemeClr>
                </a:solidFill>
                <a:latin typeface="Calibri" panose="020F0502020204030204"/>
              </a:rPr>
              <a:t>. Un sistema realizzato in maniera tale da integrare  la potenza dei </a:t>
            </a:r>
            <a:r>
              <a:rPr lang="it-IT" sz="1100" b="1" dirty="0">
                <a:solidFill>
                  <a:srgbClr val="4F7F4E"/>
                </a:solidFill>
                <a:latin typeface="Calibri" panose="020F0502020204030204"/>
              </a:rPr>
              <a:t>Large Language Models </a:t>
            </a:r>
            <a:r>
              <a:rPr lang="it-IT" sz="1100" dirty="0">
                <a:solidFill>
                  <a:schemeClr val="bg2">
                    <a:lumMod val="10000"/>
                  </a:schemeClr>
                </a:solidFill>
                <a:latin typeface="Calibri" panose="020F0502020204030204"/>
              </a:rPr>
              <a:t>con la solidità delle </a:t>
            </a:r>
            <a:r>
              <a:rPr lang="it-IT" sz="1100" b="1" dirty="0">
                <a:solidFill>
                  <a:srgbClr val="4F7F4E"/>
                </a:solidFill>
                <a:latin typeface="Calibri" panose="020F0502020204030204"/>
              </a:rPr>
              <a:t>tassonomie ufficiali</a:t>
            </a:r>
            <a:r>
              <a:rPr lang="it-IT" sz="1100" dirty="0">
                <a:solidFill>
                  <a:schemeClr val="bg2">
                    <a:lumMod val="10000"/>
                  </a:schemeClr>
                </a:solidFill>
                <a:latin typeface="Calibri" panose="020F0502020204030204"/>
              </a:rPr>
              <a:t>.</a:t>
            </a:r>
          </a:p>
        </p:txBody>
      </p:sp>
    </p:spTree>
    <p:extLst>
      <p:ext uri="{BB962C8B-B14F-4D97-AF65-F5344CB8AC3E}">
        <p14:creationId xmlns:p14="http://schemas.microsoft.com/office/powerpoint/2010/main" val="16745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225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par>
                                <p:cTn id="8" presetID="42" presetClass="entr" presetSubtype="0" fill="hold" nodeType="withEffect">
                                  <p:stCondLst>
                                    <p:cond delay="27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0"/>
                                        <p:tgtEl>
                                          <p:spTgt spid="4"/>
                                        </p:tgtEl>
                                      </p:cBhvr>
                                    </p:animEffect>
                                    <p:anim calcmode="lin" valueType="num">
                                      <p:cBhvr>
                                        <p:cTn id="11" dur="2000" fill="hold"/>
                                        <p:tgtEl>
                                          <p:spTgt spid="4"/>
                                        </p:tgtEl>
                                        <p:attrNameLst>
                                          <p:attrName>ppt_x</p:attrName>
                                        </p:attrNameLst>
                                      </p:cBhvr>
                                      <p:tavLst>
                                        <p:tav tm="0">
                                          <p:val>
                                            <p:strVal val="#ppt_x"/>
                                          </p:val>
                                        </p:tav>
                                        <p:tav tm="100000">
                                          <p:val>
                                            <p:strVal val="#ppt_x"/>
                                          </p:val>
                                        </p:tav>
                                      </p:tavLst>
                                    </p:anim>
                                    <p:anim calcmode="lin" valueType="num">
                                      <p:cBhvr>
                                        <p:cTn id="12" dur="2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A10CD-22AE-8192-41CA-A0B3E96787EF}"/>
            </a:ext>
          </a:extLst>
        </p:cNvPr>
        <p:cNvGrpSpPr/>
        <p:nvPr/>
      </p:nvGrpSpPr>
      <p:grpSpPr>
        <a:xfrm>
          <a:off x="0" y="0"/>
          <a:ext cx="0" cy="0"/>
          <a:chOff x="0" y="0"/>
          <a:chExt cx="0" cy="0"/>
        </a:xfrm>
      </p:grpSpPr>
      <p:pic>
        <p:nvPicPr>
          <p:cNvPr id="11" name="Immagine 10" descr="Immagine che contiene inverno, freddo, neve, gelo">
            <a:extLst>
              <a:ext uri="{FF2B5EF4-FFF2-40B4-BE49-F238E27FC236}">
                <a16:creationId xmlns:a16="http://schemas.microsoft.com/office/drawing/2014/main" id="{0FBEDD6B-7A97-C0C9-FFDF-EA14BCBFE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ttangolo 11">
            <a:extLst>
              <a:ext uri="{FF2B5EF4-FFF2-40B4-BE49-F238E27FC236}">
                <a16:creationId xmlns:a16="http://schemas.microsoft.com/office/drawing/2014/main" id="{82AEE93F-D95D-A04C-940D-7CF3A6A84D8D}"/>
              </a:ext>
            </a:extLst>
          </p:cNvPr>
          <p:cNvSpPr/>
          <p:nvPr/>
        </p:nvSpPr>
        <p:spPr>
          <a:xfrm>
            <a:off x="1" y="0"/>
            <a:ext cx="12192000" cy="6858000"/>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Title 1">
            <a:extLst>
              <a:ext uri="{FF2B5EF4-FFF2-40B4-BE49-F238E27FC236}">
                <a16:creationId xmlns:a16="http://schemas.microsoft.com/office/drawing/2014/main" id="{93755D2D-FF2D-10E1-3A14-C0709AF70E58}"/>
              </a:ext>
            </a:extLst>
          </p:cNvPr>
          <p:cNvSpPr>
            <a:spLocks noGrp="1"/>
          </p:cNvSpPr>
          <p:nvPr/>
        </p:nvSpPr>
        <p:spPr>
          <a:xfrm>
            <a:off x="12157" y="19049"/>
            <a:ext cx="5750468" cy="828675"/>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r>
              <a:rPr lang="en-US" sz="2800" cap="none" dirty="0">
                <a:solidFill>
                  <a:schemeClr val="tx1"/>
                </a:solidFill>
              </a:rPr>
              <a:t>L’APPROCCIO METODOLOGICO: </a:t>
            </a:r>
          </a:p>
          <a:p>
            <a:r>
              <a:rPr lang="en-US" sz="2800" cap="none" dirty="0">
                <a:solidFill>
                  <a:schemeClr val="tx1"/>
                </a:solidFill>
              </a:rPr>
              <a:t>UN PONTE TRA LLM E TASSONOMIE</a:t>
            </a:r>
          </a:p>
        </p:txBody>
      </p:sp>
      <p:sp>
        <p:nvSpPr>
          <p:cNvPr id="14" name="CasellaDiTesto 13">
            <a:extLst>
              <a:ext uri="{FF2B5EF4-FFF2-40B4-BE49-F238E27FC236}">
                <a16:creationId xmlns:a16="http://schemas.microsoft.com/office/drawing/2014/main" id="{29C09380-5EC3-1187-34B0-7EA7F2C86BEC}"/>
              </a:ext>
            </a:extLst>
          </p:cNvPr>
          <p:cNvSpPr txBox="1"/>
          <p:nvPr/>
        </p:nvSpPr>
        <p:spPr>
          <a:xfrm>
            <a:off x="444500" y="1274624"/>
            <a:ext cx="7308850" cy="369332"/>
          </a:xfrm>
          <a:prstGeom prst="rect">
            <a:avLst/>
          </a:prstGeom>
          <a:solidFill>
            <a:schemeClr val="bg1"/>
          </a:solidFill>
          <a:effectLst>
            <a:softEdge rad="127000"/>
          </a:effectLst>
        </p:spPr>
        <p:txBody>
          <a:bodyPr wrap="square">
            <a:spAutoFit/>
          </a:bodyPr>
          <a:lstStyle/>
          <a:p>
            <a:r>
              <a:rPr lang="it-IT" sz="1800" dirty="0">
                <a:latin typeface="Calibri" panose="020F0502020204030204" pitchFamily="34" charset="0"/>
                <a:cs typeface="Calibri" panose="020F0502020204030204" pitchFamily="34" charset="0"/>
              </a:rPr>
              <a:t>L'innovazione chiave del progetto è la creazione di un </a:t>
            </a:r>
            <a:r>
              <a:rPr lang="it-IT" sz="1800" b="1" dirty="0">
                <a:latin typeface="Calibri" panose="020F0502020204030204" pitchFamily="34" charset="0"/>
                <a:cs typeface="Calibri" panose="020F0502020204030204" pitchFamily="34" charset="0"/>
              </a:rPr>
              <a:t>ponte</a:t>
            </a:r>
            <a:r>
              <a:rPr lang="it-IT" sz="1800" dirty="0">
                <a:latin typeface="Calibri" panose="020F0502020204030204" pitchFamily="34" charset="0"/>
                <a:cs typeface="Calibri" panose="020F0502020204030204" pitchFamily="34" charset="0"/>
              </a:rPr>
              <a:t> tra due mondi:</a:t>
            </a:r>
          </a:p>
        </p:txBody>
      </p:sp>
      <p:pic>
        <p:nvPicPr>
          <p:cNvPr id="16" name="Immagine 15" descr="Immagine che contiene invertebrato, Organismo, Invertebrati marini, Plancton&#10;&#10;Il contenuto generato dall'IA potrebbe non essere corretto.">
            <a:extLst>
              <a:ext uri="{FF2B5EF4-FFF2-40B4-BE49-F238E27FC236}">
                <a16:creationId xmlns:a16="http://schemas.microsoft.com/office/drawing/2014/main" id="{67E1450B-626C-5B88-E147-45ABF0C84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2700" y="1154172"/>
            <a:ext cx="6096000" cy="4591130"/>
          </a:xfrm>
          <a:prstGeom prst="ellipse">
            <a:avLst/>
          </a:prstGeom>
          <a:effectLst>
            <a:softEdge rad="635000"/>
          </a:effectLst>
        </p:spPr>
      </p:pic>
      <p:sp>
        <p:nvSpPr>
          <p:cNvPr id="19" name="CasellaDiTesto 18">
            <a:extLst>
              <a:ext uri="{FF2B5EF4-FFF2-40B4-BE49-F238E27FC236}">
                <a16:creationId xmlns:a16="http://schemas.microsoft.com/office/drawing/2014/main" id="{6AEF2497-B8A7-D41A-E53B-343502B8FACE}"/>
              </a:ext>
            </a:extLst>
          </p:cNvPr>
          <p:cNvSpPr txBox="1"/>
          <p:nvPr/>
        </p:nvSpPr>
        <p:spPr>
          <a:xfrm>
            <a:off x="1657803" y="3255017"/>
            <a:ext cx="2441576" cy="738664"/>
          </a:xfrm>
          <a:prstGeom prst="rect">
            <a:avLst/>
          </a:prstGeom>
          <a:noFill/>
        </p:spPr>
        <p:txBody>
          <a:bodyPr wrap="square">
            <a:spAutoFit/>
          </a:bodyPr>
          <a:lstStyle/>
          <a:p>
            <a:r>
              <a:rPr lang="it-IT" sz="1400" dirty="0">
                <a:latin typeface="Calibri" panose="020F0502020204030204" pitchFamily="34" charset="0"/>
                <a:cs typeface="Calibri" panose="020F0502020204030204" pitchFamily="34" charset="0"/>
              </a:rPr>
              <a:t>RACCONTI, </a:t>
            </a:r>
          </a:p>
          <a:p>
            <a:r>
              <a:rPr lang="it-IT" sz="1400" dirty="0">
                <a:latin typeface="Calibri" panose="020F0502020204030204" pitchFamily="34" charset="0"/>
                <a:cs typeface="Calibri" panose="020F0502020204030204" pitchFamily="34" charset="0"/>
              </a:rPr>
              <a:t>ESPERIENZE, </a:t>
            </a:r>
          </a:p>
          <a:p>
            <a:r>
              <a:rPr lang="it-IT" sz="1400" dirty="0">
                <a:latin typeface="Calibri" panose="020F0502020204030204" pitchFamily="34" charset="0"/>
                <a:cs typeface="Calibri" panose="020F0502020204030204" pitchFamily="34" charset="0"/>
              </a:rPr>
              <a:t>ASPIRAZIONI </a:t>
            </a:r>
          </a:p>
        </p:txBody>
      </p:sp>
      <p:sp>
        <p:nvSpPr>
          <p:cNvPr id="20" name="CasellaDiTesto 19">
            <a:extLst>
              <a:ext uri="{FF2B5EF4-FFF2-40B4-BE49-F238E27FC236}">
                <a16:creationId xmlns:a16="http://schemas.microsoft.com/office/drawing/2014/main" id="{ABE0380F-4738-335E-C5CC-49690063BFE6}"/>
              </a:ext>
            </a:extLst>
          </p:cNvPr>
          <p:cNvSpPr txBox="1"/>
          <p:nvPr/>
        </p:nvSpPr>
        <p:spPr>
          <a:xfrm>
            <a:off x="8227333" y="3256476"/>
            <a:ext cx="1437082" cy="738664"/>
          </a:xfrm>
          <a:prstGeom prst="rect">
            <a:avLst/>
          </a:prstGeom>
          <a:noFill/>
        </p:spPr>
        <p:txBody>
          <a:bodyPr wrap="square">
            <a:spAutoFit/>
          </a:bodyPr>
          <a:lstStyle/>
          <a:p>
            <a:pPr algn="r"/>
            <a:r>
              <a:rPr lang="it-IT" sz="1400" dirty="0">
                <a:latin typeface="Calibri" panose="020F0502020204030204" pitchFamily="34" charset="0"/>
                <a:cs typeface="Calibri" panose="020F0502020204030204" pitchFamily="34" charset="0"/>
              </a:rPr>
              <a:t>CODICI PROFESSIONI ISTAT</a:t>
            </a:r>
          </a:p>
        </p:txBody>
      </p:sp>
      <p:sp>
        <p:nvSpPr>
          <p:cNvPr id="21" name="Rettangolo 20">
            <a:extLst>
              <a:ext uri="{FF2B5EF4-FFF2-40B4-BE49-F238E27FC236}">
                <a16:creationId xmlns:a16="http://schemas.microsoft.com/office/drawing/2014/main" id="{277EDFCA-2AB0-03DB-F49A-A8D203006552}"/>
              </a:ext>
            </a:extLst>
          </p:cNvPr>
          <p:cNvSpPr/>
          <p:nvPr/>
        </p:nvSpPr>
        <p:spPr>
          <a:xfrm>
            <a:off x="1470480" y="2728316"/>
            <a:ext cx="1112836" cy="4508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400" b="1" dirty="0">
                <a:solidFill>
                  <a:schemeClr val="tx1"/>
                </a:solidFill>
                <a:latin typeface="Calibri" panose="020F0502020204030204" pitchFamily="34" charset="0"/>
                <a:cs typeface="Calibri" panose="020F0502020204030204" pitchFamily="34" charset="0"/>
              </a:rPr>
              <a:t>LLM</a:t>
            </a:r>
          </a:p>
        </p:txBody>
      </p:sp>
      <p:sp>
        <p:nvSpPr>
          <p:cNvPr id="26" name="Rettangolo 25">
            <a:extLst>
              <a:ext uri="{FF2B5EF4-FFF2-40B4-BE49-F238E27FC236}">
                <a16:creationId xmlns:a16="http://schemas.microsoft.com/office/drawing/2014/main" id="{2BA799D2-AC06-6523-FC39-13AE510F23E3}"/>
              </a:ext>
            </a:extLst>
          </p:cNvPr>
          <p:cNvSpPr/>
          <p:nvPr/>
        </p:nvSpPr>
        <p:spPr>
          <a:xfrm>
            <a:off x="7616287" y="2722957"/>
            <a:ext cx="2562095" cy="4508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400" b="1" dirty="0">
                <a:solidFill>
                  <a:schemeClr val="tx1"/>
                </a:solidFill>
                <a:latin typeface="Calibri" panose="020F0502020204030204" pitchFamily="34" charset="0"/>
                <a:cs typeface="Calibri" panose="020F0502020204030204" pitchFamily="34" charset="0"/>
              </a:rPr>
              <a:t>TASSONOMIE</a:t>
            </a:r>
          </a:p>
        </p:txBody>
      </p:sp>
      <p:grpSp>
        <p:nvGrpSpPr>
          <p:cNvPr id="4" name="Gruppo 3">
            <a:extLst>
              <a:ext uri="{FF2B5EF4-FFF2-40B4-BE49-F238E27FC236}">
                <a16:creationId xmlns:a16="http://schemas.microsoft.com/office/drawing/2014/main" id="{70FA2455-A20D-02A2-5B5C-AC14FE8B4526}"/>
              </a:ext>
            </a:extLst>
          </p:cNvPr>
          <p:cNvGrpSpPr/>
          <p:nvPr/>
        </p:nvGrpSpPr>
        <p:grpSpPr>
          <a:xfrm>
            <a:off x="809064" y="4983311"/>
            <a:ext cx="3130960" cy="1130441"/>
            <a:chOff x="809064" y="4983311"/>
            <a:chExt cx="3130960" cy="1130441"/>
          </a:xfrm>
        </p:grpSpPr>
        <p:sp>
          <p:nvSpPr>
            <p:cNvPr id="33" name="Rettangolo 32">
              <a:extLst>
                <a:ext uri="{FF2B5EF4-FFF2-40B4-BE49-F238E27FC236}">
                  <a16:creationId xmlns:a16="http://schemas.microsoft.com/office/drawing/2014/main" id="{85A8981C-0370-A29B-32C1-795DF7B9302C}"/>
                </a:ext>
              </a:extLst>
            </p:cNvPr>
            <p:cNvSpPr/>
            <p:nvPr/>
          </p:nvSpPr>
          <p:spPr>
            <a:xfrm>
              <a:off x="809064" y="4983311"/>
              <a:ext cx="3130960" cy="1130441"/>
            </a:xfrm>
            <a:prstGeom prst="rect">
              <a:avLst/>
            </a:prstGeom>
            <a:solidFill>
              <a:srgbClr val="156082"/>
            </a:solidFill>
            <a:ln>
              <a:solidFill>
                <a:srgbClr val="15608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 name="CasellaDiTesto 29">
              <a:extLst>
                <a:ext uri="{FF2B5EF4-FFF2-40B4-BE49-F238E27FC236}">
                  <a16:creationId xmlns:a16="http://schemas.microsoft.com/office/drawing/2014/main" id="{D42A820F-84AB-98DC-0980-B8036E8830DC}"/>
                </a:ext>
              </a:extLst>
            </p:cNvPr>
            <p:cNvSpPr txBox="1"/>
            <p:nvPr/>
          </p:nvSpPr>
          <p:spPr>
            <a:xfrm>
              <a:off x="1061628" y="5192772"/>
              <a:ext cx="2438388" cy="523220"/>
            </a:xfrm>
            <a:prstGeom prst="rect">
              <a:avLst/>
            </a:prstGeom>
            <a:noFill/>
          </p:spPr>
          <p:txBody>
            <a:bodyPr wrap="square">
              <a:spAutoFit/>
            </a:bodyPr>
            <a:lstStyle/>
            <a:p>
              <a:r>
                <a:rPr lang="it-IT" sz="1400" dirty="0">
                  <a:solidFill>
                    <a:schemeClr val="bg1"/>
                  </a:solidFill>
                  <a:latin typeface="Calibri" panose="020F0502020204030204" pitchFamily="34" charset="0"/>
                  <a:cs typeface="Calibri" panose="020F0502020204030204" pitchFamily="34" charset="0"/>
                </a:rPr>
                <a:t>Interpreta il testo libero e lo "traduce".</a:t>
              </a:r>
            </a:p>
          </p:txBody>
        </p:sp>
      </p:grpSp>
      <p:grpSp>
        <p:nvGrpSpPr>
          <p:cNvPr id="5" name="Gruppo 4">
            <a:extLst>
              <a:ext uri="{FF2B5EF4-FFF2-40B4-BE49-F238E27FC236}">
                <a16:creationId xmlns:a16="http://schemas.microsoft.com/office/drawing/2014/main" id="{896FD9AF-E923-88D2-DA75-07AA1B3B3DC8}"/>
              </a:ext>
            </a:extLst>
          </p:cNvPr>
          <p:cNvGrpSpPr/>
          <p:nvPr/>
        </p:nvGrpSpPr>
        <p:grpSpPr>
          <a:xfrm>
            <a:off x="7492345" y="4983311"/>
            <a:ext cx="3130960" cy="1130441"/>
            <a:chOff x="7492345" y="4983311"/>
            <a:chExt cx="3130960" cy="1130441"/>
          </a:xfrm>
        </p:grpSpPr>
        <p:sp>
          <p:nvSpPr>
            <p:cNvPr id="32" name="Rettangolo 31">
              <a:extLst>
                <a:ext uri="{FF2B5EF4-FFF2-40B4-BE49-F238E27FC236}">
                  <a16:creationId xmlns:a16="http://schemas.microsoft.com/office/drawing/2014/main" id="{04A34137-3007-20C0-588D-78F9602F7083}"/>
                </a:ext>
              </a:extLst>
            </p:cNvPr>
            <p:cNvSpPr/>
            <p:nvPr/>
          </p:nvSpPr>
          <p:spPr>
            <a:xfrm>
              <a:off x="7492345" y="4983311"/>
              <a:ext cx="3130960" cy="1130441"/>
            </a:xfrm>
            <a:prstGeom prst="rect">
              <a:avLst/>
            </a:prstGeom>
            <a:solidFill>
              <a:srgbClr val="0F9ED5"/>
            </a:solidFill>
            <a:ln>
              <a:solidFill>
                <a:srgbClr val="0F9ED5"/>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 name="CasellaDiTesto 30">
              <a:extLst>
                <a:ext uri="{FF2B5EF4-FFF2-40B4-BE49-F238E27FC236}">
                  <a16:creationId xmlns:a16="http://schemas.microsoft.com/office/drawing/2014/main" id="{32B8E2E8-CD9A-6C50-A990-8362A90DDCA0}"/>
                </a:ext>
              </a:extLst>
            </p:cNvPr>
            <p:cNvSpPr txBox="1"/>
            <p:nvPr/>
          </p:nvSpPr>
          <p:spPr>
            <a:xfrm>
              <a:off x="7542585" y="5165465"/>
              <a:ext cx="3042620" cy="738664"/>
            </a:xfrm>
            <a:prstGeom prst="rect">
              <a:avLst/>
            </a:prstGeom>
            <a:noFill/>
          </p:spPr>
          <p:txBody>
            <a:bodyPr wrap="square">
              <a:spAutoFit/>
            </a:bodyPr>
            <a:lstStyle>
              <a:defPPr>
                <a:defRPr lang="en-US"/>
              </a:defPPr>
              <a:lvl1pPr>
                <a:defRPr>
                  <a:solidFill>
                    <a:schemeClr val="bg1"/>
                  </a:solidFill>
                  <a:latin typeface="Times New Roman" panose="02020603050405020304" pitchFamily="18" charset="0"/>
                  <a:cs typeface="Times New Roman" panose="02020603050405020304" pitchFamily="18" charset="0"/>
                </a:defRPr>
              </a:lvl1pPr>
            </a:lstStyle>
            <a:p>
              <a:pPr algn="just"/>
              <a:r>
                <a:rPr lang="it-IT" sz="1400" dirty="0">
                  <a:latin typeface="Calibri" panose="020F0502020204030204" pitchFamily="34" charset="0"/>
                  <a:cs typeface="Calibri" panose="020F0502020204030204" pitchFamily="34" charset="0"/>
                </a:rPr>
                <a:t>Forniscono il vocabolario controllato e garantiscono che i risultati siano ancorati al mondo del lavoro reale.</a:t>
              </a:r>
            </a:p>
          </p:txBody>
        </p:sp>
      </p:grpSp>
      <p:grpSp>
        <p:nvGrpSpPr>
          <p:cNvPr id="3" name="Gruppo 2">
            <a:extLst>
              <a:ext uri="{FF2B5EF4-FFF2-40B4-BE49-F238E27FC236}">
                <a16:creationId xmlns:a16="http://schemas.microsoft.com/office/drawing/2014/main" id="{64F944B4-CD3F-F2A7-D913-55920A12B212}"/>
              </a:ext>
            </a:extLst>
          </p:cNvPr>
          <p:cNvGrpSpPr/>
          <p:nvPr/>
        </p:nvGrpSpPr>
        <p:grpSpPr>
          <a:xfrm>
            <a:off x="7470415" y="2447505"/>
            <a:ext cx="3152890" cy="2007485"/>
            <a:chOff x="7470415" y="2447505"/>
            <a:chExt cx="3152890" cy="2007485"/>
          </a:xfrm>
        </p:grpSpPr>
        <p:sp>
          <p:nvSpPr>
            <p:cNvPr id="23" name="Freeform 5">
              <a:extLst>
                <a:ext uri="{FF2B5EF4-FFF2-40B4-BE49-F238E27FC236}">
                  <a16:creationId xmlns:a16="http://schemas.microsoft.com/office/drawing/2014/main" id="{7DAC5D06-EE69-37DF-2CA1-57E15CD640C0}"/>
                </a:ext>
              </a:extLst>
            </p:cNvPr>
            <p:cNvSpPr/>
            <p:nvPr/>
          </p:nvSpPr>
          <p:spPr>
            <a:xfrm>
              <a:off x="7470415" y="2447505"/>
              <a:ext cx="2669357" cy="2007485"/>
            </a:xfrm>
            <a:custGeom>
              <a:avLst/>
              <a:gdLst>
                <a:gd name="connsiteX0" fmla="*/ 0 w 643326"/>
                <a:gd name="connsiteY0" fmla="*/ 0 h 483812"/>
                <a:gd name="connsiteX1" fmla="*/ 441474 w 643326"/>
                <a:gd name="connsiteY1" fmla="*/ 0 h 483812"/>
                <a:gd name="connsiteX2" fmla="*/ 643326 w 643326"/>
                <a:gd name="connsiteY2" fmla="*/ 108931 h 483812"/>
                <a:gd name="connsiteX3" fmla="*/ 606537 w 643326"/>
                <a:gd name="connsiteY3" fmla="*/ 120462 h 483812"/>
                <a:gd name="connsiteX4" fmla="*/ 441474 w 643326"/>
                <a:gd name="connsiteY4" fmla="*/ 36801 h 483812"/>
                <a:gd name="connsiteX5" fmla="*/ 46600 w 643326"/>
                <a:gd name="connsiteY5" fmla="*/ 36801 h 483812"/>
                <a:gd name="connsiteX6" fmla="*/ 0 w 643326"/>
                <a:gd name="connsiteY6" fmla="*/ 0 h 483812"/>
                <a:gd name="connsiteX7" fmla="*/ 441474 w 643326"/>
                <a:gd name="connsiteY7" fmla="*/ 447011 h 483812"/>
                <a:gd name="connsiteX8" fmla="*/ 46600 w 643326"/>
                <a:gd name="connsiteY8" fmla="*/ 447011 h 483812"/>
                <a:gd name="connsiteX9" fmla="*/ 0 w 643326"/>
                <a:gd name="connsiteY9" fmla="*/ 483812 h 483812"/>
                <a:gd name="connsiteX10" fmla="*/ 441474 w 643326"/>
                <a:gd name="connsiteY10" fmla="*/ 483812 h 483812"/>
                <a:gd name="connsiteX11" fmla="*/ 643326 w 643326"/>
                <a:gd name="connsiteY11" fmla="*/ 374881 h 483812"/>
                <a:gd name="connsiteX12" fmla="*/ 606537 w 643326"/>
                <a:gd name="connsiteY12" fmla="*/ 363350 h 483812"/>
                <a:gd name="connsiteX13" fmla="*/ 441474 w 643326"/>
                <a:gd name="connsiteY13" fmla="*/ 447011 h 48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326" h="483812">
                  <a:moveTo>
                    <a:pt x="0" y="0"/>
                  </a:moveTo>
                  <a:lnTo>
                    <a:pt x="441474" y="0"/>
                  </a:lnTo>
                  <a:cubicBezTo>
                    <a:pt x="525600" y="0"/>
                    <a:pt x="599915" y="43425"/>
                    <a:pt x="643326" y="108931"/>
                  </a:cubicBezTo>
                  <a:cubicBezTo>
                    <a:pt x="630327" y="111139"/>
                    <a:pt x="618064" y="115065"/>
                    <a:pt x="606537" y="120462"/>
                  </a:cubicBezTo>
                  <a:cubicBezTo>
                    <a:pt x="569257" y="69677"/>
                    <a:pt x="509167" y="36801"/>
                    <a:pt x="441474" y="36801"/>
                  </a:cubicBezTo>
                  <a:lnTo>
                    <a:pt x="46600" y="36801"/>
                  </a:lnTo>
                  <a:cubicBezTo>
                    <a:pt x="32375" y="23062"/>
                    <a:pt x="16678" y="10550"/>
                    <a:pt x="0" y="0"/>
                  </a:cubicBezTo>
                  <a:close/>
                  <a:moveTo>
                    <a:pt x="441474" y="447011"/>
                  </a:moveTo>
                  <a:lnTo>
                    <a:pt x="46600" y="447011"/>
                  </a:lnTo>
                  <a:cubicBezTo>
                    <a:pt x="32375" y="460750"/>
                    <a:pt x="16678" y="473263"/>
                    <a:pt x="0" y="483812"/>
                  </a:cubicBezTo>
                  <a:lnTo>
                    <a:pt x="441474" y="483812"/>
                  </a:lnTo>
                  <a:cubicBezTo>
                    <a:pt x="525600" y="483812"/>
                    <a:pt x="599915" y="440387"/>
                    <a:pt x="643326" y="374881"/>
                  </a:cubicBezTo>
                  <a:cubicBezTo>
                    <a:pt x="630327" y="372673"/>
                    <a:pt x="618064" y="368747"/>
                    <a:pt x="606537" y="363350"/>
                  </a:cubicBezTo>
                  <a:cubicBezTo>
                    <a:pt x="569257" y="414135"/>
                    <a:pt x="509167" y="447011"/>
                    <a:pt x="441474" y="447011"/>
                  </a:cubicBezTo>
                  <a:close/>
                </a:path>
              </a:pathLst>
            </a:custGeom>
            <a:solidFill>
              <a:schemeClr val="accent4"/>
            </a:solidFill>
            <a:ln w="2453" cap="flat">
              <a:noFill/>
              <a:prstDash val="solid"/>
              <a:miter/>
            </a:ln>
          </p:spPr>
          <p:txBody>
            <a:bodyPr rtlCol="0" anchor="ctr"/>
            <a:lstStyle/>
            <a:p>
              <a:endParaRPr lang="en-US" sz="1350" dirty="0"/>
            </a:p>
          </p:txBody>
        </p:sp>
        <p:sp>
          <p:nvSpPr>
            <p:cNvPr id="25" name="Freeform 8">
              <a:extLst>
                <a:ext uri="{FF2B5EF4-FFF2-40B4-BE49-F238E27FC236}">
                  <a16:creationId xmlns:a16="http://schemas.microsoft.com/office/drawing/2014/main" id="{30C4F10D-4E86-0B0B-FBF9-BD8FA97CDDCC}"/>
                </a:ext>
              </a:extLst>
            </p:cNvPr>
            <p:cNvSpPr/>
            <p:nvPr/>
          </p:nvSpPr>
          <p:spPr>
            <a:xfrm>
              <a:off x="9750141" y="2992282"/>
              <a:ext cx="873164" cy="873437"/>
            </a:xfrm>
            <a:custGeom>
              <a:avLst/>
              <a:gdLst>
                <a:gd name="connsiteX0" fmla="*/ 105218 w 210436"/>
                <a:gd name="connsiteY0" fmla="*/ 210502 h 210502"/>
                <a:gd name="connsiteX1" fmla="*/ 0 w 210436"/>
                <a:gd name="connsiteY1" fmla="*/ 105251 h 210502"/>
                <a:gd name="connsiteX2" fmla="*/ 105218 w 210436"/>
                <a:gd name="connsiteY2" fmla="*/ 0 h 210502"/>
                <a:gd name="connsiteX3" fmla="*/ 210436 w 210436"/>
                <a:gd name="connsiteY3" fmla="*/ 105251 h 210502"/>
                <a:gd name="connsiteX4" fmla="*/ 105218 w 210436"/>
                <a:gd name="connsiteY4" fmla="*/ 210502 h 210502"/>
                <a:gd name="connsiteX5" fmla="*/ 105218 w 210436"/>
                <a:gd name="connsiteY5" fmla="*/ 12758 h 210502"/>
                <a:gd name="connsiteX6" fmla="*/ 12754 w 210436"/>
                <a:gd name="connsiteY6" fmla="*/ 105251 h 210502"/>
                <a:gd name="connsiteX7" fmla="*/ 105218 w 210436"/>
                <a:gd name="connsiteY7" fmla="*/ 197745 h 210502"/>
                <a:gd name="connsiteX8" fmla="*/ 197682 w 210436"/>
                <a:gd name="connsiteY8" fmla="*/ 105251 h 210502"/>
                <a:gd name="connsiteX9" fmla="*/ 105218 w 210436"/>
                <a:gd name="connsiteY9" fmla="*/ 12758 h 21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436" h="210502">
                  <a:moveTo>
                    <a:pt x="105218" y="210502"/>
                  </a:moveTo>
                  <a:cubicBezTo>
                    <a:pt x="47336" y="210502"/>
                    <a:pt x="0" y="163397"/>
                    <a:pt x="0" y="105251"/>
                  </a:cubicBezTo>
                  <a:cubicBezTo>
                    <a:pt x="0" y="47105"/>
                    <a:pt x="47091" y="0"/>
                    <a:pt x="105218" y="0"/>
                  </a:cubicBezTo>
                  <a:cubicBezTo>
                    <a:pt x="163346" y="0"/>
                    <a:pt x="210436" y="47105"/>
                    <a:pt x="210436" y="105251"/>
                  </a:cubicBezTo>
                  <a:cubicBezTo>
                    <a:pt x="210436" y="163397"/>
                    <a:pt x="163346" y="210502"/>
                    <a:pt x="105218" y="210502"/>
                  </a:cubicBezTo>
                  <a:close/>
                  <a:moveTo>
                    <a:pt x="105218" y="12758"/>
                  </a:moveTo>
                  <a:cubicBezTo>
                    <a:pt x="54203" y="12758"/>
                    <a:pt x="12754" y="54220"/>
                    <a:pt x="12754" y="105251"/>
                  </a:cubicBezTo>
                  <a:cubicBezTo>
                    <a:pt x="12754" y="156282"/>
                    <a:pt x="54203" y="197745"/>
                    <a:pt x="105218" y="197745"/>
                  </a:cubicBezTo>
                  <a:cubicBezTo>
                    <a:pt x="156233" y="197745"/>
                    <a:pt x="197682" y="156282"/>
                    <a:pt x="197682" y="105251"/>
                  </a:cubicBezTo>
                  <a:cubicBezTo>
                    <a:pt x="197682" y="54220"/>
                    <a:pt x="156233" y="12758"/>
                    <a:pt x="105218" y="12758"/>
                  </a:cubicBezTo>
                  <a:close/>
                </a:path>
              </a:pathLst>
            </a:custGeom>
            <a:solidFill>
              <a:schemeClr val="accent4">
                <a:lumMod val="75000"/>
              </a:schemeClr>
            </a:solidFill>
            <a:ln w="2453" cap="flat">
              <a:noFill/>
              <a:prstDash val="solid"/>
              <a:miter/>
            </a:ln>
          </p:spPr>
          <p:txBody>
            <a:bodyPr rtlCol="0" anchor="ctr"/>
            <a:lstStyle/>
            <a:p>
              <a:endParaRPr lang="en-US" sz="1350"/>
            </a:p>
          </p:txBody>
        </p:sp>
        <p:sp>
          <p:nvSpPr>
            <p:cNvPr id="28" name="Ovale 27">
              <a:extLst>
                <a:ext uri="{FF2B5EF4-FFF2-40B4-BE49-F238E27FC236}">
                  <a16:creationId xmlns:a16="http://schemas.microsoft.com/office/drawing/2014/main" id="{3C8AB1D4-C465-D9F4-FB7E-563C2E192FF1}"/>
                </a:ext>
              </a:extLst>
            </p:cNvPr>
            <p:cNvSpPr/>
            <p:nvPr/>
          </p:nvSpPr>
          <p:spPr>
            <a:xfrm>
              <a:off x="9862723" y="3105000"/>
              <a:ext cx="648000" cy="648000"/>
            </a:xfrm>
            <a:prstGeom prst="ellipse">
              <a:avLst/>
            </a:prstGeom>
            <a:solidFill>
              <a:srgbClr val="0F9ED5"/>
            </a:solidFill>
            <a:ln>
              <a:solidFill>
                <a:srgbClr val="0F9ED5"/>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nvGrpSpPr>
            <p:cNvPr id="34" name="Group 297">
              <a:extLst>
                <a:ext uri="{FF2B5EF4-FFF2-40B4-BE49-F238E27FC236}">
                  <a16:creationId xmlns:a16="http://schemas.microsoft.com/office/drawing/2014/main" id="{16E381E5-BC2F-CAFB-7CD3-43D264364CF2}"/>
                </a:ext>
              </a:extLst>
            </p:cNvPr>
            <p:cNvGrpSpPr/>
            <p:nvPr/>
          </p:nvGrpSpPr>
          <p:grpSpPr>
            <a:xfrm>
              <a:off x="9970786" y="3218937"/>
              <a:ext cx="421550" cy="336722"/>
              <a:chOff x="3454400" y="4987925"/>
              <a:chExt cx="892175" cy="676275"/>
            </a:xfrm>
            <a:solidFill>
              <a:schemeClr val="bg1"/>
            </a:solidFill>
          </p:grpSpPr>
          <p:sp>
            <p:nvSpPr>
              <p:cNvPr id="35" name="Rectangle 45">
                <a:extLst>
                  <a:ext uri="{FF2B5EF4-FFF2-40B4-BE49-F238E27FC236}">
                    <a16:creationId xmlns:a16="http://schemas.microsoft.com/office/drawing/2014/main" id="{196D2239-A284-EFEF-6F74-CB051ADB4711}"/>
                  </a:ext>
                </a:extLst>
              </p:cNvPr>
              <p:cNvSpPr>
                <a:spLocks noChangeArrowheads="1"/>
              </p:cNvSpPr>
              <p:nvPr/>
            </p:nvSpPr>
            <p:spPr bwMode="auto">
              <a:xfrm>
                <a:off x="3454400" y="5575300"/>
                <a:ext cx="892175" cy="889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36" name="Rectangle 46">
                <a:extLst>
                  <a:ext uri="{FF2B5EF4-FFF2-40B4-BE49-F238E27FC236}">
                    <a16:creationId xmlns:a16="http://schemas.microsoft.com/office/drawing/2014/main" id="{76030E58-A840-DBB1-7332-3B2277F01FD8}"/>
                  </a:ext>
                </a:extLst>
              </p:cNvPr>
              <p:cNvSpPr>
                <a:spLocks noChangeArrowheads="1"/>
              </p:cNvSpPr>
              <p:nvPr/>
            </p:nvSpPr>
            <p:spPr bwMode="auto">
              <a:xfrm>
                <a:off x="3559175" y="5270500"/>
                <a:ext cx="171450" cy="23812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37" name="Rectangle 47">
                <a:extLst>
                  <a:ext uri="{FF2B5EF4-FFF2-40B4-BE49-F238E27FC236}">
                    <a16:creationId xmlns:a16="http://schemas.microsoft.com/office/drawing/2014/main" id="{6B1B48C7-C4B1-4387-9023-DE21CC771388}"/>
                  </a:ext>
                </a:extLst>
              </p:cNvPr>
              <p:cNvSpPr>
                <a:spLocks noChangeArrowheads="1"/>
              </p:cNvSpPr>
              <p:nvPr/>
            </p:nvSpPr>
            <p:spPr bwMode="auto">
              <a:xfrm>
                <a:off x="3813175" y="5165725"/>
                <a:ext cx="174625" cy="3429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38" name="Rectangle 48">
                <a:extLst>
                  <a:ext uri="{FF2B5EF4-FFF2-40B4-BE49-F238E27FC236}">
                    <a16:creationId xmlns:a16="http://schemas.microsoft.com/office/drawing/2014/main" id="{3EA12CE9-906C-3EFE-F95D-D6336ABF90CB}"/>
                  </a:ext>
                </a:extLst>
              </p:cNvPr>
              <p:cNvSpPr>
                <a:spLocks noChangeArrowheads="1"/>
              </p:cNvSpPr>
              <p:nvPr/>
            </p:nvSpPr>
            <p:spPr bwMode="auto">
              <a:xfrm>
                <a:off x="4070350" y="4987925"/>
                <a:ext cx="174625" cy="5207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grpSp>
      </p:grpSp>
      <p:grpSp>
        <p:nvGrpSpPr>
          <p:cNvPr id="2" name="Gruppo 1">
            <a:extLst>
              <a:ext uri="{FF2B5EF4-FFF2-40B4-BE49-F238E27FC236}">
                <a16:creationId xmlns:a16="http://schemas.microsoft.com/office/drawing/2014/main" id="{099FF131-FDC2-1E98-B248-1362AA833E20}"/>
              </a:ext>
            </a:extLst>
          </p:cNvPr>
          <p:cNvGrpSpPr/>
          <p:nvPr/>
        </p:nvGrpSpPr>
        <p:grpSpPr>
          <a:xfrm>
            <a:off x="744530" y="2425258"/>
            <a:ext cx="3195494" cy="2007485"/>
            <a:chOff x="744530" y="2425258"/>
            <a:chExt cx="3195494" cy="2007485"/>
          </a:xfrm>
        </p:grpSpPr>
        <p:sp>
          <p:nvSpPr>
            <p:cNvPr id="22" name="Freeform 6">
              <a:extLst>
                <a:ext uri="{FF2B5EF4-FFF2-40B4-BE49-F238E27FC236}">
                  <a16:creationId xmlns:a16="http://schemas.microsoft.com/office/drawing/2014/main" id="{80734C5F-9B7C-4229-9611-3D1F0A3635D3}"/>
                </a:ext>
              </a:extLst>
            </p:cNvPr>
            <p:cNvSpPr/>
            <p:nvPr/>
          </p:nvSpPr>
          <p:spPr>
            <a:xfrm>
              <a:off x="1270667" y="2425258"/>
              <a:ext cx="2669357" cy="2007485"/>
            </a:xfrm>
            <a:custGeom>
              <a:avLst/>
              <a:gdLst>
                <a:gd name="connsiteX0" fmla="*/ 36790 w 643326"/>
                <a:gd name="connsiteY0" fmla="*/ 120462 h 483812"/>
                <a:gd name="connsiteX1" fmla="*/ 0 w 643326"/>
                <a:gd name="connsiteY1" fmla="*/ 108931 h 483812"/>
                <a:gd name="connsiteX2" fmla="*/ 201852 w 643326"/>
                <a:gd name="connsiteY2" fmla="*/ 0 h 483812"/>
                <a:gd name="connsiteX3" fmla="*/ 643326 w 643326"/>
                <a:gd name="connsiteY3" fmla="*/ 0 h 483812"/>
                <a:gd name="connsiteX4" fmla="*/ 596726 w 643326"/>
                <a:gd name="connsiteY4" fmla="*/ 36801 h 483812"/>
                <a:gd name="connsiteX5" fmla="*/ 201852 w 643326"/>
                <a:gd name="connsiteY5" fmla="*/ 36801 h 483812"/>
                <a:gd name="connsiteX6" fmla="*/ 36790 w 643326"/>
                <a:gd name="connsiteY6" fmla="*/ 120462 h 483812"/>
                <a:gd name="connsiteX7" fmla="*/ 596726 w 643326"/>
                <a:gd name="connsiteY7" fmla="*/ 447011 h 483812"/>
                <a:gd name="connsiteX8" fmla="*/ 201852 w 643326"/>
                <a:gd name="connsiteY8" fmla="*/ 447011 h 483812"/>
                <a:gd name="connsiteX9" fmla="*/ 36790 w 643326"/>
                <a:gd name="connsiteY9" fmla="*/ 363350 h 483812"/>
                <a:gd name="connsiteX10" fmla="*/ 0 w 643326"/>
                <a:gd name="connsiteY10" fmla="*/ 374881 h 483812"/>
                <a:gd name="connsiteX11" fmla="*/ 201852 w 643326"/>
                <a:gd name="connsiteY11" fmla="*/ 483812 h 483812"/>
                <a:gd name="connsiteX12" fmla="*/ 643326 w 643326"/>
                <a:gd name="connsiteY12" fmla="*/ 483812 h 483812"/>
                <a:gd name="connsiteX13" fmla="*/ 596726 w 643326"/>
                <a:gd name="connsiteY13" fmla="*/ 447011 h 48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326" h="483812">
                  <a:moveTo>
                    <a:pt x="36790" y="120462"/>
                  </a:moveTo>
                  <a:cubicBezTo>
                    <a:pt x="25262" y="114820"/>
                    <a:pt x="12999" y="110894"/>
                    <a:pt x="0" y="108931"/>
                  </a:cubicBezTo>
                  <a:cubicBezTo>
                    <a:pt x="43412" y="43425"/>
                    <a:pt x="117726" y="0"/>
                    <a:pt x="201852" y="0"/>
                  </a:cubicBezTo>
                  <a:lnTo>
                    <a:pt x="643326" y="0"/>
                  </a:lnTo>
                  <a:cubicBezTo>
                    <a:pt x="626403" y="10550"/>
                    <a:pt x="610951" y="23062"/>
                    <a:pt x="596726" y="36801"/>
                  </a:cubicBezTo>
                  <a:lnTo>
                    <a:pt x="201852" y="36801"/>
                  </a:lnTo>
                  <a:cubicBezTo>
                    <a:pt x="134159" y="36801"/>
                    <a:pt x="74070" y="69677"/>
                    <a:pt x="36790" y="120462"/>
                  </a:cubicBezTo>
                  <a:close/>
                  <a:moveTo>
                    <a:pt x="596726" y="447011"/>
                  </a:moveTo>
                  <a:lnTo>
                    <a:pt x="201852" y="447011"/>
                  </a:lnTo>
                  <a:cubicBezTo>
                    <a:pt x="134159" y="447011"/>
                    <a:pt x="74070" y="414135"/>
                    <a:pt x="36790" y="363350"/>
                  </a:cubicBezTo>
                  <a:cubicBezTo>
                    <a:pt x="25262" y="368993"/>
                    <a:pt x="12999" y="372918"/>
                    <a:pt x="0" y="374881"/>
                  </a:cubicBezTo>
                  <a:cubicBezTo>
                    <a:pt x="43412" y="440387"/>
                    <a:pt x="117726" y="483812"/>
                    <a:pt x="201852" y="483812"/>
                  </a:cubicBezTo>
                  <a:lnTo>
                    <a:pt x="643326" y="483812"/>
                  </a:lnTo>
                  <a:cubicBezTo>
                    <a:pt x="626403" y="473263"/>
                    <a:pt x="610951" y="460750"/>
                    <a:pt x="596726" y="447011"/>
                  </a:cubicBezTo>
                  <a:close/>
                </a:path>
              </a:pathLst>
            </a:custGeom>
            <a:solidFill>
              <a:schemeClr val="accent1"/>
            </a:solidFill>
            <a:ln w="2453" cap="flat">
              <a:noFill/>
              <a:prstDash val="solid"/>
              <a:miter/>
            </a:ln>
          </p:spPr>
          <p:txBody>
            <a:bodyPr rtlCol="0" anchor="ctr"/>
            <a:lstStyle/>
            <a:p>
              <a:endParaRPr lang="en-US" sz="1350"/>
            </a:p>
          </p:txBody>
        </p:sp>
        <p:sp>
          <p:nvSpPr>
            <p:cNvPr id="24" name="Freeform 7">
              <a:extLst>
                <a:ext uri="{FF2B5EF4-FFF2-40B4-BE49-F238E27FC236}">
                  <a16:creationId xmlns:a16="http://schemas.microsoft.com/office/drawing/2014/main" id="{A72A94B4-0973-2CF5-C875-EF59B2562F98}"/>
                </a:ext>
              </a:extLst>
            </p:cNvPr>
            <p:cNvSpPr/>
            <p:nvPr/>
          </p:nvSpPr>
          <p:spPr>
            <a:xfrm>
              <a:off x="744530" y="2992282"/>
              <a:ext cx="873164" cy="873437"/>
            </a:xfrm>
            <a:custGeom>
              <a:avLst/>
              <a:gdLst>
                <a:gd name="connsiteX0" fmla="*/ 105218 w 210436"/>
                <a:gd name="connsiteY0" fmla="*/ 210502 h 210502"/>
                <a:gd name="connsiteX1" fmla="*/ 0 w 210436"/>
                <a:gd name="connsiteY1" fmla="*/ 105251 h 210502"/>
                <a:gd name="connsiteX2" fmla="*/ 105218 w 210436"/>
                <a:gd name="connsiteY2" fmla="*/ 0 h 210502"/>
                <a:gd name="connsiteX3" fmla="*/ 210436 w 210436"/>
                <a:gd name="connsiteY3" fmla="*/ 105251 h 210502"/>
                <a:gd name="connsiteX4" fmla="*/ 105218 w 210436"/>
                <a:gd name="connsiteY4" fmla="*/ 210502 h 210502"/>
                <a:gd name="connsiteX5" fmla="*/ 105218 w 210436"/>
                <a:gd name="connsiteY5" fmla="*/ 12758 h 210502"/>
                <a:gd name="connsiteX6" fmla="*/ 12754 w 210436"/>
                <a:gd name="connsiteY6" fmla="*/ 105251 h 210502"/>
                <a:gd name="connsiteX7" fmla="*/ 105218 w 210436"/>
                <a:gd name="connsiteY7" fmla="*/ 197745 h 210502"/>
                <a:gd name="connsiteX8" fmla="*/ 197682 w 210436"/>
                <a:gd name="connsiteY8" fmla="*/ 105251 h 210502"/>
                <a:gd name="connsiteX9" fmla="*/ 105218 w 210436"/>
                <a:gd name="connsiteY9" fmla="*/ 12758 h 21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436" h="210502">
                  <a:moveTo>
                    <a:pt x="105218" y="210502"/>
                  </a:moveTo>
                  <a:cubicBezTo>
                    <a:pt x="47336" y="210502"/>
                    <a:pt x="0" y="163397"/>
                    <a:pt x="0" y="105251"/>
                  </a:cubicBezTo>
                  <a:cubicBezTo>
                    <a:pt x="0" y="47105"/>
                    <a:pt x="47091" y="0"/>
                    <a:pt x="105218" y="0"/>
                  </a:cubicBezTo>
                  <a:cubicBezTo>
                    <a:pt x="163345" y="0"/>
                    <a:pt x="210436" y="47105"/>
                    <a:pt x="210436" y="105251"/>
                  </a:cubicBezTo>
                  <a:cubicBezTo>
                    <a:pt x="210436" y="163397"/>
                    <a:pt x="163345" y="210502"/>
                    <a:pt x="105218" y="210502"/>
                  </a:cubicBezTo>
                  <a:close/>
                  <a:moveTo>
                    <a:pt x="105218" y="12758"/>
                  </a:moveTo>
                  <a:cubicBezTo>
                    <a:pt x="54203" y="12758"/>
                    <a:pt x="12754" y="54220"/>
                    <a:pt x="12754" y="105251"/>
                  </a:cubicBezTo>
                  <a:cubicBezTo>
                    <a:pt x="12754" y="156282"/>
                    <a:pt x="54203" y="197745"/>
                    <a:pt x="105218" y="197745"/>
                  </a:cubicBezTo>
                  <a:cubicBezTo>
                    <a:pt x="156233" y="197745"/>
                    <a:pt x="197682" y="156282"/>
                    <a:pt x="197682" y="105251"/>
                  </a:cubicBezTo>
                  <a:cubicBezTo>
                    <a:pt x="197682" y="54220"/>
                    <a:pt x="156233" y="12758"/>
                    <a:pt x="105218" y="12758"/>
                  </a:cubicBezTo>
                  <a:close/>
                </a:path>
              </a:pathLst>
            </a:custGeom>
            <a:solidFill>
              <a:schemeClr val="accent1">
                <a:lumMod val="75000"/>
              </a:schemeClr>
            </a:solidFill>
            <a:ln w="2453" cap="flat">
              <a:noFill/>
              <a:prstDash val="solid"/>
              <a:miter/>
            </a:ln>
          </p:spPr>
          <p:txBody>
            <a:bodyPr rtlCol="0" anchor="ctr"/>
            <a:lstStyle/>
            <a:p>
              <a:endParaRPr lang="en-US" sz="1350"/>
            </a:p>
          </p:txBody>
        </p:sp>
        <p:sp>
          <p:nvSpPr>
            <p:cNvPr id="29" name="Ovale 28">
              <a:extLst>
                <a:ext uri="{FF2B5EF4-FFF2-40B4-BE49-F238E27FC236}">
                  <a16:creationId xmlns:a16="http://schemas.microsoft.com/office/drawing/2014/main" id="{CC4F6B73-8634-D52D-8DF9-057B7A707E04}"/>
                </a:ext>
              </a:extLst>
            </p:cNvPr>
            <p:cNvSpPr/>
            <p:nvPr/>
          </p:nvSpPr>
          <p:spPr>
            <a:xfrm>
              <a:off x="857112" y="3105000"/>
              <a:ext cx="648000" cy="648000"/>
            </a:xfrm>
            <a:prstGeom prst="ellipse">
              <a:avLst/>
            </a:prstGeom>
            <a:solidFill>
              <a:srgbClr val="156082"/>
            </a:solidFill>
            <a:ln>
              <a:solidFill>
                <a:srgbClr val="15608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 name="Freeform 21">
              <a:extLst>
                <a:ext uri="{FF2B5EF4-FFF2-40B4-BE49-F238E27FC236}">
                  <a16:creationId xmlns:a16="http://schemas.microsoft.com/office/drawing/2014/main" id="{C1FA9BC7-7AEE-E596-AA92-1200D2BB36FF}"/>
                </a:ext>
              </a:extLst>
            </p:cNvPr>
            <p:cNvSpPr>
              <a:spLocks noEditPoints="1"/>
            </p:cNvSpPr>
            <p:nvPr/>
          </p:nvSpPr>
          <p:spPr bwMode="auto">
            <a:xfrm>
              <a:off x="981660" y="3207759"/>
              <a:ext cx="433156" cy="422311"/>
            </a:xfrm>
            <a:custGeom>
              <a:avLst/>
              <a:gdLst/>
              <a:ahLst/>
              <a:cxnLst>
                <a:cxn ang="0">
                  <a:pos x="972" y="682"/>
                </a:cxn>
                <a:cxn ang="0">
                  <a:pos x="956" y="874"/>
                </a:cxn>
                <a:cxn ang="0">
                  <a:pos x="828" y="992"/>
                </a:cxn>
                <a:cxn ang="0">
                  <a:pos x="636" y="994"/>
                </a:cxn>
                <a:cxn ang="0">
                  <a:pos x="506" y="878"/>
                </a:cxn>
                <a:cxn ang="0">
                  <a:pos x="484" y="686"/>
                </a:cxn>
                <a:cxn ang="0">
                  <a:pos x="588" y="546"/>
                </a:cxn>
                <a:cxn ang="0">
                  <a:pos x="776" y="508"/>
                </a:cxn>
                <a:cxn ang="0">
                  <a:pos x="1018" y="728"/>
                </a:cxn>
                <a:cxn ang="0">
                  <a:pos x="1166" y="574"/>
                </a:cxn>
                <a:cxn ang="0">
                  <a:pos x="510" y="1214"/>
                </a:cxn>
                <a:cxn ang="0">
                  <a:pos x="580" y="1340"/>
                </a:cxn>
                <a:cxn ang="0">
                  <a:pos x="538" y="1480"/>
                </a:cxn>
                <a:cxn ang="0">
                  <a:pos x="428" y="1548"/>
                </a:cxn>
                <a:cxn ang="0">
                  <a:pos x="288" y="1520"/>
                </a:cxn>
                <a:cxn ang="0">
                  <a:pos x="208" y="1416"/>
                </a:cxn>
                <a:cxn ang="0">
                  <a:pos x="222" y="1274"/>
                </a:cxn>
                <a:cxn ang="0">
                  <a:pos x="318" y="1186"/>
                </a:cxn>
                <a:cxn ang="0">
                  <a:pos x="460" y="1184"/>
                </a:cxn>
                <a:cxn ang="0">
                  <a:pos x="262" y="632"/>
                </a:cxn>
                <a:cxn ang="0">
                  <a:pos x="296" y="740"/>
                </a:cxn>
                <a:cxn ang="0">
                  <a:pos x="252" y="830"/>
                </a:cxn>
                <a:cxn ang="0">
                  <a:pos x="150" y="874"/>
                </a:cxn>
                <a:cxn ang="0">
                  <a:pos x="54" y="842"/>
                </a:cxn>
                <a:cxn ang="0">
                  <a:pos x="0" y="742"/>
                </a:cxn>
                <a:cxn ang="0">
                  <a:pos x="32" y="634"/>
                </a:cxn>
                <a:cxn ang="0">
                  <a:pos x="118" y="582"/>
                </a:cxn>
                <a:cxn ang="0">
                  <a:pos x="228" y="602"/>
                </a:cxn>
                <a:cxn ang="0">
                  <a:pos x="788" y="74"/>
                </a:cxn>
                <a:cxn ang="0">
                  <a:pos x="800" y="180"/>
                </a:cxn>
                <a:cxn ang="0">
                  <a:pos x="742" y="258"/>
                </a:cxn>
                <a:cxn ang="0">
                  <a:pos x="638" y="278"/>
                </a:cxn>
                <a:cxn ang="0">
                  <a:pos x="554" y="230"/>
                </a:cxn>
                <a:cxn ang="0">
                  <a:pos x="524" y="128"/>
                </a:cxn>
                <a:cxn ang="0">
                  <a:pos x="564" y="40"/>
                </a:cxn>
                <a:cxn ang="0">
                  <a:pos x="662" y="0"/>
                </a:cxn>
                <a:cxn ang="0">
                  <a:pos x="752" y="30"/>
                </a:cxn>
                <a:cxn ang="0">
                  <a:pos x="1560" y="482"/>
                </a:cxn>
                <a:cxn ang="0">
                  <a:pos x="1548" y="620"/>
                </a:cxn>
                <a:cxn ang="0">
                  <a:pos x="1454" y="706"/>
                </a:cxn>
                <a:cxn ang="0">
                  <a:pos x="1316" y="708"/>
                </a:cxn>
                <a:cxn ang="0">
                  <a:pos x="1220" y="624"/>
                </a:cxn>
                <a:cxn ang="0">
                  <a:pos x="1206" y="484"/>
                </a:cxn>
                <a:cxn ang="0">
                  <a:pos x="1280" y="382"/>
                </a:cxn>
                <a:cxn ang="0">
                  <a:pos x="1418" y="354"/>
                </a:cxn>
                <a:cxn ang="0">
                  <a:pos x="1206" y="1032"/>
                </a:cxn>
                <a:cxn ang="0">
                  <a:pos x="1260" y="1132"/>
                </a:cxn>
                <a:cxn ang="0">
                  <a:pos x="1228" y="1240"/>
                </a:cxn>
                <a:cxn ang="0">
                  <a:pos x="1142" y="1292"/>
                </a:cxn>
                <a:cxn ang="0">
                  <a:pos x="1034" y="1270"/>
                </a:cxn>
                <a:cxn ang="0">
                  <a:pos x="972" y="1190"/>
                </a:cxn>
                <a:cxn ang="0">
                  <a:pos x="982" y="1080"/>
                </a:cxn>
                <a:cxn ang="0">
                  <a:pos x="1056" y="1012"/>
                </a:cxn>
                <a:cxn ang="0">
                  <a:pos x="1168" y="1010"/>
                </a:cxn>
                <a:cxn ang="0">
                  <a:pos x="1018" y="988"/>
                </a:cxn>
                <a:cxn ang="0">
                  <a:pos x="882" y="1004"/>
                </a:cxn>
                <a:cxn ang="0">
                  <a:pos x="648" y="1036"/>
                </a:cxn>
                <a:cxn ang="0">
                  <a:pos x="446" y="1132"/>
                </a:cxn>
                <a:cxn ang="0">
                  <a:pos x="648" y="1036"/>
                </a:cxn>
                <a:cxn ang="0">
                  <a:pos x="332" y="736"/>
                </a:cxn>
                <a:cxn ang="0">
                  <a:pos x="440" y="742"/>
                </a:cxn>
                <a:cxn ang="0">
                  <a:pos x="650" y="324"/>
                </a:cxn>
                <a:cxn ang="0">
                  <a:pos x="764" y="468"/>
                </a:cxn>
              </a:cxnLst>
              <a:rect l="0" t="0" r="r" b="b"/>
              <a:pathLst>
                <a:path w="1568" h="1552">
                  <a:moveTo>
                    <a:pt x="890" y="560"/>
                  </a:moveTo>
                  <a:lnTo>
                    <a:pt x="890" y="560"/>
                  </a:lnTo>
                  <a:lnTo>
                    <a:pt x="908" y="576"/>
                  </a:lnTo>
                  <a:lnTo>
                    <a:pt x="926" y="596"/>
                  </a:lnTo>
                  <a:lnTo>
                    <a:pt x="940" y="616"/>
                  </a:lnTo>
                  <a:lnTo>
                    <a:pt x="954" y="638"/>
                  </a:lnTo>
                  <a:lnTo>
                    <a:pt x="964" y="660"/>
                  </a:lnTo>
                  <a:lnTo>
                    <a:pt x="972" y="682"/>
                  </a:lnTo>
                  <a:lnTo>
                    <a:pt x="978" y="706"/>
                  </a:lnTo>
                  <a:lnTo>
                    <a:pt x="982" y="730"/>
                  </a:lnTo>
                  <a:lnTo>
                    <a:pt x="984" y="754"/>
                  </a:lnTo>
                  <a:lnTo>
                    <a:pt x="982" y="778"/>
                  </a:lnTo>
                  <a:lnTo>
                    <a:pt x="980" y="804"/>
                  </a:lnTo>
                  <a:lnTo>
                    <a:pt x="974" y="828"/>
                  </a:lnTo>
                  <a:lnTo>
                    <a:pt x="966" y="850"/>
                  </a:lnTo>
                  <a:lnTo>
                    <a:pt x="956" y="874"/>
                  </a:lnTo>
                  <a:lnTo>
                    <a:pt x="942" y="896"/>
                  </a:lnTo>
                  <a:lnTo>
                    <a:pt x="928" y="916"/>
                  </a:lnTo>
                  <a:lnTo>
                    <a:pt x="928" y="916"/>
                  </a:lnTo>
                  <a:lnTo>
                    <a:pt x="910" y="936"/>
                  </a:lnTo>
                  <a:lnTo>
                    <a:pt x="892" y="954"/>
                  </a:lnTo>
                  <a:lnTo>
                    <a:pt x="870" y="968"/>
                  </a:lnTo>
                  <a:lnTo>
                    <a:pt x="850" y="982"/>
                  </a:lnTo>
                  <a:lnTo>
                    <a:pt x="828" y="992"/>
                  </a:lnTo>
                  <a:lnTo>
                    <a:pt x="804" y="1000"/>
                  </a:lnTo>
                  <a:lnTo>
                    <a:pt x="780" y="1006"/>
                  </a:lnTo>
                  <a:lnTo>
                    <a:pt x="756" y="1010"/>
                  </a:lnTo>
                  <a:lnTo>
                    <a:pt x="732" y="1012"/>
                  </a:lnTo>
                  <a:lnTo>
                    <a:pt x="708" y="1010"/>
                  </a:lnTo>
                  <a:lnTo>
                    <a:pt x="684" y="1008"/>
                  </a:lnTo>
                  <a:lnTo>
                    <a:pt x="660" y="1002"/>
                  </a:lnTo>
                  <a:lnTo>
                    <a:pt x="636" y="994"/>
                  </a:lnTo>
                  <a:lnTo>
                    <a:pt x="612" y="984"/>
                  </a:lnTo>
                  <a:lnTo>
                    <a:pt x="590" y="970"/>
                  </a:lnTo>
                  <a:lnTo>
                    <a:pt x="570" y="954"/>
                  </a:lnTo>
                  <a:lnTo>
                    <a:pt x="570" y="954"/>
                  </a:lnTo>
                  <a:lnTo>
                    <a:pt x="550" y="938"/>
                  </a:lnTo>
                  <a:lnTo>
                    <a:pt x="534" y="918"/>
                  </a:lnTo>
                  <a:lnTo>
                    <a:pt x="518" y="898"/>
                  </a:lnTo>
                  <a:lnTo>
                    <a:pt x="506" y="878"/>
                  </a:lnTo>
                  <a:lnTo>
                    <a:pt x="494" y="854"/>
                  </a:lnTo>
                  <a:lnTo>
                    <a:pt x="486" y="832"/>
                  </a:lnTo>
                  <a:lnTo>
                    <a:pt x="480" y="808"/>
                  </a:lnTo>
                  <a:lnTo>
                    <a:pt x="476" y="784"/>
                  </a:lnTo>
                  <a:lnTo>
                    <a:pt x="476" y="760"/>
                  </a:lnTo>
                  <a:lnTo>
                    <a:pt x="476" y="736"/>
                  </a:lnTo>
                  <a:lnTo>
                    <a:pt x="480" y="712"/>
                  </a:lnTo>
                  <a:lnTo>
                    <a:pt x="484" y="686"/>
                  </a:lnTo>
                  <a:lnTo>
                    <a:pt x="492" y="664"/>
                  </a:lnTo>
                  <a:lnTo>
                    <a:pt x="504" y="640"/>
                  </a:lnTo>
                  <a:lnTo>
                    <a:pt x="516" y="618"/>
                  </a:lnTo>
                  <a:lnTo>
                    <a:pt x="532" y="598"/>
                  </a:lnTo>
                  <a:lnTo>
                    <a:pt x="532" y="598"/>
                  </a:lnTo>
                  <a:lnTo>
                    <a:pt x="548" y="578"/>
                  </a:lnTo>
                  <a:lnTo>
                    <a:pt x="568" y="560"/>
                  </a:lnTo>
                  <a:lnTo>
                    <a:pt x="588" y="546"/>
                  </a:lnTo>
                  <a:lnTo>
                    <a:pt x="610" y="532"/>
                  </a:lnTo>
                  <a:lnTo>
                    <a:pt x="632" y="522"/>
                  </a:lnTo>
                  <a:lnTo>
                    <a:pt x="654" y="514"/>
                  </a:lnTo>
                  <a:lnTo>
                    <a:pt x="678" y="508"/>
                  </a:lnTo>
                  <a:lnTo>
                    <a:pt x="702" y="504"/>
                  </a:lnTo>
                  <a:lnTo>
                    <a:pt x="726" y="502"/>
                  </a:lnTo>
                  <a:lnTo>
                    <a:pt x="752" y="504"/>
                  </a:lnTo>
                  <a:lnTo>
                    <a:pt x="776" y="508"/>
                  </a:lnTo>
                  <a:lnTo>
                    <a:pt x="800" y="512"/>
                  </a:lnTo>
                  <a:lnTo>
                    <a:pt x="824" y="520"/>
                  </a:lnTo>
                  <a:lnTo>
                    <a:pt x="846" y="532"/>
                  </a:lnTo>
                  <a:lnTo>
                    <a:pt x="868" y="544"/>
                  </a:lnTo>
                  <a:lnTo>
                    <a:pt x="890" y="560"/>
                  </a:lnTo>
                  <a:lnTo>
                    <a:pt x="890" y="560"/>
                  </a:lnTo>
                  <a:close/>
                  <a:moveTo>
                    <a:pt x="1204" y="664"/>
                  </a:moveTo>
                  <a:lnTo>
                    <a:pt x="1018" y="728"/>
                  </a:lnTo>
                  <a:lnTo>
                    <a:pt x="1018" y="728"/>
                  </a:lnTo>
                  <a:lnTo>
                    <a:pt x="1014" y="696"/>
                  </a:lnTo>
                  <a:lnTo>
                    <a:pt x="1004" y="664"/>
                  </a:lnTo>
                  <a:lnTo>
                    <a:pt x="992" y="634"/>
                  </a:lnTo>
                  <a:lnTo>
                    <a:pt x="976" y="606"/>
                  </a:lnTo>
                  <a:lnTo>
                    <a:pt x="1162" y="542"/>
                  </a:lnTo>
                  <a:lnTo>
                    <a:pt x="1162" y="542"/>
                  </a:lnTo>
                  <a:lnTo>
                    <a:pt x="1166" y="574"/>
                  </a:lnTo>
                  <a:lnTo>
                    <a:pt x="1174" y="606"/>
                  </a:lnTo>
                  <a:lnTo>
                    <a:pt x="1180" y="622"/>
                  </a:lnTo>
                  <a:lnTo>
                    <a:pt x="1186" y="636"/>
                  </a:lnTo>
                  <a:lnTo>
                    <a:pt x="1194" y="650"/>
                  </a:lnTo>
                  <a:lnTo>
                    <a:pt x="1204" y="664"/>
                  </a:lnTo>
                  <a:lnTo>
                    <a:pt x="1204" y="664"/>
                  </a:lnTo>
                  <a:close/>
                  <a:moveTo>
                    <a:pt x="510" y="1214"/>
                  </a:moveTo>
                  <a:lnTo>
                    <a:pt x="510" y="1214"/>
                  </a:lnTo>
                  <a:lnTo>
                    <a:pt x="524" y="1226"/>
                  </a:lnTo>
                  <a:lnTo>
                    <a:pt x="538" y="1240"/>
                  </a:lnTo>
                  <a:lnTo>
                    <a:pt x="548" y="1256"/>
                  </a:lnTo>
                  <a:lnTo>
                    <a:pt x="558" y="1272"/>
                  </a:lnTo>
                  <a:lnTo>
                    <a:pt x="566" y="1288"/>
                  </a:lnTo>
                  <a:lnTo>
                    <a:pt x="572" y="1306"/>
                  </a:lnTo>
                  <a:lnTo>
                    <a:pt x="578" y="1322"/>
                  </a:lnTo>
                  <a:lnTo>
                    <a:pt x="580" y="1340"/>
                  </a:lnTo>
                  <a:lnTo>
                    <a:pt x="580" y="1360"/>
                  </a:lnTo>
                  <a:lnTo>
                    <a:pt x="580" y="1378"/>
                  </a:lnTo>
                  <a:lnTo>
                    <a:pt x="578" y="1396"/>
                  </a:lnTo>
                  <a:lnTo>
                    <a:pt x="574" y="1414"/>
                  </a:lnTo>
                  <a:lnTo>
                    <a:pt x="568" y="1432"/>
                  </a:lnTo>
                  <a:lnTo>
                    <a:pt x="560" y="1448"/>
                  </a:lnTo>
                  <a:lnTo>
                    <a:pt x="550" y="1464"/>
                  </a:lnTo>
                  <a:lnTo>
                    <a:pt x="538" y="1480"/>
                  </a:lnTo>
                  <a:lnTo>
                    <a:pt x="538" y="1480"/>
                  </a:lnTo>
                  <a:lnTo>
                    <a:pt x="526" y="1496"/>
                  </a:lnTo>
                  <a:lnTo>
                    <a:pt x="512" y="1508"/>
                  </a:lnTo>
                  <a:lnTo>
                    <a:pt x="496" y="1520"/>
                  </a:lnTo>
                  <a:lnTo>
                    <a:pt x="480" y="1528"/>
                  </a:lnTo>
                  <a:lnTo>
                    <a:pt x="464" y="1536"/>
                  </a:lnTo>
                  <a:lnTo>
                    <a:pt x="446" y="1542"/>
                  </a:lnTo>
                  <a:lnTo>
                    <a:pt x="428" y="1548"/>
                  </a:lnTo>
                  <a:lnTo>
                    <a:pt x="410" y="1550"/>
                  </a:lnTo>
                  <a:lnTo>
                    <a:pt x="392" y="1552"/>
                  </a:lnTo>
                  <a:lnTo>
                    <a:pt x="374" y="1550"/>
                  </a:lnTo>
                  <a:lnTo>
                    <a:pt x="356" y="1548"/>
                  </a:lnTo>
                  <a:lnTo>
                    <a:pt x="338" y="1544"/>
                  </a:lnTo>
                  <a:lnTo>
                    <a:pt x="320" y="1538"/>
                  </a:lnTo>
                  <a:lnTo>
                    <a:pt x="304" y="1530"/>
                  </a:lnTo>
                  <a:lnTo>
                    <a:pt x="288" y="1520"/>
                  </a:lnTo>
                  <a:lnTo>
                    <a:pt x="272" y="1510"/>
                  </a:lnTo>
                  <a:lnTo>
                    <a:pt x="272" y="1510"/>
                  </a:lnTo>
                  <a:lnTo>
                    <a:pt x="256" y="1496"/>
                  </a:lnTo>
                  <a:lnTo>
                    <a:pt x="244" y="1482"/>
                  </a:lnTo>
                  <a:lnTo>
                    <a:pt x="232" y="1466"/>
                  </a:lnTo>
                  <a:lnTo>
                    <a:pt x="224" y="1450"/>
                  </a:lnTo>
                  <a:lnTo>
                    <a:pt x="216" y="1434"/>
                  </a:lnTo>
                  <a:lnTo>
                    <a:pt x="208" y="1416"/>
                  </a:lnTo>
                  <a:lnTo>
                    <a:pt x="204" y="1400"/>
                  </a:lnTo>
                  <a:lnTo>
                    <a:pt x="202" y="1382"/>
                  </a:lnTo>
                  <a:lnTo>
                    <a:pt x="200" y="1362"/>
                  </a:lnTo>
                  <a:lnTo>
                    <a:pt x="202" y="1344"/>
                  </a:lnTo>
                  <a:lnTo>
                    <a:pt x="204" y="1326"/>
                  </a:lnTo>
                  <a:lnTo>
                    <a:pt x="208" y="1308"/>
                  </a:lnTo>
                  <a:lnTo>
                    <a:pt x="214" y="1290"/>
                  </a:lnTo>
                  <a:lnTo>
                    <a:pt x="222" y="1274"/>
                  </a:lnTo>
                  <a:lnTo>
                    <a:pt x="232" y="1258"/>
                  </a:lnTo>
                  <a:lnTo>
                    <a:pt x="242" y="1242"/>
                  </a:lnTo>
                  <a:lnTo>
                    <a:pt x="242" y="1242"/>
                  </a:lnTo>
                  <a:lnTo>
                    <a:pt x="256" y="1228"/>
                  </a:lnTo>
                  <a:lnTo>
                    <a:pt x="270" y="1214"/>
                  </a:lnTo>
                  <a:lnTo>
                    <a:pt x="284" y="1202"/>
                  </a:lnTo>
                  <a:lnTo>
                    <a:pt x="300" y="1194"/>
                  </a:lnTo>
                  <a:lnTo>
                    <a:pt x="318" y="1186"/>
                  </a:lnTo>
                  <a:lnTo>
                    <a:pt x="334" y="1180"/>
                  </a:lnTo>
                  <a:lnTo>
                    <a:pt x="352" y="1174"/>
                  </a:lnTo>
                  <a:lnTo>
                    <a:pt x="370" y="1172"/>
                  </a:lnTo>
                  <a:lnTo>
                    <a:pt x="388" y="1170"/>
                  </a:lnTo>
                  <a:lnTo>
                    <a:pt x="408" y="1172"/>
                  </a:lnTo>
                  <a:lnTo>
                    <a:pt x="426" y="1174"/>
                  </a:lnTo>
                  <a:lnTo>
                    <a:pt x="444" y="1178"/>
                  </a:lnTo>
                  <a:lnTo>
                    <a:pt x="460" y="1184"/>
                  </a:lnTo>
                  <a:lnTo>
                    <a:pt x="478" y="1192"/>
                  </a:lnTo>
                  <a:lnTo>
                    <a:pt x="494" y="1202"/>
                  </a:lnTo>
                  <a:lnTo>
                    <a:pt x="510" y="1214"/>
                  </a:lnTo>
                  <a:lnTo>
                    <a:pt x="510" y="1214"/>
                  </a:lnTo>
                  <a:close/>
                  <a:moveTo>
                    <a:pt x="240" y="612"/>
                  </a:moveTo>
                  <a:lnTo>
                    <a:pt x="240" y="612"/>
                  </a:lnTo>
                  <a:lnTo>
                    <a:pt x="252" y="622"/>
                  </a:lnTo>
                  <a:lnTo>
                    <a:pt x="262" y="632"/>
                  </a:lnTo>
                  <a:lnTo>
                    <a:pt x="270" y="644"/>
                  </a:lnTo>
                  <a:lnTo>
                    <a:pt x="278" y="656"/>
                  </a:lnTo>
                  <a:lnTo>
                    <a:pt x="284" y="670"/>
                  </a:lnTo>
                  <a:lnTo>
                    <a:pt x="290" y="684"/>
                  </a:lnTo>
                  <a:lnTo>
                    <a:pt x="292" y="696"/>
                  </a:lnTo>
                  <a:lnTo>
                    <a:pt x="294" y="710"/>
                  </a:lnTo>
                  <a:lnTo>
                    <a:pt x="296" y="726"/>
                  </a:lnTo>
                  <a:lnTo>
                    <a:pt x="296" y="740"/>
                  </a:lnTo>
                  <a:lnTo>
                    <a:pt x="294" y="754"/>
                  </a:lnTo>
                  <a:lnTo>
                    <a:pt x="290" y="768"/>
                  </a:lnTo>
                  <a:lnTo>
                    <a:pt x="286" y="782"/>
                  </a:lnTo>
                  <a:lnTo>
                    <a:pt x="280" y="794"/>
                  </a:lnTo>
                  <a:lnTo>
                    <a:pt x="272" y="808"/>
                  </a:lnTo>
                  <a:lnTo>
                    <a:pt x="262" y="820"/>
                  </a:lnTo>
                  <a:lnTo>
                    <a:pt x="262" y="820"/>
                  </a:lnTo>
                  <a:lnTo>
                    <a:pt x="252" y="830"/>
                  </a:lnTo>
                  <a:lnTo>
                    <a:pt x="242" y="840"/>
                  </a:lnTo>
                  <a:lnTo>
                    <a:pt x="230" y="850"/>
                  </a:lnTo>
                  <a:lnTo>
                    <a:pt x="218" y="856"/>
                  </a:lnTo>
                  <a:lnTo>
                    <a:pt x="204" y="864"/>
                  </a:lnTo>
                  <a:lnTo>
                    <a:pt x="192" y="868"/>
                  </a:lnTo>
                  <a:lnTo>
                    <a:pt x="178" y="872"/>
                  </a:lnTo>
                  <a:lnTo>
                    <a:pt x="164" y="874"/>
                  </a:lnTo>
                  <a:lnTo>
                    <a:pt x="150" y="874"/>
                  </a:lnTo>
                  <a:lnTo>
                    <a:pt x="136" y="874"/>
                  </a:lnTo>
                  <a:lnTo>
                    <a:pt x="120" y="872"/>
                  </a:lnTo>
                  <a:lnTo>
                    <a:pt x="106" y="868"/>
                  </a:lnTo>
                  <a:lnTo>
                    <a:pt x="94" y="864"/>
                  </a:lnTo>
                  <a:lnTo>
                    <a:pt x="80" y="858"/>
                  </a:lnTo>
                  <a:lnTo>
                    <a:pt x="68" y="850"/>
                  </a:lnTo>
                  <a:lnTo>
                    <a:pt x="54" y="842"/>
                  </a:lnTo>
                  <a:lnTo>
                    <a:pt x="54" y="842"/>
                  </a:lnTo>
                  <a:lnTo>
                    <a:pt x="44" y="832"/>
                  </a:lnTo>
                  <a:lnTo>
                    <a:pt x="34" y="820"/>
                  </a:lnTo>
                  <a:lnTo>
                    <a:pt x="24" y="808"/>
                  </a:lnTo>
                  <a:lnTo>
                    <a:pt x="18" y="796"/>
                  </a:lnTo>
                  <a:lnTo>
                    <a:pt x="12" y="784"/>
                  </a:lnTo>
                  <a:lnTo>
                    <a:pt x="6" y="770"/>
                  </a:lnTo>
                  <a:lnTo>
                    <a:pt x="2" y="756"/>
                  </a:lnTo>
                  <a:lnTo>
                    <a:pt x="0" y="742"/>
                  </a:lnTo>
                  <a:lnTo>
                    <a:pt x="0" y="728"/>
                  </a:lnTo>
                  <a:lnTo>
                    <a:pt x="0" y="714"/>
                  </a:lnTo>
                  <a:lnTo>
                    <a:pt x="2" y="700"/>
                  </a:lnTo>
                  <a:lnTo>
                    <a:pt x="6" y="686"/>
                  </a:lnTo>
                  <a:lnTo>
                    <a:pt x="10" y="672"/>
                  </a:lnTo>
                  <a:lnTo>
                    <a:pt x="16" y="658"/>
                  </a:lnTo>
                  <a:lnTo>
                    <a:pt x="24" y="646"/>
                  </a:lnTo>
                  <a:lnTo>
                    <a:pt x="32" y="634"/>
                  </a:lnTo>
                  <a:lnTo>
                    <a:pt x="32" y="634"/>
                  </a:lnTo>
                  <a:lnTo>
                    <a:pt x="42" y="622"/>
                  </a:lnTo>
                  <a:lnTo>
                    <a:pt x="54" y="612"/>
                  </a:lnTo>
                  <a:lnTo>
                    <a:pt x="66" y="604"/>
                  </a:lnTo>
                  <a:lnTo>
                    <a:pt x="78" y="596"/>
                  </a:lnTo>
                  <a:lnTo>
                    <a:pt x="90" y="590"/>
                  </a:lnTo>
                  <a:lnTo>
                    <a:pt x="104" y="586"/>
                  </a:lnTo>
                  <a:lnTo>
                    <a:pt x="118" y="582"/>
                  </a:lnTo>
                  <a:lnTo>
                    <a:pt x="132" y="580"/>
                  </a:lnTo>
                  <a:lnTo>
                    <a:pt x="146" y="578"/>
                  </a:lnTo>
                  <a:lnTo>
                    <a:pt x="160" y="580"/>
                  </a:lnTo>
                  <a:lnTo>
                    <a:pt x="174" y="582"/>
                  </a:lnTo>
                  <a:lnTo>
                    <a:pt x="188" y="584"/>
                  </a:lnTo>
                  <a:lnTo>
                    <a:pt x="202" y="590"/>
                  </a:lnTo>
                  <a:lnTo>
                    <a:pt x="216" y="596"/>
                  </a:lnTo>
                  <a:lnTo>
                    <a:pt x="228" y="602"/>
                  </a:lnTo>
                  <a:lnTo>
                    <a:pt x="240" y="612"/>
                  </a:lnTo>
                  <a:lnTo>
                    <a:pt x="240" y="612"/>
                  </a:lnTo>
                  <a:close/>
                  <a:moveTo>
                    <a:pt x="752" y="30"/>
                  </a:moveTo>
                  <a:lnTo>
                    <a:pt x="752" y="30"/>
                  </a:lnTo>
                  <a:lnTo>
                    <a:pt x="764" y="40"/>
                  </a:lnTo>
                  <a:lnTo>
                    <a:pt x="772" y="50"/>
                  </a:lnTo>
                  <a:lnTo>
                    <a:pt x="780" y="62"/>
                  </a:lnTo>
                  <a:lnTo>
                    <a:pt x="788" y="74"/>
                  </a:lnTo>
                  <a:lnTo>
                    <a:pt x="794" y="86"/>
                  </a:lnTo>
                  <a:lnTo>
                    <a:pt x="798" y="98"/>
                  </a:lnTo>
                  <a:lnTo>
                    <a:pt x="802" y="112"/>
                  </a:lnTo>
                  <a:lnTo>
                    <a:pt x="804" y="126"/>
                  </a:lnTo>
                  <a:lnTo>
                    <a:pt x="804" y="138"/>
                  </a:lnTo>
                  <a:lnTo>
                    <a:pt x="804" y="152"/>
                  </a:lnTo>
                  <a:lnTo>
                    <a:pt x="802" y="166"/>
                  </a:lnTo>
                  <a:lnTo>
                    <a:pt x="800" y="180"/>
                  </a:lnTo>
                  <a:lnTo>
                    <a:pt x="794" y="192"/>
                  </a:lnTo>
                  <a:lnTo>
                    <a:pt x="790" y="204"/>
                  </a:lnTo>
                  <a:lnTo>
                    <a:pt x="782" y="218"/>
                  </a:lnTo>
                  <a:lnTo>
                    <a:pt x="774" y="228"/>
                  </a:lnTo>
                  <a:lnTo>
                    <a:pt x="774" y="228"/>
                  </a:lnTo>
                  <a:lnTo>
                    <a:pt x="764" y="240"/>
                  </a:lnTo>
                  <a:lnTo>
                    <a:pt x="754" y="250"/>
                  </a:lnTo>
                  <a:lnTo>
                    <a:pt x="742" y="258"/>
                  </a:lnTo>
                  <a:lnTo>
                    <a:pt x="730" y="264"/>
                  </a:lnTo>
                  <a:lnTo>
                    <a:pt x="718" y="270"/>
                  </a:lnTo>
                  <a:lnTo>
                    <a:pt x="706" y="276"/>
                  </a:lnTo>
                  <a:lnTo>
                    <a:pt x="692" y="278"/>
                  </a:lnTo>
                  <a:lnTo>
                    <a:pt x="678" y="280"/>
                  </a:lnTo>
                  <a:lnTo>
                    <a:pt x="666" y="282"/>
                  </a:lnTo>
                  <a:lnTo>
                    <a:pt x="652" y="280"/>
                  </a:lnTo>
                  <a:lnTo>
                    <a:pt x="638" y="278"/>
                  </a:lnTo>
                  <a:lnTo>
                    <a:pt x="624" y="276"/>
                  </a:lnTo>
                  <a:lnTo>
                    <a:pt x="612" y="272"/>
                  </a:lnTo>
                  <a:lnTo>
                    <a:pt x="598" y="266"/>
                  </a:lnTo>
                  <a:lnTo>
                    <a:pt x="586" y="258"/>
                  </a:lnTo>
                  <a:lnTo>
                    <a:pt x="576" y="250"/>
                  </a:lnTo>
                  <a:lnTo>
                    <a:pt x="576" y="250"/>
                  </a:lnTo>
                  <a:lnTo>
                    <a:pt x="564" y="240"/>
                  </a:lnTo>
                  <a:lnTo>
                    <a:pt x="554" y="230"/>
                  </a:lnTo>
                  <a:lnTo>
                    <a:pt x="546" y="218"/>
                  </a:lnTo>
                  <a:lnTo>
                    <a:pt x="540" y="206"/>
                  </a:lnTo>
                  <a:lnTo>
                    <a:pt x="534" y="194"/>
                  </a:lnTo>
                  <a:lnTo>
                    <a:pt x="528" y="182"/>
                  </a:lnTo>
                  <a:lnTo>
                    <a:pt x="526" y="168"/>
                  </a:lnTo>
                  <a:lnTo>
                    <a:pt x="524" y="156"/>
                  </a:lnTo>
                  <a:lnTo>
                    <a:pt x="522" y="142"/>
                  </a:lnTo>
                  <a:lnTo>
                    <a:pt x="524" y="128"/>
                  </a:lnTo>
                  <a:lnTo>
                    <a:pt x="524" y="114"/>
                  </a:lnTo>
                  <a:lnTo>
                    <a:pt x="528" y="102"/>
                  </a:lnTo>
                  <a:lnTo>
                    <a:pt x="532" y="88"/>
                  </a:lnTo>
                  <a:lnTo>
                    <a:pt x="538" y="76"/>
                  </a:lnTo>
                  <a:lnTo>
                    <a:pt x="546" y="64"/>
                  </a:lnTo>
                  <a:lnTo>
                    <a:pt x="554" y="52"/>
                  </a:lnTo>
                  <a:lnTo>
                    <a:pt x="554" y="52"/>
                  </a:lnTo>
                  <a:lnTo>
                    <a:pt x="564" y="40"/>
                  </a:lnTo>
                  <a:lnTo>
                    <a:pt x="574" y="32"/>
                  </a:lnTo>
                  <a:lnTo>
                    <a:pt x="586" y="22"/>
                  </a:lnTo>
                  <a:lnTo>
                    <a:pt x="598" y="16"/>
                  </a:lnTo>
                  <a:lnTo>
                    <a:pt x="610" y="10"/>
                  </a:lnTo>
                  <a:lnTo>
                    <a:pt x="622" y="6"/>
                  </a:lnTo>
                  <a:lnTo>
                    <a:pt x="636" y="2"/>
                  </a:lnTo>
                  <a:lnTo>
                    <a:pt x="648" y="0"/>
                  </a:lnTo>
                  <a:lnTo>
                    <a:pt x="662" y="0"/>
                  </a:lnTo>
                  <a:lnTo>
                    <a:pt x="676" y="0"/>
                  </a:lnTo>
                  <a:lnTo>
                    <a:pt x="690" y="2"/>
                  </a:lnTo>
                  <a:lnTo>
                    <a:pt x="702" y="4"/>
                  </a:lnTo>
                  <a:lnTo>
                    <a:pt x="716" y="10"/>
                  </a:lnTo>
                  <a:lnTo>
                    <a:pt x="728" y="14"/>
                  </a:lnTo>
                  <a:lnTo>
                    <a:pt x="740" y="22"/>
                  </a:lnTo>
                  <a:lnTo>
                    <a:pt x="752" y="30"/>
                  </a:lnTo>
                  <a:lnTo>
                    <a:pt x="752" y="30"/>
                  </a:lnTo>
                  <a:close/>
                  <a:moveTo>
                    <a:pt x="1500" y="392"/>
                  </a:moveTo>
                  <a:lnTo>
                    <a:pt x="1500" y="392"/>
                  </a:lnTo>
                  <a:lnTo>
                    <a:pt x="1514" y="404"/>
                  </a:lnTo>
                  <a:lnTo>
                    <a:pt x="1526" y="418"/>
                  </a:lnTo>
                  <a:lnTo>
                    <a:pt x="1538" y="432"/>
                  </a:lnTo>
                  <a:lnTo>
                    <a:pt x="1546" y="448"/>
                  </a:lnTo>
                  <a:lnTo>
                    <a:pt x="1554" y="464"/>
                  </a:lnTo>
                  <a:lnTo>
                    <a:pt x="1560" y="482"/>
                  </a:lnTo>
                  <a:lnTo>
                    <a:pt x="1564" y="498"/>
                  </a:lnTo>
                  <a:lnTo>
                    <a:pt x="1568" y="516"/>
                  </a:lnTo>
                  <a:lnTo>
                    <a:pt x="1568" y="534"/>
                  </a:lnTo>
                  <a:lnTo>
                    <a:pt x="1568" y="552"/>
                  </a:lnTo>
                  <a:lnTo>
                    <a:pt x="1566" y="570"/>
                  </a:lnTo>
                  <a:lnTo>
                    <a:pt x="1562" y="586"/>
                  </a:lnTo>
                  <a:lnTo>
                    <a:pt x="1556" y="604"/>
                  </a:lnTo>
                  <a:lnTo>
                    <a:pt x="1548" y="620"/>
                  </a:lnTo>
                  <a:lnTo>
                    <a:pt x="1538" y="636"/>
                  </a:lnTo>
                  <a:lnTo>
                    <a:pt x="1528" y="652"/>
                  </a:lnTo>
                  <a:lnTo>
                    <a:pt x="1528" y="652"/>
                  </a:lnTo>
                  <a:lnTo>
                    <a:pt x="1516" y="666"/>
                  </a:lnTo>
                  <a:lnTo>
                    <a:pt x="1502" y="678"/>
                  </a:lnTo>
                  <a:lnTo>
                    <a:pt x="1486" y="690"/>
                  </a:lnTo>
                  <a:lnTo>
                    <a:pt x="1472" y="698"/>
                  </a:lnTo>
                  <a:lnTo>
                    <a:pt x="1454" y="706"/>
                  </a:lnTo>
                  <a:lnTo>
                    <a:pt x="1438" y="712"/>
                  </a:lnTo>
                  <a:lnTo>
                    <a:pt x="1420" y="716"/>
                  </a:lnTo>
                  <a:lnTo>
                    <a:pt x="1404" y="720"/>
                  </a:lnTo>
                  <a:lnTo>
                    <a:pt x="1386" y="720"/>
                  </a:lnTo>
                  <a:lnTo>
                    <a:pt x="1368" y="720"/>
                  </a:lnTo>
                  <a:lnTo>
                    <a:pt x="1350" y="718"/>
                  </a:lnTo>
                  <a:lnTo>
                    <a:pt x="1332" y="714"/>
                  </a:lnTo>
                  <a:lnTo>
                    <a:pt x="1316" y="708"/>
                  </a:lnTo>
                  <a:lnTo>
                    <a:pt x="1298" y="700"/>
                  </a:lnTo>
                  <a:lnTo>
                    <a:pt x="1282" y="690"/>
                  </a:lnTo>
                  <a:lnTo>
                    <a:pt x="1268" y="680"/>
                  </a:lnTo>
                  <a:lnTo>
                    <a:pt x="1268" y="680"/>
                  </a:lnTo>
                  <a:lnTo>
                    <a:pt x="1254" y="668"/>
                  </a:lnTo>
                  <a:lnTo>
                    <a:pt x="1240" y="654"/>
                  </a:lnTo>
                  <a:lnTo>
                    <a:pt x="1230" y="638"/>
                  </a:lnTo>
                  <a:lnTo>
                    <a:pt x="1220" y="624"/>
                  </a:lnTo>
                  <a:lnTo>
                    <a:pt x="1212" y="606"/>
                  </a:lnTo>
                  <a:lnTo>
                    <a:pt x="1206" y="590"/>
                  </a:lnTo>
                  <a:lnTo>
                    <a:pt x="1202" y="572"/>
                  </a:lnTo>
                  <a:lnTo>
                    <a:pt x="1200" y="556"/>
                  </a:lnTo>
                  <a:lnTo>
                    <a:pt x="1198" y="538"/>
                  </a:lnTo>
                  <a:lnTo>
                    <a:pt x="1200" y="520"/>
                  </a:lnTo>
                  <a:lnTo>
                    <a:pt x="1202" y="502"/>
                  </a:lnTo>
                  <a:lnTo>
                    <a:pt x="1206" y="484"/>
                  </a:lnTo>
                  <a:lnTo>
                    <a:pt x="1212" y="468"/>
                  </a:lnTo>
                  <a:lnTo>
                    <a:pt x="1218" y="450"/>
                  </a:lnTo>
                  <a:lnTo>
                    <a:pt x="1228" y="434"/>
                  </a:lnTo>
                  <a:lnTo>
                    <a:pt x="1240" y="420"/>
                  </a:lnTo>
                  <a:lnTo>
                    <a:pt x="1240" y="420"/>
                  </a:lnTo>
                  <a:lnTo>
                    <a:pt x="1252" y="406"/>
                  </a:lnTo>
                  <a:lnTo>
                    <a:pt x="1266" y="392"/>
                  </a:lnTo>
                  <a:lnTo>
                    <a:pt x="1280" y="382"/>
                  </a:lnTo>
                  <a:lnTo>
                    <a:pt x="1296" y="372"/>
                  </a:lnTo>
                  <a:lnTo>
                    <a:pt x="1312" y="364"/>
                  </a:lnTo>
                  <a:lnTo>
                    <a:pt x="1330" y="358"/>
                  </a:lnTo>
                  <a:lnTo>
                    <a:pt x="1346" y="354"/>
                  </a:lnTo>
                  <a:lnTo>
                    <a:pt x="1364" y="352"/>
                  </a:lnTo>
                  <a:lnTo>
                    <a:pt x="1382" y="350"/>
                  </a:lnTo>
                  <a:lnTo>
                    <a:pt x="1400" y="352"/>
                  </a:lnTo>
                  <a:lnTo>
                    <a:pt x="1418" y="354"/>
                  </a:lnTo>
                  <a:lnTo>
                    <a:pt x="1434" y="358"/>
                  </a:lnTo>
                  <a:lnTo>
                    <a:pt x="1452" y="364"/>
                  </a:lnTo>
                  <a:lnTo>
                    <a:pt x="1468" y="370"/>
                  </a:lnTo>
                  <a:lnTo>
                    <a:pt x="1484" y="380"/>
                  </a:lnTo>
                  <a:lnTo>
                    <a:pt x="1500" y="392"/>
                  </a:lnTo>
                  <a:lnTo>
                    <a:pt x="1500" y="392"/>
                  </a:lnTo>
                  <a:close/>
                  <a:moveTo>
                    <a:pt x="1206" y="1032"/>
                  </a:moveTo>
                  <a:lnTo>
                    <a:pt x="1206" y="1032"/>
                  </a:lnTo>
                  <a:lnTo>
                    <a:pt x="1218" y="1042"/>
                  </a:lnTo>
                  <a:lnTo>
                    <a:pt x="1226" y="1054"/>
                  </a:lnTo>
                  <a:lnTo>
                    <a:pt x="1236" y="1066"/>
                  </a:lnTo>
                  <a:lnTo>
                    <a:pt x="1244" y="1078"/>
                  </a:lnTo>
                  <a:lnTo>
                    <a:pt x="1250" y="1090"/>
                  </a:lnTo>
                  <a:lnTo>
                    <a:pt x="1254" y="1104"/>
                  </a:lnTo>
                  <a:lnTo>
                    <a:pt x="1258" y="1118"/>
                  </a:lnTo>
                  <a:lnTo>
                    <a:pt x="1260" y="1132"/>
                  </a:lnTo>
                  <a:lnTo>
                    <a:pt x="1260" y="1146"/>
                  </a:lnTo>
                  <a:lnTo>
                    <a:pt x="1260" y="1160"/>
                  </a:lnTo>
                  <a:lnTo>
                    <a:pt x="1258" y="1174"/>
                  </a:lnTo>
                  <a:lnTo>
                    <a:pt x="1254" y="1188"/>
                  </a:lnTo>
                  <a:lnTo>
                    <a:pt x="1250" y="1202"/>
                  </a:lnTo>
                  <a:lnTo>
                    <a:pt x="1244" y="1214"/>
                  </a:lnTo>
                  <a:lnTo>
                    <a:pt x="1236" y="1228"/>
                  </a:lnTo>
                  <a:lnTo>
                    <a:pt x="1228" y="1240"/>
                  </a:lnTo>
                  <a:lnTo>
                    <a:pt x="1228" y="1240"/>
                  </a:lnTo>
                  <a:lnTo>
                    <a:pt x="1218" y="1250"/>
                  </a:lnTo>
                  <a:lnTo>
                    <a:pt x="1206" y="1260"/>
                  </a:lnTo>
                  <a:lnTo>
                    <a:pt x="1196" y="1270"/>
                  </a:lnTo>
                  <a:lnTo>
                    <a:pt x="1182" y="1276"/>
                  </a:lnTo>
                  <a:lnTo>
                    <a:pt x="1170" y="1284"/>
                  </a:lnTo>
                  <a:lnTo>
                    <a:pt x="1156" y="1288"/>
                  </a:lnTo>
                  <a:lnTo>
                    <a:pt x="1142" y="1292"/>
                  </a:lnTo>
                  <a:lnTo>
                    <a:pt x="1130" y="1294"/>
                  </a:lnTo>
                  <a:lnTo>
                    <a:pt x="1114" y="1294"/>
                  </a:lnTo>
                  <a:lnTo>
                    <a:pt x="1100" y="1294"/>
                  </a:lnTo>
                  <a:lnTo>
                    <a:pt x="1086" y="1292"/>
                  </a:lnTo>
                  <a:lnTo>
                    <a:pt x="1072" y="1288"/>
                  </a:lnTo>
                  <a:lnTo>
                    <a:pt x="1060" y="1284"/>
                  </a:lnTo>
                  <a:lnTo>
                    <a:pt x="1046" y="1278"/>
                  </a:lnTo>
                  <a:lnTo>
                    <a:pt x="1034" y="1270"/>
                  </a:lnTo>
                  <a:lnTo>
                    <a:pt x="1022" y="1262"/>
                  </a:lnTo>
                  <a:lnTo>
                    <a:pt x="1022" y="1262"/>
                  </a:lnTo>
                  <a:lnTo>
                    <a:pt x="1010" y="1252"/>
                  </a:lnTo>
                  <a:lnTo>
                    <a:pt x="1000" y="1240"/>
                  </a:lnTo>
                  <a:lnTo>
                    <a:pt x="992" y="1230"/>
                  </a:lnTo>
                  <a:lnTo>
                    <a:pt x="984" y="1216"/>
                  </a:lnTo>
                  <a:lnTo>
                    <a:pt x="978" y="1204"/>
                  </a:lnTo>
                  <a:lnTo>
                    <a:pt x="972" y="1190"/>
                  </a:lnTo>
                  <a:lnTo>
                    <a:pt x="970" y="1176"/>
                  </a:lnTo>
                  <a:lnTo>
                    <a:pt x="968" y="1162"/>
                  </a:lnTo>
                  <a:lnTo>
                    <a:pt x="966" y="1148"/>
                  </a:lnTo>
                  <a:lnTo>
                    <a:pt x="966" y="1134"/>
                  </a:lnTo>
                  <a:lnTo>
                    <a:pt x="968" y="1120"/>
                  </a:lnTo>
                  <a:lnTo>
                    <a:pt x="972" y="1106"/>
                  </a:lnTo>
                  <a:lnTo>
                    <a:pt x="976" y="1094"/>
                  </a:lnTo>
                  <a:lnTo>
                    <a:pt x="982" y="1080"/>
                  </a:lnTo>
                  <a:lnTo>
                    <a:pt x="990" y="1068"/>
                  </a:lnTo>
                  <a:lnTo>
                    <a:pt x="1000" y="1054"/>
                  </a:lnTo>
                  <a:lnTo>
                    <a:pt x="1000" y="1054"/>
                  </a:lnTo>
                  <a:lnTo>
                    <a:pt x="1010" y="1044"/>
                  </a:lnTo>
                  <a:lnTo>
                    <a:pt x="1020" y="1034"/>
                  </a:lnTo>
                  <a:lnTo>
                    <a:pt x="1032" y="1026"/>
                  </a:lnTo>
                  <a:lnTo>
                    <a:pt x="1044" y="1018"/>
                  </a:lnTo>
                  <a:lnTo>
                    <a:pt x="1056" y="1012"/>
                  </a:lnTo>
                  <a:lnTo>
                    <a:pt x="1070" y="1006"/>
                  </a:lnTo>
                  <a:lnTo>
                    <a:pt x="1084" y="1004"/>
                  </a:lnTo>
                  <a:lnTo>
                    <a:pt x="1098" y="1002"/>
                  </a:lnTo>
                  <a:lnTo>
                    <a:pt x="1112" y="1000"/>
                  </a:lnTo>
                  <a:lnTo>
                    <a:pt x="1126" y="1000"/>
                  </a:lnTo>
                  <a:lnTo>
                    <a:pt x="1140" y="1002"/>
                  </a:lnTo>
                  <a:lnTo>
                    <a:pt x="1154" y="1006"/>
                  </a:lnTo>
                  <a:lnTo>
                    <a:pt x="1168" y="1010"/>
                  </a:lnTo>
                  <a:lnTo>
                    <a:pt x="1180" y="1016"/>
                  </a:lnTo>
                  <a:lnTo>
                    <a:pt x="1194" y="1024"/>
                  </a:lnTo>
                  <a:lnTo>
                    <a:pt x="1206" y="1032"/>
                  </a:lnTo>
                  <a:lnTo>
                    <a:pt x="1206" y="1032"/>
                  </a:lnTo>
                  <a:close/>
                  <a:moveTo>
                    <a:pt x="974" y="914"/>
                  </a:moveTo>
                  <a:lnTo>
                    <a:pt x="1038" y="978"/>
                  </a:lnTo>
                  <a:lnTo>
                    <a:pt x="1038" y="978"/>
                  </a:lnTo>
                  <a:lnTo>
                    <a:pt x="1018" y="988"/>
                  </a:lnTo>
                  <a:lnTo>
                    <a:pt x="1000" y="1000"/>
                  </a:lnTo>
                  <a:lnTo>
                    <a:pt x="984" y="1014"/>
                  </a:lnTo>
                  <a:lnTo>
                    <a:pt x="970" y="1032"/>
                  </a:lnTo>
                  <a:lnTo>
                    <a:pt x="970" y="1032"/>
                  </a:lnTo>
                  <a:lnTo>
                    <a:pt x="956" y="1050"/>
                  </a:lnTo>
                  <a:lnTo>
                    <a:pt x="946" y="1068"/>
                  </a:lnTo>
                  <a:lnTo>
                    <a:pt x="882" y="1004"/>
                  </a:lnTo>
                  <a:lnTo>
                    <a:pt x="882" y="1004"/>
                  </a:lnTo>
                  <a:lnTo>
                    <a:pt x="902" y="990"/>
                  </a:lnTo>
                  <a:lnTo>
                    <a:pt x="920" y="976"/>
                  </a:lnTo>
                  <a:lnTo>
                    <a:pt x="938" y="958"/>
                  </a:lnTo>
                  <a:lnTo>
                    <a:pt x="956" y="940"/>
                  </a:lnTo>
                  <a:lnTo>
                    <a:pt x="956" y="940"/>
                  </a:lnTo>
                  <a:lnTo>
                    <a:pt x="974" y="914"/>
                  </a:lnTo>
                  <a:lnTo>
                    <a:pt x="974" y="914"/>
                  </a:lnTo>
                  <a:close/>
                  <a:moveTo>
                    <a:pt x="648" y="1036"/>
                  </a:moveTo>
                  <a:lnTo>
                    <a:pt x="558" y="1194"/>
                  </a:lnTo>
                  <a:lnTo>
                    <a:pt x="558" y="1194"/>
                  </a:lnTo>
                  <a:lnTo>
                    <a:pt x="538" y="1178"/>
                  </a:lnTo>
                  <a:lnTo>
                    <a:pt x="538" y="1178"/>
                  </a:lnTo>
                  <a:lnTo>
                    <a:pt x="518" y="1162"/>
                  </a:lnTo>
                  <a:lnTo>
                    <a:pt x="494" y="1150"/>
                  </a:lnTo>
                  <a:lnTo>
                    <a:pt x="470" y="1138"/>
                  </a:lnTo>
                  <a:lnTo>
                    <a:pt x="446" y="1132"/>
                  </a:lnTo>
                  <a:lnTo>
                    <a:pt x="534" y="972"/>
                  </a:lnTo>
                  <a:lnTo>
                    <a:pt x="534" y="972"/>
                  </a:lnTo>
                  <a:lnTo>
                    <a:pt x="548" y="982"/>
                  </a:lnTo>
                  <a:lnTo>
                    <a:pt x="548" y="982"/>
                  </a:lnTo>
                  <a:lnTo>
                    <a:pt x="570" y="1000"/>
                  </a:lnTo>
                  <a:lnTo>
                    <a:pt x="596" y="1014"/>
                  </a:lnTo>
                  <a:lnTo>
                    <a:pt x="620" y="1026"/>
                  </a:lnTo>
                  <a:lnTo>
                    <a:pt x="648" y="1036"/>
                  </a:lnTo>
                  <a:lnTo>
                    <a:pt x="648" y="1036"/>
                  </a:lnTo>
                  <a:close/>
                  <a:moveTo>
                    <a:pt x="444" y="806"/>
                  </a:moveTo>
                  <a:lnTo>
                    <a:pt x="318" y="800"/>
                  </a:lnTo>
                  <a:lnTo>
                    <a:pt x="318" y="800"/>
                  </a:lnTo>
                  <a:lnTo>
                    <a:pt x="324" y="784"/>
                  </a:lnTo>
                  <a:lnTo>
                    <a:pt x="328" y="768"/>
                  </a:lnTo>
                  <a:lnTo>
                    <a:pt x="330" y="752"/>
                  </a:lnTo>
                  <a:lnTo>
                    <a:pt x="332" y="736"/>
                  </a:lnTo>
                  <a:lnTo>
                    <a:pt x="332" y="720"/>
                  </a:lnTo>
                  <a:lnTo>
                    <a:pt x="332" y="704"/>
                  </a:lnTo>
                  <a:lnTo>
                    <a:pt x="328" y="688"/>
                  </a:lnTo>
                  <a:lnTo>
                    <a:pt x="324" y="672"/>
                  </a:lnTo>
                  <a:lnTo>
                    <a:pt x="450" y="678"/>
                  </a:lnTo>
                  <a:lnTo>
                    <a:pt x="450" y="678"/>
                  </a:lnTo>
                  <a:lnTo>
                    <a:pt x="444" y="710"/>
                  </a:lnTo>
                  <a:lnTo>
                    <a:pt x="440" y="742"/>
                  </a:lnTo>
                  <a:lnTo>
                    <a:pt x="440" y="774"/>
                  </a:lnTo>
                  <a:lnTo>
                    <a:pt x="444" y="806"/>
                  </a:lnTo>
                  <a:lnTo>
                    <a:pt x="444" y="806"/>
                  </a:lnTo>
                  <a:close/>
                  <a:moveTo>
                    <a:pt x="636" y="482"/>
                  </a:moveTo>
                  <a:lnTo>
                    <a:pt x="618" y="320"/>
                  </a:lnTo>
                  <a:lnTo>
                    <a:pt x="618" y="320"/>
                  </a:lnTo>
                  <a:lnTo>
                    <a:pt x="634" y="322"/>
                  </a:lnTo>
                  <a:lnTo>
                    <a:pt x="650" y="324"/>
                  </a:lnTo>
                  <a:lnTo>
                    <a:pt x="666" y="326"/>
                  </a:lnTo>
                  <a:lnTo>
                    <a:pt x="684" y="324"/>
                  </a:lnTo>
                  <a:lnTo>
                    <a:pt x="700" y="322"/>
                  </a:lnTo>
                  <a:lnTo>
                    <a:pt x="716" y="318"/>
                  </a:lnTo>
                  <a:lnTo>
                    <a:pt x="730" y="312"/>
                  </a:lnTo>
                  <a:lnTo>
                    <a:pt x="746" y="306"/>
                  </a:lnTo>
                  <a:lnTo>
                    <a:pt x="764" y="468"/>
                  </a:lnTo>
                  <a:lnTo>
                    <a:pt x="764" y="468"/>
                  </a:lnTo>
                  <a:lnTo>
                    <a:pt x="732" y="466"/>
                  </a:lnTo>
                  <a:lnTo>
                    <a:pt x="698" y="468"/>
                  </a:lnTo>
                  <a:lnTo>
                    <a:pt x="666" y="474"/>
                  </a:lnTo>
                  <a:lnTo>
                    <a:pt x="636" y="482"/>
                  </a:lnTo>
                  <a:lnTo>
                    <a:pt x="636" y="48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63628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5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50" presetClass="entr" presetSubtype="0" decel="100000" fill="hold" nodeType="withEffect">
                                  <p:stCondLst>
                                    <p:cond delay="1000"/>
                                  </p:stCondLst>
                                  <p:childTnLst>
                                    <p:set>
                                      <p:cBhvr>
                                        <p:cTn id="11" dur="1" fill="hold">
                                          <p:stCondLst>
                                            <p:cond delay="0"/>
                                          </p:stCondLst>
                                        </p:cTn>
                                        <p:tgtEl>
                                          <p:spTgt spid="16"/>
                                        </p:tgtEl>
                                        <p:attrNameLst>
                                          <p:attrName>style.visibility</p:attrName>
                                        </p:attrNameLst>
                                      </p:cBhvr>
                                      <p:to>
                                        <p:strVal val="visible"/>
                                      </p:to>
                                    </p:set>
                                    <p:anim calcmode="lin" valueType="num">
                                      <p:cBhvr>
                                        <p:cTn id="12" dur="6300" fill="hold"/>
                                        <p:tgtEl>
                                          <p:spTgt spid="16"/>
                                        </p:tgtEl>
                                        <p:attrNameLst>
                                          <p:attrName>ppt_w</p:attrName>
                                        </p:attrNameLst>
                                      </p:cBhvr>
                                      <p:tavLst>
                                        <p:tav tm="0">
                                          <p:val>
                                            <p:strVal val="#ppt_w+.3"/>
                                          </p:val>
                                        </p:tav>
                                        <p:tav tm="100000">
                                          <p:val>
                                            <p:strVal val="#ppt_w"/>
                                          </p:val>
                                        </p:tav>
                                      </p:tavLst>
                                    </p:anim>
                                    <p:anim calcmode="lin" valueType="num">
                                      <p:cBhvr>
                                        <p:cTn id="13" dur="6300" fill="hold"/>
                                        <p:tgtEl>
                                          <p:spTgt spid="16"/>
                                        </p:tgtEl>
                                        <p:attrNameLst>
                                          <p:attrName>ppt_h</p:attrName>
                                        </p:attrNameLst>
                                      </p:cBhvr>
                                      <p:tavLst>
                                        <p:tav tm="0">
                                          <p:val>
                                            <p:strVal val="#ppt_h"/>
                                          </p:val>
                                        </p:tav>
                                        <p:tav tm="100000">
                                          <p:val>
                                            <p:strVal val="#ppt_h"/>
                                          </p:val>
                                        </p:tav>
                                      </p:tavLst>
                                    </p:anim>
                                    <p:animEffect transition="in" filter="fade">
                                      <p:cBhvr>
                                        <p:cTn id="14" dur="6300"/>
                                        <p:tgtEl>
                                          <p:spTgt spid="16"/>
                                        </p:tgtEl>
                                      </p:cBhvr>
                                    </p:animEffect>
                                  </p:childTnLst>
                                </p:cTn>
                              </p:par>
                              <p:par>
                                <p:cTn id="15" presetID="45" presetClass="entr" presetSubtype="0" fill="hold" nodeType="withEffect">
                                  <p:stCondLst>
                                    <p:cond delay="20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500"/>
                                        <p:tgtEl>
                                          <p:spTgt spid="2"/>
                                        </p:tgtEl>
                                      </p:cBhvr>
                                    </p:animEffect>
                                    <p:anim calcmode="lin" valueType="num">
                                      <p:cBhvr>
                                        <p:cTn id="18" dur="2500" fill="hold"/>
                                        <p:tgtEl>
                                          <p:spTgt spid="2"/>
                                        </p:tgtEl>
                                        <p:attrNameLst>
                                          <p:attrName>ppt_w</p:attrName>
                                        </p:attrNameLst>
                                      </p:cBhvr>
                                      <p:tavLst>
                                        <p:tav tm="0" fmla="#ppt_w*sin(2.5*pi*$)">
                                          <p:val>
                                            <p:fltVal val="0"/>
                                          </p:val>
                                        </p:tav>
                                        <p:tav tm="100000">
                                          <p:val>
                                            <p:fltVal val="1"/>
                                          </p:val>
                                        </p:tav>
                                      </p:tavLst>
                                    </p:anim>
                                    <p:anim calcmode="lin" valueType="num">
                                      <p:cBhvr>
                                        <p:cTn id="19" dur="2500" fill="hold"/>
                                        <p:tgtEl>
                                          <p:spTgt spid="2"/>
                                        </p:tgtEl>
                                        <p:attrNameLst>
                                          <p:attrName>ppt_h</p:attrName>
                                        </p:attrNameLst>
                                      </p:cBhvr>
                                      <p:tavLst>
                                        <p:tav tm="0">
                                          <p:val>
                                            <p:strVal val="#ppt_h"/>
                                          </p:val>
                                        </p:tav>
                                        <p:tav tm="100000">
                                          <p:val>
                                            <p:strVal val="#ppt_h"/>
                                          </p:val>
                                        </p:tav>
                                      </p:tavLst>
                                    </p:anim>
                                  </p:childTnLst>
                                </p:cTn>
                              </p:par>
                              <p:par>
                                <p:cTn id="20" presetID="45" presetClass="entr" presetSubtype="0" fill="hold" nodeType="withEffect">
                                  <p:stCondLst>
                                    <p:cond delay="20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2500"/>
                                        <p:tgtEl>
                                          <p:spTgt spid="3"/>
                                        </p:tgtEl>
                                      </p:cBhvr>
                                    </p:animEffect>
                                    <p:anim calcmode="lin" valueType="num">
                                      <p:cBhvr>
                                        <p:cTn id="23" dur="2500" fill="hold"/>
                                        <p:tgtEl>
                                          <p:spTgt spid="3"/>
                                        </p:tgtEl>
                                        <p:attrNameLst>
                                          <p:attrName>ppt_w</p:attrName>
                                        </p:attrNameLst>
                                      </p:cBhvr>
                                      <p:tavLst>
                                        <p:tav tm="0" fmla="#ppt_w*sin(2.5*pi*$)">
                                          <p:val>
                                            <p:fltVal val="0"/>
                                          </p:val>
                                        </p:tav>
                                        <p:tav tm="100000">
                                          <p:val>
                                            <p:fltVal val="1"/>
                                          </p:val>
                                        </p:tav>
                                      </p:tavLst>
                                    </p:anim>
                                    <p:anim calcmode="lin" valueType="num">
                                      <p:cBhvr>
                                        <p:cTn id="24" dur="2500" fill="hold"/>
                                        <p:tgtEl>
                                          <p:spTgt spid="3"/>
                                        </p:tgtEl>
                                        <p:attrNameLst>
                                          <p:attrName>ppt_h</p:attrName>
                                        </p:attrNameLst>
                                      </p:cBhvr>
                                      <p:tavLst>
                                        <p:tav tm="0">
                                          <p:val>
                                            <p:strVal val="#ppt_h"/>
                                          </p:val>
                                        </p:tav>
                                        <p:tav tm="100000">
                                          <p:val>
                                            <p:strVal val="#ppt_h"/>
                                          </p:val>
                                        </p:tav>
                                      </p:tavLst>
                                    </p:anim>
                                  </p:childTnLst>
                                </p:cTn>
                              </p:par>
                              <p:par>
                                <p:cTn id="25" presetID="42" presetClass="entr" presetSubtype="0" fill="hold" grpId="0" nodeType="withEffect">
                                  <p:stCondLst>
                                    <p:cond delay="300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2500"/>
                                        <p:tgtEl>
                                          <p:spTgt spid="21"/>
                                        </p:tgtEl>
                                      </p:cBhvr>
                                    </p:animEffect>
                                    <p:anim calcmode="lin" valueType="num">
                                      <p:cBhvr>
                                        <p:cTn id="28" dur="2500" fill="hold"/>
                                        <p:tgtEl>
                                          <p:spTgt spid="21"/>
                                        </p:tgtEl>
                                        <p:attrNameLst>
                                          <p:attrName>ppt_x</p:attrName>
                                        </p:attrNameLst>
                                      </p:cBhvr>
                                      <p:tavLst>
                                        <p:tav tm="0">
                                          <p:val>
                                            <p:strVal val="#ppt_x"/>
                                          </p:val>
                                        </p:tav>
                                        <p:tav tm="100000">
                                          <p:val>
                                            <p:strVal val="#ppt_x"/>
                                          </p:val>
                                        </p:tav>
                                      </p:tavLst>
                                    </p:anim>
                                    <p:anim calcmode="lin" valueType="num">
                                      <p:cBhvr>
                                        <p:cTn id="29" dur="25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300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2500"/>
                                        <p:tgtEl>
                                          <p:spTgt spid="26"/>
                                        </p:tgtEl>
                                      </p:cBhvr>
                                    </p:animEffect>
                                    <p:anim calcmode="lin" valueType="num">
                                      <p:cBhvr>
                                        <p:cTn id="33" dur="2500" fill="hold"/>
                                        <p:tgtEl>
                                          <p:spTgt spid="26"/>
                                        </p:tgtEl>
                                        <p:attrNameLst>
                                          <p:attrName>ppt_x</p:attrName>
                                        </p:attrNameLst>
                                      </p:cBhvr>
                                      <p:tavLst>
                                        <p:tav tm="0">
                                          <p:val>
                                            <p:strVal val="#ppt_x"/>
                                          </p:val>
                                        </p:tav>
                                        <p:tav tm="100000">
                                          <p:val>
                                            <p:strVal val="#ppt_x"/>
                                          </p:val>
                                        </p:tav>
                                      </p:tavLst>
                                    </p:anim>
                                    <p:anim calcmode="lin" valueType="num">
                                      <p:cBhvr>
                                        <p:cTn id="34" dur="2500" fill="hold"/>
                                        <p:tgtEl>
                                          <p:spTgt spid="26"/>
                                        </p:tgtEl>
                                        <p:attrNameLst>
                                          <p:attrName>ppt_y</p:attrName>
                                        </p:attrNameLst>
                                      </p:cBhvr>
                                      <p:tavLst>
                                        <p:tav tm="0">
                                          <p:val>
                                            <p:strVal val="#ppt_y+.1"/>
                                          </p:val>
                                        </p:tav>
                                        <p:tav tm="100000">
                                          <p:val>
                                            <p:strVal val="#ppt_y"/>
                                          </p:val>
                                        </p:tav>
                                      </p:tavLst>
                                    </p:anim>
                                  </p:childTnLst>
                                </p:cTn>
                              </p:par>
                              <p:par>
                                <p:cTn id="35" presetID="16" presetClass="entr" presetSubtype="21" fill="hold" grpId="0" nodeType="withEffect">
                                  <p:stCondLst>
                                    <p:cond delay="4750"/>
                                  </p:stCondLst>
                                  <p:childTnLst>
                                    <p:set>
                                      <p:cBhvr>
                                        <p:cTn id="36" dur="1" fill="hold">
                                          <p:stCondLst>
                                            <p:cond delay="0"/>
                                          </p:stCondLst>
                                        </p:cTn>
                                        <p:tgtEl>
                                          <p:spTgt spid="19"/>
                                        </p:tgtEl>
                                        <p:attrNameLst>
                                          <p:attrName>style.visibility</p:attrName>
                                        </p:attrNameLst>
                                      </p:cBhvr>
                                      <p:to>
                                        <p:strVal val="visible"/>
                                      </p:to>
                                    </p:set>
                                    <p:animEffect transition="in" filter="barn(inVertical)">
                                      <p:cBhvr>
                                        <p:cTn id="37" dur="1750"/>
                                        <p:tgtEl>
                                          <p:spTgt spid="19"/>
                                        </p:tgtEl>
                                      </p:cBhvr>
                                    </p:animEffect>
                                  </p:childTnLst>
                                </p:cTn>
                              </p:par>
                              <p:par>
                                <p:cTn id="38" presetID="42" presetClass="entr" presetSubtype="0" fill="hold" nodeType="withEffect">
                                  <p:stCondLst>
                                    <p:cond delay="550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750"/>
                                        <p:tgtEl>
                                          <p:spTgt spid="4"/>
                                        </p:tgtEl>
                                      </p:cBhvr>
                                    </p:animEffect>
                                    <p:anim calcmode="lin" valueType="num">
                                      <p:cBhvr>
                                        <p:cTn id="41" dur="1750" fill="hold"/>
                                        <p:tgtEl>
                                          <p:spTgt spid="4"/>
                                        </p:tgtEl>
                                        <p:attrNameLst>
                                          <p:attrName>ppt_x</p:attrName>
                                        </p:attrNameLst>
                                      </p:cBhvr>
                                      <p:tavLst>
                                        <p:tav tm="0">
                                          <p:val>
                                            <p:strVal val="#ppt_x"/>
                                          </p:val>
                                        </p:tav>
                                        <p:tav tm="100000">
                                          <p:val>
                                            <p:strVal val="#ppt_x"/>
                                          </p:val>
                                        </p:tav>
                                      </p:tavLst>
                                    </p:anim>
                                    <p:anim calcmode="lin" valueType="num">
                                      <p:cBhvr>
                                        <p:cTn id="42" dur="1750" fill="hold"/>
                                        <p:tgtEl>
                                          <p:spTgt spid="4"/>
                                        </p:tgtEl>
                                        <p:attrNameLst>
                                          <p:attrName>ppt_y</p:attrName>
                                        </p:attrNameLst>
                                      </p:cBhvr>
                                      <p:tavLst>
                                        <p:tav tm="0">
                                          <p:val>
                                            <p:strVal val="#ppt_y+.1"/>
                                          </p:val>
                                        </p:tav>
                                        <p:tav tm="100000">
                                          <p:val>
                                            <p:strVal val="#ppt_y"/>
                                          </p:val>
                                        </p:tav>
                                      </p:tavLst>
                                    </p:anim>
                                  </p:childTnLst>
                                </p:cTn>
                              </p:par>
                              <p:par>
                                <p:cTn id="43" presetID="16" presetClass="entr" presetSubtype="21" fill="hold" grpId="0" nodeType="withEffect">
                                  <p:stCondLst>
                                    <p:cond delay="4750"/>
                                  </p:stCondLst>
                                  <p:childTnLst>
                                    <p:set>
                                      <p:cBhvr>
                                        <p:cTn id="44" dur="1" fill="hold">
                                          <p:stCondLst>
                                            <p:cond delay="0"/>
                                          </p:stCondLst>
                                        </p:cTn>
                                        <p:tgtEl>
                                          <p:spTgt spid="20"/>
                                        </p:tgtEl>
                                        <p:attrNameLst>
                                          <p:attrName>style.visibility</p:attrName>
                                        </p:attrNameLst>
                                      </p:cBhvr>
                                      <p:to>
                                        <p:strVal val="visible"/>
                                      </p:to>
                                    </p:set>
                                    <p:animEffect transition="in" filter="barn(inVertical)">
                                      <p:cBhvr>
                                        <p:cTn id="45" dur="1750"/>
                                        <p:tgtEl>
                                          <p:spTgt spid="20"/>
                                        </p:tgtEl>
                                      </p:cBhvr>
                                    </p:animEffect>
                                  </p:childTnLst>
                                </p:cTn>
                              </p:par>
                              <p:par>
                                <p:cTn id="46" presetID="42" presetClass="entr" presetSubtype="0" fill="hold" nodeType="withEffect">
                                  <p:stCondLst>
                                    <p:cond delay="550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1750"/>
                                        <p:tgtEl>
                                          <p:spTgt spid="5"/>
                                        </p:tgtEl>
                                      </p:cBhvr>
                                    </p:animEffect>
                                    <p:anim calcmode="lin" valueType="num">
                                      <p:cBhvr>
                                        <p:cTn id="49" dur="1750" fill="hold"/>
                                        <p:tgtEl>
                                          <p:spTgt spid="5"/>
                                        </p:tgtEl>
                                        <p:attrNameLst>
                                          <p:attrName>ppt_x</p:attrName>
                                        </p:attrNameLst>
                                      </p:cBhvr>
                                      <p:tavLst>
                                        <p:tav tm="0">
                                          <p:val>
                                            <p:strVal val="#ppt_x"/>
                                          </p:val>
                                        </p:tav>
                                        <p:tav tm="100000">
                                          <p:val>
                                            <p:strVal val="#ppt_x"/>
                                          </p:val>
                                        </p:tav>
                                      </p:tavLst>
                                    </p:anim>
                                    <p:anim calcmode="lin" valueType="num">
                                      <p:cBhvr>
                                        <p:cTn id="50" dur="17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p:bldP spid="20" grpId="0"/>
      <p:bldP spid="21"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C73A0DA6-99AF-372A-E43E-EEF8122E47F4}"/>
              </a:ext>
            </a:extLst>
          </p:cNvPr>
          <p:cNvSpPr/>
          <p:nvPr/>
        </p:nvSpPr>
        <p:spPr>
          <a:xfrm>
            <a:off x="0" y="-1"/>
            <a:ext cx="12192000" cy="6838303"/>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3" name="Title 1">
            <a:extLst>
              <a:ext uri="{FF2B5EF4-FFF2-40B4-BE49-F238E27FC236}">
                <a16:creationId xmlns:a16="http://schemas.microsoft.com/office/drawing/2014/main" id="{E793A857-9840-71C2-2828-08A1F8038CB1}"/>
              </a:ext>
            </a:extLst>
          </p:cNvPr>
          <p:cNvSpPr>
            <a:spLocks noGrp="1"/>
          </p:cNvSpPr>
          <p:nvPr/>
        </p:nvSpPr>
        <p:spPr>
          <a:xfrm>
            <a:off x="12157" y="19049"/>
            <a:ext cx="5750468" cy="828675"/>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r>
              <a:rPr lang="it-IT" sz="2800" cap="none" dirty="0">
                <a:solidFill>
                  <a:schemeClr val="tx1"/>
                </a:solidFill>
              </a:rPr>
              <a:t>ARCHITETTURA DEL SISTEMA: </a:t>
            </a:r>
          </a:p>
          <a:p>
            <a:r>
              <a:rPr lang="it-IT" sz="2800" cap="none" dirty="0">
                <a:solidFill>
                  <a:schemeClr val="tx1"/>
                </a:solidFill>
              </a:rPr>
              <a:t>UNA VISIONE D'INSIEME</a:t>
            </a:r>
          </a:p>
        </p:txBody>
      </p:sp>
      <p:sp>
        <p:nvSpPr>
          <p:cNvPr id="15" name="CasellaDiTesto 14">
            <a:extLst>
              <a:ext uri="{FF2B5EF4-FFF2-40B4-BE49-F238E27FC236}">
                <a16:creationId xmlns:a16="http://schemas.microsoft.com/office/drawing/2014/main" id="{96FA4084-5893-1FAF-E983-9812B0751B69}"/>
              </a:ext>
            </a:extLst>
          </p:cNvPr>
          <p:cNvSpPr txBox="1"/>
          <p:nvPr/>
        </p:nvSpPr>
        <p:spPr>
          <a:xfrm>
            <a:off x="444500" y="1147624"/>
            <a:ext cx="7308850" cy="369332"/>
          </a:xfrm>
          <a:prstGeom prst="rect">
            <a:avLst/>
          </a:prstGeom>
          <a:solidFill>
            <a:schemeClr val="bg1"/>
          </a:solidFill>
          <a:effectLst>
            <a:softEdge rad="127000"/>
          </a:effectLst>
        </p:spPr>
        <p:txBody>
          <a:bodyPr wrap="square">
            <a:spAutoFit/>
          </a:bodyPr>
          <a:lstStyle/>
          <a:p>
            <a:r>
              <a:rPr lang="it-IT" sz="1800" dirty="0">
                <a:latin typeface="Calibri" panose="020F0502020204030204" pitchFamily="34" charset="0"/>
                <a:cs typeface="Calibri" panose="020F0502020204030204" pitchFamily="34" charset="0"/>
              </a:rPr>
              <a:t>Il sistema è una catena di elaborazione multi-stadio, non una "scatola nera"</a:t>
            </a:r>
          </a:p>
        </p:txBody>
      </p:sp>
      <p:grpSp>
        <p:nvGrpSpPr>
          <p:cNvPr id="3" name="Gruppo 2">
            <a:extLst>
              <a:ext uri="{FF2B5EF4-FFF2-40B4-BE49-F238E27FC236}">
                <a16:creationId xmlns:a16="http://schemas.microsoft.com/office/drawing/2014/main" id="{831D4874-64E1-8726-FD87-C3EE1D547F7E}"/>
              </a:ext>
            </a:extLst>
          </p:cNvPr>
          <p:cNvGrpSpPr/>
          <p:nvPr/>
        </p:nvGrpSpPr>
        <p:grpSpPr>
          <a:xfrm>
            <a:off x="203639" y="1610094"/>
            <a:ext cx="8492201" cy="5050028"/>
            <a:chOff x="188476" y="903986"/>
            <a:chExt cx="8492201" cy="5050028"/>
          </a:xfrm>
        </p:grpSpPr>
        <p:sp>
          <p:nvSpPr>
            <p:cNvPr id="4" name="Rettangolo 3">
              <a:extLst>
                <a:ext uri="{FF2B5EF4-FFF2-40B4-BE49-F238E27FC236}">
                  <a16:creationId xmlns:a16="http://schemas.microsoft.com/office/drawing/2014/main" id="{B3B7D698-D94A-5C1A-704E-EBDDDA4EFB84}"/>
                </a:ext>
              </a:extLst>
            </p:cNvPr>
            <p:cNvSpPr/>
            <p:nvPr/>
          </p:nvSpPr>
          <p:spPr>
            <a:xfrm>
              <a:off x="586853" y="944931"/>
              <a:ext cx="6687403" cy="588998"/>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58F8B188-A8A5-E6B2-F564-821078AA98B5}"/>
                </a:ext>
              </a:extLst>
            </p:cNvPr>
            <p:cNvSpPr/>
            <p:nvPr/>
          </p:nvSpPr>
          <p:spPr>
            <a:xfrm>
              <a:off x="586854" y="1848305"/>
              <a:ext cx="6687403" cy="3996526"/>
            </a:xfrm>
            <a:prstGeom prst="rect">
              <a:avLst/>
            </a:prstGeom>
            <a:solidFill>
              <a:schemeClr val="bg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8245BBEF-683A-3F59-930B-4950A1D8AC0D}"/>
                </a:ext>
              </a:extLst>
            </p:cNvPr>
            <p:cNvSpPr/>
            <p:nvPr/>
          </p:nvSpPr>
          <p:spPr>
            <a:xfrm>
              <a:off x="458147" y="903986"/>
              <a:ext cx="8222530" cy="50500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con angoli arrotondati 6">
              <a:extLst>
                <a:ext uri="{FF2B5EF4-FFF2-40B4-BE49-F238E27FC236}">
                  <a16:creationId xmlns:a16="http://schemas.microsoft.com/office/drawing/2014/main" id="{4A60ED5D-658F-3269-BD34-8F8D52D155A3}"/>
                </a:ext>
              </a:extLst>
            </p:cNvPr>
            <p:cNvSpPr/>
            <p:nvPr/>
          </p:nvSpPr>
          <p:spPr>
            <a:xfrm>
              <a:off x="3040863" y="996283"/>
              <a:ext cx="1528549" cy="450377"/>
            </a:xfrm>
            <a:prstGeom prst="roundRect">
              <a:avLst/>
            </a:prstGeom>
            <a:solidFill>
              <a:schemeClr val="tx2">
                <a:lumMod val="25000"/>
                <a:lumOff val="7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accent1"/>
                  </a:solidFill>
                  <a:latin typeface="Calibri" panose="020F0502020204030204" pitchFamily="34" charset="0"/>
                  <a:cs typeface="Calibri" panose="020F0502020204030204" pitchFamily="34" charset="0"/>
                </a:rPr>
                <a:t>INPUT UTENTE</a:t>
              </a:r>
            </a:p>
          </p:txBody>
        </p:sp>
        <p:sp>
          <p:nvSpPr>
            <p:cNvPr id="8" name="CasellaDiTesto 7">
              <a:extLst>
                <a:ext uri="{FF2B5EF4-FFF2-40B4-BE49-F238E27FC236}">
                  <a16:creationId xmlns:a16="http://schemas.microsoft.com/office/drawing/2014/main" id="{1215AC3E-EDAC-1BF7-BF75-4AB9E1536894}"/>
                </a:ext>
              </a:extLst>
            </p:cNvPr>
            <p:cNvSpPr txBox="1"/>
            <p:nvPr/>
          </p:nvSpPr>
          <p:spPr>
            <a:xfrm>
              <a:off x="215768" y="903986"/>
              <a:ext cx="1528549" cy="276999"/>
            </a:xfrm>
            <a:prstGeom prst="rect">
              <a:avLst/>
            </a:prstGeom>
            <a:noFill/>
          </p:spPr>
          <p:txBody>
            <a:bodyPr wrap="square" rtlCol="0">
              <a:spAutoFit/>
            </a:bodyPr>
            <a:lstStyle/>
            <a:p>
              <a:pPr algn="ctr"/>
              <a:r>
                <a:rPr lang="it-IT" sz="1200" b="1" i="1" dirty="0">
                  <a:latin typeface="Calibri" panose="020F0502020204030204" pitchFamily="34" charset="0"/>
                  <a:cs typeface="Calibri" panose="020F0502020204030204" pitchFamily="34" charset="0"/>
                </a:rPr>
                <a:t>Front End</a:t>
              </a:r>
            </a:p>
          </p:txBody>
        </p:sp>
        <p:sp>
          <p:nvSpPr>
            <p:cNvPr id="9" name="CasellaDiTesto 8">
              <a:extLst>
                <a:ext uri="{FF2B5EF4-FFF2-40B4-BE49-F238E27FC236}">
                  <a16:creationId xmlns:a16="http://schemas.microsoft.com/office/drawing/2014/main" id="{CD1DAA8C-6F5A-0D69-1516-7A428DC02C8B}"/>
                </a:ext>
              </a:extLst>
            </p:cNvPr>
            <p:cNvSpPr txBox="1"/>
            <p:nvPr/>
          </p:nvSpPr>
          <p:spPr>
            <a:xfrm>
              <a:off x="5377218" y="1571763"/>
              <a:ext cx="1118806" cy="215444"/>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1. Testo Libero Utente</a:t>
              </a:r>
            </a:p>
          </p:txBody>
        </p:sp>
        <p:sp>
          <p:nvSpPr>
            <p:cNvPr id="10" name="CasellaDiTesto 9">
              <a:extLst>
                <a:ext uri="{FF2B5EF4-FFF2-40B4-BE49-F238E27FC236}">
                  <a16:creationId xmlns:a16="http://schemas.microsoft.com/office/drawing/2014/main" id="{CF087650-9BC9-2B95-C6C4-C83E0BB220C4}"/>
                </a:ext>
              </a:extLst>
            </p:cNvPr>
            <p:cNvSpPr txBox="1"/>
            <p:nvPr/>
          </p:nvSpPr>
          <p:spPr>
            <a:xfrm>
              <a:off x="1088196" y="1571763"/>
              <a:ext cx="992158" cy="215444"/>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2. Validazione OK</a:t>
              </a:r>
            </a:p>
          </p:txBody>
        </p:sp>
        <p:sp>
          <p:nvSpPr>
            <p:cNvPr id="12" name="Rettangolo con angoli arrotondati 11">
              <a:extLst>
                <a:ext uri="{FF2B5EF4-FFF2-40B4-BE49-F238E27FC236}">
                  <a16:creationId xmlns:a16="http://schemas.microsoft.com/office/drawing/2014/main" id="{ABE6F1A0-F43A-96F4-AC3F-99A717884143}"/>
                </a:ext>
              </a:extLst>
            </p:cNvPr>
            <p:cNvSpPr/>
            <p:nvPr/>
          </p:nvSpPr>
          <p:spPr>
            <a:xfrm>
              <a:off x="3040862" y="1902896"/>
              <a:ext cx="1528549" cy="450377"/>
            </a:xfrm>
            <a:prstGeom prst="roundRect">
              <a:avLst/>
            </a:prstGeom>
            <a:solidFill>
              <a:schemeClr val="bg2">
                <a:lumMod val="90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tx1">
                      <a:lumMod val="95000"/>
                      <a:lumOff val="5000"/>
                    </a:schemeClr>
                  </a:solidFill>
                  <a:latin typeface="Calibri" panose="020F0502020204030204" pitchFamily="34" charset="0"/>
                  <a:cs typeface="Calibri" panose="020F0502020204030204" pitchFamily="34" charset="0"/>
                </a:rPr>
                <a:t>MODULO LLM</a:t>
              </a:r>
            </a:p>
          </p:txBody>
        </p:sp>
        <p:sp>
          <p:nvSpPr>
            <p:cNvPr id="14" name="CasellaDiTesto 13">
              <a:extLst>
                <a:ext uri="{FF2B5EF4-FFF2-40B4-BE49-F238E27FC236}">
                  <a16:creationId xmlns:a16="http://schemas.microsoft.com/office/drawing/2014/main" id="{96C555FA-BEDF-F772-5774-212C72EF791A}"/>
                </a:ext>
              </a:extLst>
            </p:cNvPr>
            <p:cNvSpPr txBox="1"/>
            <p:nvPr/>
          </p:nvSpPr>
          <p:spPr>
            <a:xfrm>
              <a:off x="3054510" y="2155380"/>
              <a:ext cx="1528549" cy="230832"/>
            </a:xfrm>
            <a:prstGeom prst="rect">
              <a:avLst/>
            </a:prstGeom>
            <a:noFill/>
          </p:spPr>
          <p:txBody>
            <a:bodyPr wrap="square" rtlCol="0">
              <a:spAutoFit/>
            </a:bodyPr>
            <a:lstStyle/>
            <a:p>
              <a:pPr algn="ctr"/>
              <a:r>
                <a:rPr lang="it-IT" sz="900" i="1" dirty="0">
                  <a:latin typeface="Calibri" panose="020F0502020204030204" pitchFamily="34" charset="0"/>
                  <a:cs typeface="Calibri" panose="020F0502020204030204" pitchFamily="34" charset="0"/>
                </a:rPr>
                <a:t>Agenti AI specializzati</a:t>
              </a:r>
            </a:p>
          </p:txBody>
        </p:sp>
        <p:sp>
          <p:nvSpPr>
            <p:cNvPr id="16" name="CasellaDiTesto 15">
              <a:extLst>
                <a:ext uri="{FF2B5EF4-FFF2-40B4-BE49-F238E27FC236}">
                  <a16:creationId xmlns:a16="http://schemas.microsoft.com/office/drawing/2014/main" id="{C3E4E732-C432-850A-494E-3CEFE619D3CF}"/>
                </a:ext>
              </a:extLst>
            </p:cNvPr>
            <p:cNvSpPr txBox="1"/>
            <p:nvPr/>
          </p:nvSpPr>
          <p:spPr>
            <a:xfrm>
              <a:off x="188476" y="1818359"/>
              <a:ext cx="1528549" cy="276999"/>
            </a:xfrm>
            <a:prstGeom prst="rect">
              <a:avLst/>
            </a:prstGeom>
            <a:noFill/>
          </p:spPr>
          <p:txBody>
            <a:bodyPr wrap="square" rtlCol="0">
              <a:spAutoFit/>
            </a:bodyPr>
            <a:lstStyle/>
            <a:p>
              <a:pPr algn="ctr"/>
              <a:r>
                <a:rPr lang="it-IT" sz="1200" b="1" i="1" dirty="0">
                  <a:latin typeface="Calibri" panose="020F0502020204030204" pitchFamily="34" charset="0"/>
                  <a:cs typeface="Calibri" panose="020F0502020204030204" pitchFamily="34" charset="0"/>
                </a:rPr>
                <a:t>Back End</a:t>
              </a:r>
            </a:p>
          </p:txBody>
        </p:sp>
        <p:cxnSp>
          <p:nvCxnSpPr>
            <p:cNvPr id="17" name="Connettore 2 16">
              <a:extLst>
                <a:ext uri="{FF2B5EF4-FFF2-40B4-BE49-F238E27FC236}">
                  <a16:creationId xmlns:a16="http://schemas.microsoft.com/office/drawing/2014/main" id="{E1FC6429-54AB-E54B-0AD6-FC6644A8D0EA}"/>
                </a:ext>
              </a:extLst>
            </p:cNvPr>
            <p:cNvCxnSpPr>
              <a:stCxn id="7" idx="2"/>
              <a:endCxn id="12" idx="0"/>
            </p:cNvCxnSpPr>
            <p:nvPr/>
          </p:nvCxnSpPr>
          <p:spPr>
            <a:xfrm flipH="1">
              <a:off x="3805137" y="1446660"/>
              <a:ext cx="1" cy="456236"/>
            </a:xfrm>
            <a:prstGeom prst="straightConnector1">
              <a:avLst/>
            </a:prstGeom>
            <a:ln w="9525">
              <a:tailEnd type="triangle"/>
            </a:ln>
          </p:spPr>
          <p:style>
            <a:lnRef idx="2">
              <a:schemeClr val="dk1"/>
            </a:lnRef>
            <a:fillRef idx="0">
              <a:schemeClr val="dk1"/>
            </a:fillRef>
            <a:effectRef idx="1">
              <a:schemeClr val="dk1"/>
            </a:effectRef>
            <a:fontRef idx="minor">
              <a:schemeClr val="tx1"/>
            </a:fontRef>
          </p:style>
        </p:cxnSp>
        <p:sp>
          <p:nvSpPr>
            <p:cNvPr id="18" name="CasellaDiTesto 17">
              <a:extLst>
                <a:ext uri="{FF2B5EF4-FFF2-40B4-BE49-F238E27FC236}">
                  <a16:creationId xmlns:a16="http://schemas.microsoft.com/office/drawing/2014/main" id="{707BFE8A-03F4-15CB-B2B8-FEF8E0D7B606}"/>
                </a:ext>
              </a:extLst>
            </p:cNvPr>
            <p:cNvSpPr txBox="1"/>
            <p:nvPr/>
          </p:nvSpPr>
          <p:spPr>
            <a:xfrm>
              <a:off x="2954769" y="1571763"/>
              <a:ext cx="1452617" cy="215444"/>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3. Testo validato e aggregato</a:t>
              </a:r>
            </a:p>
          </p:txBody>
        </p:sp>
        <p:cxnSp>
          <p:nvCxnSpPr>
            <p:cNvPr id="19" name="Connettore a gomito 18">
              <a:extLst>
                <a:ext uri="{FF2B5EF4-FFF2-40B4-BE49-F238E27FC236}">
                  <a16:creationId xmlns:a16="http://schemas.microsoft.com/office/drawing/2014/main" id="{FB8CD212-6DD4-0961-CC0A-574F4523CC4E}"/>
                </a:ext>
              </a:extLst>
            </p:cNvPr>
            <p:cNvCxnSpPr>
              <a:cxnSpLocks/>
              <a:stCxn id="9" idx="2"/>
            </p:cNvCxnSpPr>
            <p:nvPr/>
          </p:nvCxnSpPr>
          <p:spPr>
            <a:xfrm rot="5400000">
              <a:off x="5144885" y="1201101"/>
              <a:ext cx="205631" cy="1377843"/>
            </a:xfrm>
            <a:prstGeom prst="bentConnector2">
              <a:avLst/>
            </a:prstGeom>
            <a:ln w="9525">
              <a:tailEnd type="triangle"/>
            </a:ln>
          </p:spPr>
          <p:style>
            <a:lnRef idx="2">
              <a:schemeClr val="dk1"/>
            </a:lnRef>
            <a:fillRef idx="0">
              <a:schemeClr val="dk1"/>
            </a:fillRef>
            <a:effectRef idx="1">
              <a:schemeClr val="dk1"/>
            </a:effectRef>
            <a:fontRef idx="minor">
              <a:schemeClr val="tx1"/>
            </a:fontRef>
          </p:style>
        </p:cxnSp>
        <p:cxnSp>
          <p:nvCxnSpPr>
            <p:cNvPr id="20" name="Connettore a gomito 19">
              <a:extLst>
                <a:ext uri="{FF2B5EF4-FFF2-40B4-BE49-F238E27FC236}">
                  <a16:creationId xmlns:a16="http://schemas.microsoft.com/office/drawing/2014/main" id="{D4ADB444-8D4A-5F74-0129-0446572CFE1E}"/>
                </a:ext>
              </a:extLst>
            </p:cNvPr>
            <p:cNvCxnSpPr>
              <a:cxnSpLocks/>
              <a:endCxn id="7" idx="1"/>
            </p:cNvCxnSpPr>
            <p:nvPr/>
          </p:nvCxnSpPr>
          <p:spPr>
            <a:xfrm rot="5400000" flipH="1" flipV="1">
              <a:off x="2130600" y="675148"/>
              <a:ext cx="363939" cy="1456588"/>
            </a:xfrm>
            <a:prstGeom prst="bentConnector2">
              <a:avLst/>
            </a:prstGeom>
            <a:ln w="9525">
              <a:tailEnd type="triangle"/>
            </a:ln>
          </p:spPr>
          <p:style>
            <a:lnRef idx="2">
              <a:schemeClr val="dk1"/>
            </a:lnRef>
            <a:fillRef idx="0">
              <a:schemeClr val="dk1"/>
            </a:fillRef>
            <a:effectRef idx="1">
              <a:schemeClr val="dk1"/>
            </a:effectRef>
            <a:fontRef idx="minor">
              <a:schemeClr val="tx1"/>
            </a:fontRef>
          </p:style>
        </p:cxnSp>
        <p:cxnSp>
          <p:nvCxnSpPr>
            <p:cNvPr id="21" name="Connettore a gomito 20">
              <a:extLst>
                <a:ext uri="{FF2B5EF4-FFF2-40B4-BE49-F238E27FC236}">
                  <a16:creationId xmlns:a16="http://schemas.microsoft.com/office/drawing/2014/main" id="{2D13A86D-AED1-5012-ED67-E542D3A40929}"/>
                </a:ext>
              </a:extLst>
            </p:cNvPr>
            <p:cNvCxnSpPr>
              <a:stCxn id="12" idx="1"/>
              <a:endCxn id="10" idx="2"/>
            </p:cNvCxnSpPr>
            <p:nvPr/>
          </p:nvCxnSpPr>
          <p:spPr>
            <a:xfrm rot="10800000">
              <a:off x="1584276" y="1787207"/>
              <a:ext cx="1456587" cy="340878"/>
            </a:xfrm>
            <a:prstGeom prst="bentConnector2">
              <a:avLst/>
            </a:prstGeom>
            <a:ln w="9525"/>
          </p:spPr>
          <p:style>
            <a:lnRef idx="2">
              <a:schemeClr val="dk1"/>
            </a:lnRef>
            <a:fillRef idx="0">
              <a:schemeClr val="dk1"/>
            </a:fillRef>
            <a:effectRef idx="1">
              <a:schemeClr val="dk1"/>
            </a:effectRef>
            <a:fontRef idx="minor">
              <a:schemeClr val="tx1"/>
            </a:fontRef>
          </p:style>
        </p:cxnSp>
        <p:cxnSp>
          <p:nvCxnSpPr>
            <p:cNvPr id="22" name="Connettore a gomito 21">
              <a:extLst>
                <a:ext uri="{FF2B5EF4-FFF2-40B4-BE49-F238E27FC236}">
                  <a16:creationId xmlns:a16="http://schemas.microsoft.com/office/drawing/2014/main" id="{492C3E1A-C716-F66E-F1B1-7D3CDA755032}"/>
                </a:ext>
              </a:extLst>
            </p:cNvPr>
            <p:cNvCxnSpPr>
              <a:cxnSpLocks/>
              <a:stCxn id="7" idx="3"/>
            </p:cNvCxnSpPr>
            <p:nvPr/>
          </p:nvCxnSpPr>
          <p:spPr>
            <a:xfrm>
              <a:off x="4569412" y="1221472"/>
              <a:ext cx="1367209" cy="363939"/>
            </a:xfrm>
            <a:prstGeom prst="bentConnector2">
              <a:avLst/>
            </a:prstGeom>
            <a:ln w="9525"/>
          </p:spPr>
          <p:style>
            <a:lnRef idx="2">
              <a:schemeClr val="dk1"/>
            </a:lnRef>
            <a:fillRef idx="0">
              <a:schemeClr val="dk1"/>
            </a:fillRef>
            <a:effectRef idx="1">
              <a:schemeClr val="dk1"/>
            </a:effectRef>
            <a:fontRef idx="minor">
              <a:schemeClr val="tx1"/>
            </a:fontRef>
          </p:style>
        </p:cxnSp>
        <p:sp>
          <p:nvSpPr>
            <p:cNvPr id="23" name="CasellaDiTesto 22">
              <a:extLst>
                <a:ext uri="{FF2B5EF4-FFF2-40B4-BE49-F238E27FC236}">
                  <a16:creationId xmlns:a16="http://schemas.microsoft.com/office/drawing/2014/main" id="{124BC06D-759C-A273-F829-7B12C5F0380B}"/>
                </a:ext>
              </a:extLst>
            </p:cNvPr>
            <p:cNvSpPr txBox="1"/>
            <p:nvPr/>
          </p:nvSpPr>
          <p:spPr>
            <a:xfrm>
              <a:off x="5936621" y="2478248"/>
              <a:ext cx="1238404" cy="307777"/>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9. Risultati finali</a:t>
              </a:r>
            </a:p>
            <a:p>
              <a:pPr algn="ctr"/>
              <a:r>
                <a:rPr lang="it-IT" sz="600" dirty="0">
                  <a:latin typeface="Calibri" panose="020F0502020204030204" pitchFamily="34" charset="0"/>
                  <a:cs typeface="Calibri" panose="020F0502020204030204" pitchFamily="34" charset="0"/>
                </a:rPr>
                <a:t>(Top 5+Audit)</a:t>
              </a:r>
            </a:p>
          </p:txBody>
        </p:sp>
        <p:sp>
          <p:nvSpPr>
            <p:cNvPr id="24" name="CasellaDiTesto 23">
              <a:extLst>
                <a:ext uri="{FF2B5EF4-FFF2-40B4-BE49-F238E27FC236}">
                  <a16:creationId xmlns:a16="http://schemas.microsoft.com/office/drawing/2014/main" id="{0DB29541-ADAE-8470-D3B2-2E8A5CFEDC37}"/>
                </a:ext>
              </a:extLst>
            </p:cNvPr>
            <p:cNvSpPr txBox="1"/>
            <p:nvPr/>
          </p:nvSpPr>
          <p:spPr>
            <a:xfrm>
              <a:off x="4222999" y="2453269"/>
              <a:ext cx="1110707" cy="307777"/>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4. Codici competenze </a:t>
              </a:r>
            </a:p>
            <a:p>
              <a:pPr algn="ctr"/>
              <a:r>
                <a:rPr lang="it-IT" sz="600" dirty="0">
                  <a:latin typeface="Calibri" panose="020F0502020204030204" pitchFamily="34" charset="0"/>
                  <a:cs typeface="Calibri" panose="020F0502020204030204" pitchFamily="34" charset="0"/>
                </a:rPr>
                <a:t>(es.B01, C02)</a:t>
              </a:r>
            </a:p>
          </p:txBody>
        </p:sp>
        <p:sp>
          <p:nvSpPr>
            <p:cNvPr id="25" name="CasellaDiTesto 24">
              <a:extLst>
                <a:ext uri="{FF2B5EF4-FFF2-40B4-BE49-F238E27FC236}">
                  <a16:creationId xmlns:a16="http://schemas.microsoft.com/office/drawing/2014/main" id="{0304BA96-6BAE-8714-9727-83FA356B5273}"/>
                </a:ext>
              </a:extLst>
            </p:cNvPr>
            <p:cNvSpPr txBox="1"/>
            <p:nvPr/>
          </p:nvSpPr>
          <p:spPr>
            <a:xfrm>
              <a:off x="5936621" y="3227871"/>
              <a:ext cx="1238404" cy="338554"/>
            </a:xfrm>
            <a:prstGeom prst="rect">
              <a:avLst/>
            </a:prstGeom>
            <a:solidFill>
              <a:schemeClr val="tx2">
                <a:lumMod val="25000"/>
                <a:lumOff val="75000"/>
              </a:schemeClr>
            </a:solidFill>
            <a:ln>
              <a:solidFill>
                <a:schemeClr val="tx2">
                  <a:lumMod val="75000"/>
                  <a:lumOff val="25000"/>
                </a:schemeClr>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Modulo di Output</a:t>
              </a:r>
            </a:p>
            <a:p>
              <a:pPr algn="ctr"/>
              <a:r>
                <a:rPr lang="it-IT" sz="800" dirty="0">
                  <a:latin typeface="Calibri" panose="020F0502020204030204" pitchFamily="34" charset="0"/>
                  <a:cs typeface="Calibri" panose="020F0502020204030204" pitchFamily="34" charset="0"/>
                </a:rPr>
                <a:t>Aggregatore Risultati</a:t>
              </a:r>
              <a:endParaRPr lang="it-IT" sz="600" dirty="0">
                <a:latin typeface="Calibri" panose="020F0502020204030204" pitchFamily="34" charset="0"/>
                <a:cs typeface="Calibri" panose="020F0502020204030204" pitchFamily="34" charset="0"/>
              </a:endParaRPr>
            </a:p>
          </p:txBody>
        </p:sp>
        <p:sp>
          <p:nvSpPr>
            <p:cNvPr id="26" name="Rombo 25">
              <a:extLst>
                <a:ext uri="{FF2B5EF4-FFF2-40B4-BE49-F238E27FC236}">
                  <a16:creationId xmlns:a16="http://schemas.microsoft.com/office/drawing/2014/main" id="{C14EE59D-1576-6FF5-6052-3F6BF44AD407}"/>
                </a:ext>
              </a:extLst>
            </p:cNvPr>
            <p:cNvSpPr/>
            <p:nvPr/>
          </p:nvSpPr>
          <p:spPr>
            <a:xfrm>
              <a:off x="4094747" y="2901993"/>
              <a:ext cx="1367210" cy="1017076"/>
            </a:xfrm>
            <a:prstGeom prst="diamond">
              <a:avLst/>
            </a:prstGeom>
            <a:solidFill>
              <a:schemeClr val="bg2">
                <a:lumMod val="90000"/>
              </a:schemeClr>
            </a:solidFill>
            <a:ln w="952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CasellaDiTesto 26">
              <a:extLst>
                <a:ext uri="{FF2B5EF4-FFF2-40B4-BE49-F238E27FC236}">
                  <a16:creationId xmlns:a16="http://schemas.microsoft.com/office/drawing/2014/main" id="{3204210B-366A-F954-7F0B-26A840D11853}"/>
                </a:ext>
              </a:extLst>
            </p:cNvPr>
            <p:cNvSpPr txBox="1"/>
            <p:nvPr/>
          </p:nvSpPr>
          <p:spPr>
            <a:xfrm>
              <a:off x="4138814" y="3227871"/>
              <a:ext cx="1238404" cy="338554"/>
            </a:xfrm>
            <a:prstGeom prst="rect">
              <a:avLst/>
            </a:prstGeom>
            <a:noFill/>
            <a:ln>
              <a:noFill/>
            </a:ln>
          </p:spPr>
          <p:txBody>
            <a:bodyPr wrap="square" rtlCol="0">
              <a:spAutoFit/>
            </a:bodyPr>
            <a:lstStyle/>
            <a:p>
              <a:pPr algn="ctr"/>
              <a:r>
                <a:rPr lang="it-IT" sz="800" dirty="0">
                  <a:latin typeface="Calibri" panose="020F0502020204030204" pitchFamily="34" charset="0"/>
                  <a:cs typeface="Calibri" panose="020F0502020204030204" pitchFamily="34" charset="0"/>
                </a:rPr>
                <a:t>Modulo API INAPP</a:t>
              </a:r>
            </a:p>
            <a:p>
              <a:pPr algn="ctr"/>
              <a:r>
                <a:rPr lang="it-IT" sz="800" i="1" dirty="0">
                  <a:latin typeface="Calibri" panose="020F0502020204030204" pitchFamily="34" charset="0"/>
                  <a:cs typeface="Calibri" panose="020F0502020204030204" pitchFamily="34" charset="0"/>
                </a:rPr>
                <a:t>Accesso Dati Esterni</a:t>
              </a:r>
              <a:endParaRPr lang="it-IT" sz="600" i="1" dirty="0">
                <a:latin typeface="Calibri" panose="020F0502020204030204" pitchFamily="34" charset="0"/>
                <a:cs typeface="Calibri" panose="020F0502020204030204" pitchFamily="34" charset="0"/>
              </a:endParaRPr>
            </a:p>
          </p:txBody>
        </p:sp>
        <p:cxnSp>
          <p:nvCxnSpPr>
            <p:cNvPr id="28" name="Connettore a gomito 27">
              <a:extLst>
                <a:ext uri="{FF2B5EF4-FFF2-40B4-BE49-F238E27FC236}">
                  <a16:creationId xmlns:a16="http://schemas.microsoft.com/office/drawing/2014/main" id="{E5AF8216-9D97-1C7E-A419-13A929DE3D4B}"/>
                </a:ext>
              </a:extLst>
            </p:cNvPr>
            <p:cNvCxnSpPr>
              <a:cxnSpLocks/>
              <a:endCxn id="23" idx="0"/>
            </p:cNvCxnSpPr>
            <p:nvPr/>
          </p:nvCxnSpPr>
          <p:spPr>
            <a:xfrm>
              <a:off x="4569412" y="2128185"/>
              <a:ext cx="1986411" cy="350063"/>
            </a:xfrm>
            <a:prstGeom prst="bentConnector2">
              <a:avLst/>
            </a:prstGeom>
            <a:ln w="9525"/>
          </p:spPr>
          <p:style>
            <a:lnRef idx="2">
              <a:schemeClr val="dk1"/>
            </a:lnRef>
            <a:fillRef idx="0">
              <a:schemeClr val="dk1"/>
            </a:fillRef>
            <a:effectRef idx="1">
              <a:schemeClr val="dk1"/>
            </a:effectRef>
            <a:fontRef idx="minor">
              <a:schemeClr val="tx1"/>
            </a:fontRef>
          </p:style>
        </p:cxnSp>
        <p:cxnSp>
          <p:nvCxnSpPr>
            <p:cNvPr id="29" name="Connettore 2 28">
              <a:extLst>
                <a:ext uri="{FF2B5EF4-FFF2-40B4-BE49-F238E27FC236}">
                  <a16:creationId xmlns:a16="http://schemas.microsoft.com/office/drawing/2014/main" id="{D048C080-7A50-2B5E-0299-7C8192EE40DF}"/>
                </a:ext>
              </a:extLst>
            </p:cNvPr>
            <p:cNvCxnSpPr>
              <a:stCxn id="23" idx="2"/>
            </p:cNvCxnSpPr>
            <p:nvPr/>
          </p:nvCxnSpPr>
          <p:spPr>
            <a:xfrm>
              <a:off x="6555823" y="2786025"/>
              <a:ext cx="0" cy="441846"/>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30" name="Connettore diritto 29">
              <a:extLst>
                <a:ext uri="{FF2B5EF4-FFF2-40B4-BE49-F238E27FC236}">
                  <a16:creationId xmlns:a16="http://schemas.microsoft.com/office/drawing/2014/main" id="{9988B5FF-65FD-5B67-9B2A-E89C60CFDAB3}"/>
                </a:ext>
              </a:extLst>
            </p:cNvPr>
            <p:cNvCxnSpPr/>
            <p:nvPr/>
          </p:nvCxnSpPr>
          <p:spPr>
            <a:xfrm>
              <a:off x="4758016" y="2128084"/>
              <a:ext cx="0" cy="325185"/>
            </a:xfrm>
            <a:prstGeom prst="line">
              <a:avLst/>
            </a:prstGeom>
            <a:ln w="6350"/>
          </p:spPr>
          <p:style>
            <a:lnRef idx="2">
              <a:schemeClr val="dk1"/>
            </a:lnRef>
            <a:fillRef idx="0">
              <a:schemeClr val="dk1"/>
            </a:fillRef>
            <a:effectRef idx="1">
              <a:schemeClr val="dk1"/>
            </a:effectRef>
            <a:fontRef idx="minor">
              <a:schemeClr val="tx1"/>
            </a:fontRef>
          </p:style>
        </p:cxnSp>
        <p:cxnSp>
          <p:nvCxnSpPr>
            <p:cNvPr id="31" name="Connettore 2 30">
              <a:extLst>
                <a:ext uri="{FF2B5EF4-FFF2-40B4-BE49-F238E27FC236}">
                  <a16:creationId xmlns:a16="http://schemas.microsoft.com/office/drawing/2014/main" id="{C17D8D4F-A4B4-3DEA-3EC4-D87233648774}"/>
                </a:ext>
              </a:extLst>
            </p:cNvPr>
            <p:cNvCxnSpPr>
              <a:cxnSpLocks/>
              <a:endCxn id="26" idx="0"/>
            </p:cNvCxnSpPr>
            <p:nvPr/>
          </p:nvCxnSpPr>
          <p:spPr>
            <a:xfrm>
              <a:off x="4746462" y="2761046"/>
              <a:ext cx="0" cy="140947"/>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sp>
          <p:nvSpPr>
            <p:cNvPr id="32" name="CasellaDiTesto 31">
              <a:extLst>
                <a:ext uri="{FF2B5EF4-FFF2-40B4-BE49-F238E27FC236}">
                  <a16:creationId xmlns:a16="http://schemas.microsoft.com/office/drawing/2014/main" id="{CE381FB1-DA06-B64F-B80C-F1224FEC8881}"/>
                </a:ext>
              </a:extLst>
            </p:cNvPr>
            <p:cNvSpPr txBox="1"/>
            <p:nvPr/>
          </p:nvSpPr>
          <p:spPr>
            <a:xfrm>
              <a:off x="5936621" y="4007651"/>
              <a:ext cx="1238404" cy="338554"/>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10. JSON finale per il </a:t>
              </a:r>
              <a:r>
                <a:rPr lang="it-IT" sz="800" dirty="0" err="1">
                  <a:latin typeface="Calibri" panose="020F0502020204030204" pitchFamily="34" charset="0"/>
                  <a:cs typeface="Calibri" panose="020F0502020204030204" pitchFamily="34" charset="0"/>
                </a:rPr>
                <a:t>Frontend</a:t>
              </a:r>
              <a:endParaRPr lang="it-IT" sz="600" dirty="0">
                <a:latin typeface="Calibri" panose="020F0502020204030204" pitchFamily="34" charset="0"/>
                <a:cs typeface="Calibri" panose="020F0502020204030204" pitchFamily="34" charset="0"/>
              </a:endParaRPr>
            </a:p>
          </p:txBody>
        </p:sp>
        <p:sp>
          <p:nvSpPr>
            <p:cNvPr id="33" name="CasellaDiTesto 32">
              <a:extLst>
                <a:ext uri="{FF2B5EF4-FFF2-40B4-BE49-F238E27FC236}">
                  <a16:creationId xmlns:a16="http://schemas.microsoft.com/office/drawing/2014/main" id="{F76985B6-75F6-EA1B-4CB3-9292C35EB206}"/>
                </a:ext>
              </a:extLst>
            </p:cNvPr>
            <p:cNvSpPr txBox="1"/>
            <p:nvPr/>
          </p:nvSpPr>
          <p:spPr>
            <a:xfrm>
              <a:off x="7358265" y="4638516"/>
              <a:ext cx="1238404" cy="307777"/>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Visualizzazione Risultati</a:t>
              </a:r>
            </a:p>
            <a:p>
              <a:pPr algn="ctr"/>
              <a:r>
                <a:rPr lang="it-IT" sz="600" dirty="0">
                  <a:latin typeface="Calibri" panose="020F0502020204030204" pitchFamily="34" charset="0"/>
                  <a:cs typeface="Calibri" panose="020F0502020204030204" pitchFamily="34" charset="0"/>
                </a:rPr>
                <a:t>(Report su </a:t>
              </a:r>
              <a:r>
                <a:rPr lang="it-IT" sz="600" dirty="0" err="1">
                  <a:latin typeface="Calibri" panose="020F0502020204030204" pitchFamily="34" charset="0"/>
                  <a:cs typeface="Calibri" panose="020F0502020204030204" pitchFamily="34" charset="0"/>
                </a:rPr>
                <a:t>Streamlit</a:t>
              </a:r>
              <a:r>
                <a:rPr lang="it-IT" sz="600" dirty="0">
                  <a:latin typeface="Calibri" panose="020F0502020204030204" pitchFamily="34" charset="0"/>
                  <a:cs typeface="Calibri" panose="020F0502020204030204" pitchFamily="34" charset="0"/>
                </a:rPr>
                <a:t>)</a:t>
              </a:r>
            </a:p>
          </p:txBody>
        </p:sp>
        <p:cxnSp>
          <p:nvCxnSpPr>
            <p:cNvPr id="34" name="Connettore diritto 33">
              <a:extLst>
                <a:ext uri="{FF2B5EF4-FFF2-40B4-BE49-F238E27FC236}">
                  <a16:creationId xmlns:a16="http://schemas.microsoft.com/office/drawing/2014/main" id="{806AD2D7-259A-EFA5-49C0-B00E721B0B69}"/>
                </a:ext>
              </a:extLst>
            </p:cNvPr>
            <p:cNvCxnSpPr>
              <a:cxnSpLocks/>
              <a:stCxn id="25" idx="2"/>
              <a:endCxn id="32" idx="0"/>
            </p:cNvCxnSpPr>
            <p:nvPr/>
          </p:nvCxnSpPr>
          <p:spPr>
            <a:xfrm>
              <a:off x="6555823" y="3566425"/>
              <a:ext cx="0" cy="441226"/>
            </a:xfrm>
            <a:prstGeom prst="line">
              <a:avLst/>
            </a:prstGeom>
            <a:ln w="6350"/>
          </p:spPr>
          <p:style>
            <a:lnRef idx="2">
              <a:schemeClr val="dk1"/>
            </a:lnRef>
            <a:fillRef idx="0">
              <a:schemeClr val="dk1"/>
            </a:fillRef>
            <a:effectRef idx="1">
              <a:schemeClr val="dk1"/>
            </a:effectRef>
            <a:fontRef idx="minor">
              <a:schemeClr val="tx1"/>
            </a:fontRef>
          </p:style>
        </p:cxnSp>
        <p:cxnSp>
          <p:nvCxnSpPr>
            <p:cNvPr id="35" name="Connettore a gomito 34">
              <a:extLst>
                <a:ext uri="{FF2B5EF4-FFF2-40B4-BE49-F238E27FC236}">
                  <a16:creationId xmlns:a16="http://schemas.microsoft.com/office/drawing/2014/main" id="{3895317F-2911-0056-D2AD-271F083B0183}"/>
                </a:ext>
              </a:extLst>
            </p:cNvPr>
            <p:cNvCxnSpPr>
              <a:cxnSpLocks/>
              <a:stCxn id="32" idx="2"/>
              <a:endCxn id="33" idx="1"/>
            </p:cNvCxnSpPr>
            <p:nvPr/>
          </p:nvCxnSpPr>
          <p:spPr>
            <a:xfrm rot="16200000" flipH="1">
              <a:off x="6733944" y="4168084"/>
              <a:ext cx="446200" cy="802442"/>
            </a:xfrm>
            <a:prstGeom prst="bentConnector2">
              <a:avLst/>
            </a:prstGeom>
            <a:ln w="9525">
              <a:tailEnd type="triangle"/>
            </a:ln>
          </p:spPr>
          <p:style>
            <a:lnRef idx="2">
              <a:schemeClr val="dk1"/>
            </a:lnRef>
            <a:fillRef idx="0">
              <a:schemeClr val="dk1"/>
            </a:fillRef>
            <a:effectRef idx="1">
              <a:schemeClr val="dk1"/>
            </a:effectRef>
            <a:fontRef idx="minor">
              <a:schemeClr val="tx1"/>
            </a:fontRef>
          </p:style>
        </p:cxnSp>
        <p:sp>
          <p:nvSpPr>
            <p:cNvPr id="36" name="CasellaDiTesto 35">
              <a:extLst>
                <a:ext uri="{FF2B5EF4-FFF2-40B4-BE49-F238E27FC236}">
                  <a16:creationId xmlns:a16="http://schemas.microsoft.com/office/drawing/2014/main" id="{18806D20-0DFD-F6E3-F426-B3FDAB5B2020}"/>
                </a:ext>
              </a:extLst>
            </p:cNvPr>
            <p:cNvSpPr txBox="1"/>
            <p:nvPr/>
          </p:nvSpPr>
          <p:spPr>
            <a:xfrm>
              <a:off x="5099070" y="4433340"/>
              <a:ext cx="768952" cy="346975"/>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5. Chiamate API parallele</a:t>
              </a:r>
              <a:endParaRPr lang="it-IT" sz="600" dirty="0">
                <a:latin typeface="Calibri" panose="020F0502020204030204" pitchFamily="34" charset="0"/>
                <a:cs typeface="Calibri" panose="020F0502020204030204" pitchFamily="34" charset="0"/>
              </a:endParaRPr>
            </a:p>
          </p:txBody>
        </p:sp>
        <p:sp>
          <p:nvSpPr>
            <p:cNvPr id="37" name="CasellaDiTesto 36">
              <a:extLst>
                <a:ext uri="{FF2B5EF4-FFF2-40B4-BE49-F238E27FC236}">
                  <a16:creationId xmlns:a16="http://schemas.microsoft.com/office/drawing/2014/main" id="{9899CF52-6D50-96C3-64C7-F49CECA09CF6}"/>
                </a:ext>
              </a:extLst>
            </p:cNvPr>
            <p:cNvSpPr txBox="1"/>
            <p:nvPr/>
          </p:nvSpPr>
          <p:spPr>
            <a:xfrm>
              <a:off x="3954405" y="4433340"/>
              <a:ext cx="1023475" cy="346855"/>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6. Dati professionali grezzi</a:t>
              </a:r>
              <a:endParaRPr lang="it-IT" sz="600" dirty="0">
                <a:latin typeface="Calibri" panose="020F0502020204030204" pitchFamily="34" charset="0"/>
                <a:cs typeface="Calibri" panose="020F0502020204030204" pitchFamily="34" charset="0"/>
              </a:endParaRPr>
            </a:p>
          </p:txBody>
        </p:sp>
        <p:sp>
          <p:nvSpPr>
            <p:cNvPr id="38" name="CasellaDiTesto 37">
              <a:extLst>
                <a:ext uri="{FF2B5EF4-FFF2-40B4-BE49-F238E27FC236}">
                  <a16:creationId xmlns:a16="http://schemas.microsoft.com/office/drawing/2014/main" id="{C704CF6A-B524-E8AA-27BF-DC5385F9FDC6}"/>
                </a:ext>
              </a:extLst>
            </p:cNvPr>
            <p:cNvSpPr txBox="1"/>
            <p:nvPr/>
          </p:nvSpPr>
          <p:spPr>
            <a:xfrm>
              <a:off x="3138585" y="3853648"/>
              <a:ext cx="1084409" cy="338554"/>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8. Ranking qualitativo e </a:t>
              </a:r>
              <a:r>
                <a:rPr lang="it-IT" sz="800" dirty="0" err="1">
                  <a:latin typeface="Calibri" panose="020F0502020204030204" pitchFamily="34" charset="0"/>
                  <a:cs typeface="Calibri" panose="020F0502020204030204" pitchFamily="34" charset="0"/>
                </a:rPr>
                <a:t>Fairness</a:t>
              </a:r>
              <a:r>
                <a:rPr lang="it-IT" sz="800" dirty="0">
                  <a:latin typeface="Calibri" panose="020F0502020204030204" pitchFamily="34" charset="0"/>
                  <a:cs typeface="Calibri" panose="020F0502020204030204" pitchFamily="34" charset="0"/>
                </a:rPr>
                <a:t> Audit</a:t>
              </a:r>
              <a:endParaRPr lang="it-IT" sz="600" dirty="0">
                <a:latin typeface="Calibri" panose="020F0502020204030204" pitchFamily="34" charset="0"/>
                <a:cs typeface="Calibri" panose="020F0502020204030204" pitchFamily="34" charset="0"/>
              </a:endParaRPr>
            </a:p>
          </p:txBody>
        </p:sp>
        <p:cxnSp>
          <p:nvCxnSpPr>
            <p:cNvPr id="39" name="Connettore 2 38">
              <a:extLst>
                <a:ext uri="{FF2B5EF4-FFF2-40B4-BE49-F238E27FC236}">
                  <a16:creationId xmlns:a16="http://schemas.microsoft.com/office/drawing/2014/main" id="{E814698A-088B-F9CD-EFAC-2F276D827074}"/>
                </a:ext>
              </a:extLst>
            </p:cNvPr>
            <p:cNvCxnSpPr>
              <a:cxnSpLocks/>
            </p:cNvCxnSpPr>
            <p:nvPr/>
          </p:nvCxnSpPr>
          <p:spPr>
            <a:xfrm>
              <a:off x="5337547" y="3555792"/>
              <a:ext cx="0" cy="866915"/>
            </a:xfrm>
            <a:prstGeom prst="straightConnector1">
              <a:avLst/>
            </a:prstGeom>
            <a:ln w="6350">
              <a:headEnd type="triangle"/>
              <a:tailEnd type="triangle"/>
            </a:ln>
          </p:spPr>
          <p:style>
            <a:lnRef idx="2">
              <a:schemeClr val="dk1"/>
            </a:lnRef>
            <a:fillRef idx="0">
              <a:schemeClr val="dk1"/>
            </a:fillRef>
            <a:effectRef idx="1">
              <a:schemeClr val="dk1"/>
            </a:effectRef>
            <a:fontRef idx="minor">
              <a:schemeClr val="tx1"/>
            </a:fontRef>
          </p:style>
        </p:cxnSp>
        <p:cxnSp>
          <p:nvCxnSpPr>
            <p:cNvPr id="40" name="Connettore 2 39">
              <a:extLst>
                <a:ext uri="{FF2B5EF4-FFF2-40B4-BE49-F238E27FC236}">
                  <a16:creationId xmlns:a16="http://schemas.microsoft.com/office/drawing/2014/main" id="{F92EE8F9-9A81-F766-416B-6FD7574517B9}"/>
                </a:ext>
              </a:extLst>
            </p:cNvPr>
            <p:cNvCxnSpPr>
              <a:cxnSpLocks/>
              <a:stCxn id="14" idx="2"/>
              <a:endCxn id="38" idx="0"/>
            </p:cNvCxnSpPr>
            <p:nvPr/>
          </p:nvCxnSpPr>
          <p:spPr>
            <a:xfrm flipH="1">
              <a:off x="3680790" y="2386212"/>
              <a:ext cx="0" cy="1467436"/>
            </a:xfrm>
            <a:prstGeom prst="straightConnector1">
              <a:avLst/>
            </a:prstGeom>
            <a:ln w="6350">
              <a:headEnd type="triangle"/>
              <a:tailEnd type="triangle"/>
            </a:ln>
          </p:spPr>
          <p:style>
            <a:lnRef idx="2">
              <a:schemeClr val="dk1"/>
            </a:lnRef>
            <a:fillRef idx="0">
              <a:schemeClr val="dk1"/>
            </a:fillRef>
            <a:effectRef idx="1">
              <a:schemeClr val="dk1"/>
            </a:effectRef>
            <a:fontRef idx="minor">
              <a:schemeClr val="tx1"/>
            </a:fontRef>
          </p:style>
        </p:cxnSp>
        <p:sp>
          <p:nvSpPr>
            <p:cNvPr id="41" name="CasellaDiTesto 40">
              <a:extLst>
                <a:ext uri="{FF2B5EF4-FFF2-40B4-BE49-F238E27FC236}">
                  <a16:creationId xmlns:a16="http://schemas.microsoft.com/office/drawing/2014/main" id="{BE50D2C9-EDD2-91F5-5260-5114FA3D2895}"/>
                </a:ext>
              </a:extLst>
            </p:cNvPr>
            <p:cNvSpPr txBox="1"/>
            <p:nvPr/>
          </p:nvSpPr>
          <p:spPr>
            <a:xfrm>
              <a:off x="1842597" y="3854688"/>
              <a:ext cx="814732" cy="338554"/>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5.a. </a:t>
              </a:r>
              <a:r>
                <a:rPr lang="it-IT" sz="800" dirty="0" err="1">
                  <a:latin typeface="Calibri" panose="020F0502020204030204" pitchFamily="34" charset="0"/>
                  <a:cs typeface="Calibri" panose="020F0502020204030204" pitchFamily="34" charset="0"/>
                </a:rPr>
                <a:t>Fallback</a:t>
              </a:r>
              <a:r>
                <a:rPr lang="it-IT" sz="800" dirty="0">
                  <a:latin typeface="Calibri" panose="020F0502020204030204" pitchFamily="34" charset="0"/>
                  <a:cs typeface="Calibri" panose="020F0502020204030204" pitchFamily="34" charset="0"/>
                </a:rPr>
                <a:t> in caso di errore</a:t>
              </a:r>
              <a:endParaRPr lang="it-IT" sz="600" dirty="0">
                <a:latin typeface="Calibri" panose="020F0502020204030204" pitchFamily="34" charset="0"/>
                <a:cs typeface="Calibri" panose="020F0502020204030204" pitchFamily="34" charset="0"/>
              </a:endParaRPr>
            </a:p>
          </p:txBody>
        </p:sp>
        <p:sp>
          <p:nvSpPr>
            <p:cNvPr id="42" name="CasellaDiTesto 41">
              <a:extLst>
                <a:ext uri="{FF2B5EF4-FFF2-40B4-BE49-F238E27FC236}">
                  <a16:creationId xmlns:a16="http://schemas.microsoft.com/office/drawing/2014/main" id="{8BB4D3DE-3DC0-CF3C-271B-C3B8C4BC1632}"/>
                </a:ext>
              </a:extLst>
            </p:cNvPr>
            <p:cNvSpPr txBox="1"/>
            <p:nvPr/>
          </p:nvSpPr>
          <p:spPr>
            <a:xfrm>
              <a:off x="1704370" y="4363770"/>
              <a:ext cx="1112171" cy="338554"/>
            </a:xfrm>
            <a:prstGeom prst="rect">
              <a:avLst/>
            </a:prstGeom>
            <a:solidFill>
              <a:schemeClr val="accent3">
                <a:lumMod val="20000"/>
                <a:lumOff val="80000"/>
              </a:schemeClr>
            </a:solidFill>
            <a:ln>
              <a:solidFill>
                <a:schemeClr val="accent3">
                  <a:lumMod val="60000"/>
                  <a:lumOff val="40000"/>
                </a:schemeClr>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Database Locale</a:t>
              </a:r>
            </a:p>
            <a:p>
              <a:pPr algn="ctr"/>
              <a:r>
                <a:rPr lang="it-IT" sz="800" dirty="0">
                  <a:latin typeface="Calibri" panose="020F0502020204030204" pitchFamily="34" charset="0"/>
                  <a:cs typeface="Calibri" panose="020F0502020204030204" pitchFamily="34" charset="0"/>
                </a:rPr>
                <a:t>Profession_data.py</a:t>
              </a:r>
              <a:endParaRPr lang="it-IT" sz="600" dirty="0">
                <a:latin typeface="Calibri" panose="020F0502020204030204" pitchFamily="34" charset="0"/>
                <a:cs typeface="Calibri" panose="020F0502020204030204" pitchFamily="34" charset="0"/>
              </a:endParaRPr>
            </a:p>
          </p:txBody>
        </p:sp>
        <p:sp>
          <p:nvSpPr>
            <p:cNvPr id="43" name="CasellaDiTesto 42">
              <a:extLst>
                <a:ext uri="{FF2B5EF4-FFF2-40B4-BE49-F238E27FC236}">
                  <a16:creationId xmlns:a16="http://schemas.microsoft.com/office/drawing/2014/main" id="{E2EDC348-2F20-8A13-CD2B-E886169E167D}"/>
                </a:ext>
              </a:extLst>
            </p:cNvPr>
            <p:cNvSpPr txBox="1"/>
            <p:nvPr/>
          </p:nvSpPr>
          <p:spPr>
            <a:xfrm>
              <a:off x="1842598" y="4872852"/>
              <a:ext cx="814732" cy="307777"/>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6.a. Dati locali</a:t>
              </a:r>
            </a:p>
            <a:p>
              <a:pPr algn="ctr"/>
              <a:r>
                <a:rPr lang="it-IT" sz="600" dirty="0">
                  <a:latin typeface="Calibri" panose="020F0502020204030204" pitchFamily="34" charset="0"/>
                  <a:cs typeface="Calibri" panose="020F0502020204030204" pitchFamily="34" charset="0"/>
                </a:rPr>
                <a:t>(se </a:t>
              </a:r>
              <a:r>
                <a:rPr lang="it-IT" sz="600" dirty="0" err="1">
                  <a:latin typeface="Calibri" panose="020F0502020204030204" pitchFamily="34" charset="0"/>
                  <a:cs typeface="Calibri" panose="020F0502020204030204" pitchFamily="34" charset="0"/>
                </a:rPr>
                <a:t>fallback</a:t>
              </a:r>
              <a:r>
                <a:rPr lang="it-IT" sz="600" dirty="0">
                  <a:latin typeface="Calibri" panose="020F0502020204030204" pitchFamily="34" charset="0"/>
                  <a:cs typeface="Calibri" panose="020F0502020204030204" pitchFamily="34" charset="0"/>
                </a:rPr>
                <a:t>)</a:t>
              </a:r>
            </a:p>
          </p:txBody>
        </p:sp>
        <p:sp>
          <p:nvSpPr>
            <p:cNvPr id="44" name="CasellaDiTesto 43">
              <a:extLst>
                <a:ext uri="{FF2B5EF4-FFF2-40B4-BE49-F238E27FC236}">
                  <a16:creationId xmlns:a16="http://schemas.microsoft.com/office/drawing/2014/main" id="{B9AC215F-83D1-42F2-BBC3-1EA6E9DFF1D5}"/>
                </a:ext>
              </a:extLst>
            </p:cNvPr>
            <p:cNvSpPr txBox="1"/>
            <p:nvPr/>
          </p:nvSpPr>
          <p:spPr>
            <a:xfrm>
              <a:off x="1619308" y="5351158"/>
              <a:ext cx="1350140" cy="338554"/>
            </a:xfrm>
            <a:prstGeom prst="rect">
              <a:avLst/>
            </a:prstGeom>
            <a:solidFill>
              <a:srgbClr val="FFDDDD"/>
            </a:solidFill>
            <a:ln>
              <a:solidFill>
                <a:schemeClr val="accent2">
                  <a:lumMod val="50000"/>
                </a:schemeClr>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Modulo di Scoring/Ranking</a:t>
              </a:r>
            </a:p>
            <a:p>
              <a:pPr algn="ctr"/>
              <a:r>
                <a:rPr lang="it-IT" sz="800" dirty="0">
                  <a:latin typeface="Calibri" panose="020F0502020204030204" pitchFamily="34" charset="0"/>
                  <a:cs typeface="Calibri" panose="020F0502020204030204" pitchFamily="34" charset="0"/>
                </a:rPr>
                <a:t>Filtro e Ponderazione</a:t>
              </a:r>
              <a:endParaRPr lang="it-IT" sz="600" dirty="0">
                <a:latin typeface="Calibri" panose="020F0502020204030204" pitchFamily="34" charset="0"/>
                <a:cs typeface="Calibri" panose="020F0502020204030204" pitchFamily="34" charset="0"/>
              </a:endParaRPr>
            </a:p>
          </p:txBody>
        </p:sp>
        <p:cxnSp>
          <p:nvCxnSpPr>
            <p:cNvPr id="45" name="Connettore diritto 44">
              <a:extLst>
                <a:ext uri="{FF2B5EF4-FFF2-40B4-BE49-F238E27FC236}">
                  <a16:creationId xmlns:a16="http://schemas.microsoft.com/office/drawing/2014/main" id="{7F44CF47-E9EF-AFCA-F323-53E1E2CEA97C}"/>
                </a:ext>
              </a:extLst>
            </p:cNvPr>
            <p:cNvCxnSpPr/>
            <p:nvPr/>
          </p:nvCxnSpPr>
          <p:spPr>
            <a:xfrm flipH="1">
              <a:off x="2657329" y="3429000"/>
              <a:ext cx="1437418" cy="424648"/>
            </a:xfrm>
            <a:prstGeom prst="line">
              <a:avLst/>
            </a:prstGeom>
            <a:ln w="63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Connettore 2 45">
              <a:extLst>
                <a:ext uri="{FF2B5EF4-FFF2-40B4-BE49-F238E27FC236}">
                  <a16:creationId xmlns:a16="http://schemas.microsoft.com/office/drawing/2014/main" id="{95A9EE56-743B-8D39-F4F7-66F4E15F1CC0}"/>
                </a:ext>
              </a:extLst>
            </p:cNvPr>
            <p:cNvCxnSpPr>
              <a:stCxn id="41" idx="2"/>
            </p:cNvCxnSpPr>
            <p:nvPr/>
          </p:nvCxnSpPr>
          <p:spPr>
            <a:xfrm>
              <a:off x="2249963" y="4193242"/>
              <a:ext cx="0" cy="152962"/>
            </a:xfrm>
            <a:prstGeom prst="straightConnector1">
              <a:avLst/>
            </a:prstGeom>
            <a:ln w="63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Connettore diritto 46">
              <a:extLst>
                <a:ext uri="{FF2B5EF4-FFF2-40B4-BE49-F238E27FC236}">
                  <a16:creationId xmlns:a16="http://schemas.microsoft.com/office/drawing/2014/main" id="{E85FBB59-7590-D0F9-881C-7BF108734574}"/>
                </a:ext>
              </a:extLst>
            </p:cNvPr>
            <p:cNvCxnSpPr>
              <a:cxnSpLocks/>
              <a:endCxn id="43" idx="0"/>
            </p:cNvCxnSpPr>
            <p:nvPr/>
          </p:nvCxnSpPr>
          <p:spPr>
            <a:xfrm>
              <a:off x="2249963" y="4688576"/>
              <a:ext cx="1" cy="184276"/>
            </a:xfrm>
            <a:prstGeom prst="line">
              <a:avLst/>
            </a:prstGeom>
            <a:ln w="6350"/>
          </p:spPr>
          <p:style>
            <a:lnRef idx="2">
              <a:schemeClr val="dk1"/>
            </a:lnRef>
            <a:fillRef idx="0">
              <a:schemeClr val="dk1"/>
            </a:fillRef>
            <a:effectRef idx="1">
              <a:schemeClr val="dk1"/>
            </a:effectRef>
            <a:fontRef idx="minor">
              <a:schemeClr val="tx1"/>
            </a:fontRef>
          </p:style>
        </p:cxnSp>
        <p:cxnSp>
          <p:nvCxnSpPr>
            <p:cNvPr id="48" name="Connettore 2 47">
              <a:extLst>
                <a:ext uri="{FF2B5EF4-FFF2-40B4-BE49-F238E27FC236}">
                  <a16:creationId xmlns:a16="http://schemas.microsoft.com/office/drawing/2014/main" id="{A74C051F-C3A2-CEFA-3D98-1779DD228C70}"/>
                </a:ext>
              </a:extLst>
            </p:cNvPr>
            <p:cNvCxnSpPr>
              <a:cxnSpLocks/>
              <a:endCxn id="44" idx="0"/>
            </p:cNvCxnSpPr>
            <p:nvPr/>
          </p:nvCxnSpPr>
          <p:spPr>
            <a:xfrm>
              <a:off x="2249963" y="5180629"/>
              <a:ext cx="0" cy="170529"/>
            </a:xfrm>
            <a:prstGeom prst="straightConnector1">
              <a:avLst/>
            </a:prstGeom>
            <a:ln w="63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9" name="Connettore diritto 48">
              <a:extLst>
                <a:ext uri="{FF2B5EF4-FFF2-40B4-BE49-F238E27FC236}">
                  <a16:creationId xmlns:a16="http://schemas.microsoft.com/office/drawing/2014/main" id="{7746D8CC-5DD9-B5E2-B32F-E847B77123BA}"/>
                </a:ext>
              </a:extLst>
            </p:cNvPr>
            <p:cNvCxnSpPr>
              <a:cxnSpLocks/>
              <a:endCxn id="37" idx="0"/>
            </p:cNvCxnSpPr>
            <p:nvPr/>
          </p:nvCxnSpPr>
          <p:spPr>
            <a:xfrm>
              <a:off x="4466143" y="3685148"/>
              <a:ext cx="0" cy="748192"/>
            </a:xfrm>
            <a:prstGeom prst="line">
              <a:avLst/>
            </a:prstGeom>
            <a:ln w="6350"/>
          </p:spPr>
          <p:style>
            <a:lnRef idx="2">
              <a:schemeClr val="dk1"/>
            </a:lnRef>
            <a:fillRef idx="0">
              <a:schemeClr val="dk1"/>
            </a:fillRef>
            <a:effectRef idx="1">
              <a:schemeClr val="dk1"/>
            </a:effectRef>
            <a:fontRef idx="minor">
              <a:schemeClr val="tx1"/>
            </a:fontRef>
          </p:style>
        </p:cxnSp>
        <p:cxnSp>
          <p:nvCxnSpPr>
            <p:cNvPr id="50" name="Connettore a gomito 49">
              <a:extLst>
                <a:ext uri="{FF2B5EF4-FFF2-40B4-BE49-F238E27FC236}">
                  <a16:creationId xmlns:a16="http://schemas.microsoft.com/office/drawing/2014/main" id="{993B9DEC-2782-122F-FE88-765F7DE01E92}"/>
                </a:ext>
              </a:extLst>
            </p:cNvPr>
            <p:cNvCxnSpPr>
              <a:cxnSpLocks/>
              <a:stCxn id="37" idx="2"/>
              <a:endCxn id="44" idx="3"/>
            </p:cNvCxnSpPr>
            <p:nvPr/>
          </p:nvCxnSpPr>
          <p:spPr>
            <a:xfrm rot="5400000">
              <a:off x="3347676" y="4401968"/>
              <a:ext cx="740240" cy="1496695"/>
            </a:xfrm>
            <a:prstGeom prst="bentConnector2">
              <a:avLst/>
            </a:prstGeom>
            <a:ln w="9525">
              <a:tailEnd type="triangle"/>
            </a:ln>
          </p:spPr>
          <p:style>
            <a:lnRef idx="2">
              <a:schemeClr val="dk1"/>
            </a:lnRef>
            <a:fillRef idx="0">
              <a:schemeClr val="dk1"/>
            </a:fillRef>
            <a:effectRef idx="1">
              <a:schemeClr val="dk1"/>
            </a:effectRef>
            <a:fontRef idx="minor">
              <a:schemeClr val="tx1"/>
            </a:fontRef>
          </p:style>
        </p:cxnSp>
        <p:sp>
          <p:nvSpPr>
            <p:cNvPr id="51" name="CasellaDiTesto 50">
              <a:extLst>
                <a:ext uri="{FF2B5EF4-FFF2-40B4-BE49-F238E27FC236}">
                  <a16:creationId xmlns:a16="http://schemas.microsoft.com/office/drawing/2014/main" id="{88BFB4B8-73BE-E1EB-13B7-16EB2C48821E}"/>
                </a:ext>
              </a:extLst>
            </p:cNvPr>
            <p:cNvSpPr txBox="1"/>
            <p:nvPr/>
          </p:nvSpPr>
          <p:spPr>
            <a:xfrm>
              <a:off x="740655" y="2990414"/>
              <a:ext cx="1393167" cy="294303"/>
            </a:xfrm>
            <a:prstGeom prst="rect">
              <a:avLst/>
            </a:prstGeom>
            <a:solidFill>
              <a:schemeClr val="bg1"/>
            </a:solidFill>
            <a:ln>
              <a:solidFill>
                <a:schemeClr val="bg2"/>
              </a:solidFill>
            </a:ln>
          </p:spPr>
          <p:txBody>
            <a:bodyPr wrap="square" rtlCol="0">
              <a:spAutoFit/>
            </a:bodyPr>
            <a:lstStyle/>
            <a:p>
              <a:pPr algn="ctr"/>
              <a:r>
                <a:rPr lang="it-IT" sz="800" dirty="0">
                  <a:latin typeface="Calibri" panose="020F0502020204030204" pitchFamily="34" charset="0"/>
                  <a:cs typeface="Calibri" panose="020F0502020204030204" pitchFamily="34" charset="0"/>
                </a:rPr>
                <a:t>7. Lista professioni candidate</a:t>
              </a:r>
            </a:p>
            <a:p>
              <a:pPr algn="ctr"/>
              <a:r>
                <a:rPr lang="it-IT" sz="600" dirty="0">
                  <a:latin typeface="Calibri" panose="020F0502020204030204" pitchFamily="34" charset="0"/>
                  <a:cs typeface="Calibri" panose="020F0502020204030204" pitchFamily="34" charset="0"/>
                </a:rPr>
                <a:t>(Top 40)</a:t>
              </a:r>
            </a:p>
          </p:txBody>
        </p:sp>
        <p:cxnSp>
          <p:nvCxnSpPr>
            <p:cNvPr id="52" name="Connettore a gomito 51">
              <a:extLst>
                <a:ext uri="{FF2B5EF4-FFF2-40B4-BE49-F238E27FC236}">
                  <a16:creationId xmlns:a16="http://schemas.microsoft.com/office/drawing/2014/main" id="{E2A99264-A6C6-D412-4AE6-C6A189370085}"/>
                </a:ext>
              </a:extLst>
            </p:cNvPr>
            <p:cNvCxnSpPr>
              <a:cxnSpLocks/>
              <a:stCxn id="51" idx="2"/>
              <a:endCxn id="44" idx="1"/>
            </p:cNvCxnSpPr>
            <p:nvPr/>
          </p:nvCxnSpPr>
          <p:spPr>
            <a:xfrm rot="16200000" flipH="1">
              <a:off x="410414" y="4311541"/>
              <a:ext cx="2235718" cy="182069"/>
            </a:xfrm>
            <a:prstGeom prst="bentConnector2">
              <a:avLst/>
            </a:prstGeom>
            <a:ln w="9525"/>
          </p:spPr>
          <p:style>
            <a:lnRef idx="2">
              <a:schemeClr val="dk1"/>
            </a:lnRef>
            <a:fillRef idx="0">
              <a:schemeClr val="dk1"/>
            </a:fillRef>
            <a:effectRef idx="1">
              <a:schemeClr val="dk1"/>
            </a:effectRef>
            <a:fontRef idx="minor">
              <a:schemeClr val="tx1"/>
            </a:fontRef>
          </p:style>
        </p:cxnSp>
        <p:cxnSp>
          <p:nvCxnSpPr>
            <p:cNvPr id="53" name="Connettore a gomito 52">
              <a:extLst>
                <a:ext uri="{FF2B5EF4-FFF2-40B4-BE49-F238E27FC236}">
                  <a16:creationId xmlns:a16="http://schemas.microsoft.com/office/drawing/2014/main" id="{2A272A2C-BECB-E778-40A6-8BDF05F4DB06}"/>
                </a:ext>
              </a:extLst>
            </p:cNvPr>
            <p:cNvCxnSpPr>
              <a:cxnSpLocks/>
              <a:stCxn id="51" idx="0"/>
            </p:cNvCxnSpPr>
            <p:nvPr/>
          </p:nvCxnSpPr>
          <p:spPr>
            <a:xfrm rot="5400000" flipH="1" flipV="1">
              <a:off x="1843292" y="1816733"/>
              <a:ext cx="767628" cy="1579734"/>
            </a:xfrm>
            <a:prstGeom prst="bentConnector2">
              <a:avLst/>
            </a:prstGeom>
            <a:ln w="9525">
              <a:tailEnd type="triangle"/>
            </a:ln>
          </p:spPr>
          <p:style>
            <a:lnRef idx="2">
              <a:schemeClr val="dk1"/>
            </a:lnRef>
            <a:fillRef idx="0">
              <a:schemeClr val="dk1"/>
            </a:fillRef>
            <a:effectRef idx="1">
              <a:schemeClr val="dk1"/>
            </a:effectRef>
            <a:fontRef idx="minor">
              <a:schemeClr val="tx1"/>
            </a:fontRef>
          </p:style>
        </p:cxnSp>
      </p:grpSp>
      <p:grpSp>
        <p:nvGrpSpPr>
          <p:cNvPr id="112" name="Gruppo 111">
            <a:extLst>
              <a:ext uri="{FF2B5EF4-FFF2-40B4-BE49-F238E27FC236}">
                <a16:creationId xmlns:a16="http://schemas.microsoft.com/office/drawing/2014/main" id="{EF8382F8-FD62-CE34-5E67-1A1450B05EFF}"/>
              </a:ext>
            </a:extLst>
          </p:cNvPr>
          <p:cNvGrpSpPr/>
          <p:nvPr/>
        </p:nvGrpSpPr>
        <p:grpSpPr>
          <a:xfrm>
            <a:off x="8964943" y="2618506"/>
            <a:ext cx="2776732" cy="1162858"/>
            <a:chOff x="8964943" y="2618506"/>
            <a:chExt cx="2776732" cy="1162858"/>
          </a:xfrm>
        </p:grpSpPr>
        <p:sp>
          <p:nvSpPr>
            <p:cNvPr id="59" name="Rectangle 8">
              <a:extLst>
                <a:ext uri="{FF2B5EF4-FFF2-40B4-BE49-F238E27FC236}">
                  <a16:creationId xmlns:a16="http://schemas.microsoft.com/office/drawing/2014/main" id="{B1C5BC54-0BEE-81F0-E289-983C6354BAE8}"/>
                </a:ext>
              </a:extLst>
            </p:cNvPr>
            <p:cNvSpPr/>
            <p:nvPr/>
          </p:nvSpPr>
          <p:spPr>
            <a:xfrm>
              <a:off x="8964943" y="2618506"/>
              <a:ext cx="2516767" cy="1008836"/>
            </a:xfrm>
            <a:prstGeom prst="rect">
              <a:avLst/>
            </a:prstGeom>
            <a:solidFill>
              <a:srgbClr val="41B17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3F3F3F"/>
                </a:solidFill>
                <a:effectLst/>
                <a:uLnTx/>
                <a:uFillTx/>
                <a:latin typeface="Lato Light"/>
                <a:ea typeface="+mn-ea"/>
                <a:cs typeface="+mn-cs"/>
              </a:endParaRPr>
            </a:p>
          </p:txBody>
        </p:sp>
        <p:sp>
          <p:nvSpPr>
            <p:cNvPr id="60" name="Isosceles Triangle 9">
              <a:extLst>
                <a:ext uri="{FF2B5EF4-FFF2-40B4-BE49-F238E27FC236}">
                  <a16:creationId xmlns:a16="http://schemas.microsoft.com/office/drawing/2014/main" id="{868E5804-6A5E-A8FE-45E3-CD1A2F5D3BD2}"/>
                </a:ext>
              </a:extLst>
            </p:cNvPr>
            <p:cNvSpPr/>
            <p:nvPr/>
          </p:nvSpPr>
          <p:spPr>
            <a:xfrm rot="10800000">
              <a:off x="10053464" y="3596382"/>
              <a:ext cx="285750" cy="184982"/>
            </a:xfrm>
            <a:prstGeom prst="triangle">
              <a:avLst/>
            </a:prstGeom>
            <a:solidFill>
              <a:srgbClr val="41B17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3F3F3F"/>
                </a:solidFill>
                <a:effectLst/>
                <a:uLnTx/>
                <a:uFillTx/>
                <a:latin typeface="Lato Light"/>
                <a:ea typeface="+mn-ea"/>
                <a:cs typeface="+mn-cs"/>
              </a:endParaRPr>
            </a:p>
          </p:txBody>
        </p:sp>
        <p:sp>
          <p:nvSpPr>
            <p:cNvPr id="67" name="Oval 32">
              <a:extLst>
                <a:ext uri="{FF2B5EF4-FFF2-40B4-BE49-F238E27FC236}">
                  <a16:creationId xmlns:a16="http://schemas.microsoft.com/office/drawing/2014/main" id="{6E8A5806-A81A-73C1-B809-49EEC816C1BA}"/>
                </a:ext>
              </a:extLst>
            </p:cNvPr>
            <p:cNvSpPr>
              <a:spLocks noChangeAspect="1"/>
            </p:cNvSpPr>
            <p:nvPr/>
          </p:nvSpPr>
          <p:spPr>
            <a:xfrm>
              <a:off x="11159984" y="2961664"/>
              <a:ext cx="581691" cy="582177"/>
            </a:xfrm>
            <a:prstGeom prst="ellipse">
              <a:avLst/>
            </a:prstGeom>
            <a:solidFill>
              <a:srgbClr val="3F3F3F"/>
            </a:solidFill>
            <a:ln w="38100" cap="flat" cmpd="sng" algn="ctr">
              <a:solidFill>
                <a:srgbClr val="41B17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 b="1" i="0" u="none" strike="noStrike" kern="0" cap="none" spc="0" normalizeH="0" baseline="0" noProof="0" dirty="0">
                <a:ln>
                  <a:noFill/>
                </a:ln>
                <a:solidFill>
                  <a:srgbClr val="3F3F3F"/>
                </a:solidFill>
                <a:effectLst/>
                <a:uLnTx/>
                <a:uFillTx/>
                <a:latin typeface="Lato"/>
                <a:ea typeface="+mn-ea"/>
                <a:cs typeface="+mn-cs"/>
              </a:endParaRPr>
            </a:p>
          </p:txBody>
        </p:sp>
        <p:sp>
          <p:nvSpPr>
            <p:cNvPr id="70" name="TextBox 40">
              <a:extLst>
                <a:ext uri="{FF2B5EF4-FFF2-40B4-BE49-F238E27FC236}">
                  <a16:creationId xmlns:a16="http://schemas.microsoft.com/office/drawing/2014/main" id="{8AE54871-A51E-400C-7168-B11A8247477B}"/>
                </a:ext>
              </a:extLst>
            </p:cNvPr>
            <p:cNvSpPr txBox="1"/>
            <p:nvPr/>
          </p:nvSpPr>
          <p:spPr>
            <a:xfrm>
              <a:off x="8975262" y="2743242"/>
              <a:ext cx="2516766" cy="216110"/>
            </a:xfrm>
            <a:prstGeom prst="rect">
              <a:avLst/>
            </a:prstGeom>
            <a:noFill/>
          </p:spPr>
          <p:txBody>
            <a:bodyPr wrap="none" lIns="54000" tIns="27000" rIns="54000" bIns="27000" rtlCol="0" anchor="t">
              <a:spAutoFit/>
            </a:bodyPr>
            <a:lstStyle/>
            <a:p>
              <a:pPr algn="ctr"/>
              <a:r>
                <a:rPr lang="en-US" sz="1050" b="1" dirty="0">
                  <a:solidFill>
                    <a:srgbClr val="FFFFFF"/>
                  </a:solidFill>
                  <a:latin typeface="Lato"/>
                </a:rPr>
                <a:t>ESTRAZIONE E STANDARDIZZAZIONE</a:t>
              </a:r>
              <a:endParaRPr lang="id-ID" sz="1050" b="1" dirty="0">
                <a:solidFill>
                  <a:srgbClr val="FFFFFF"/>
                </a:solidFill>
                <a:latin typeface="Lato"/>
              </a:endParaRPr>
            </a:p>
          </p:txBody>
        </p:sp>
        <p:sp>
          <p:nvSpPr>
            <p:cNvPr id="71" name="Rectangle 41">
              <a:extLst>
                <a:ext uri="{FF2B5EF4-FFF2-40B4-BE49-F238E27FC236}">
                  <a16:creationId xmlns:a16="http://schemas.microsoft.com/office/drawing/2014/main" id="{19BFC499-A519-AAB2-98AA-F683F6B30E41}"/>
                </a:ext>
              </a:extLst>
            </p:cNvPr>
            <p:cNvSpPr/>
            <p:nvPr/>
          </p:nvSpPr>
          <p:spPr>
            <a:xfrm>
              <a:off x="9014174" y="2976880"/>
              <a:ext cx="2121530" cy="369332"/>
            </a:xfrm>
            <a:prstGeom prst="rect">
              <a:avLst/>
            </a:prstGeom>
          </p:spPr>
          <p:txBody>
            <a:bodyPr wrap="square">
              <a:spAutoFit/>
            </a:bodyPr>
            <a:lstStyle/>
            <a:p>
              <a:pPr algn="just"/>
              <a:r>
                <a:rPr lang="it-IT" sz="900" dirty="0">
                  <a:solidFill>
                    <a:srgbClr val="FFFFFF"/>
                  </a:solidFill>
                  <a:latin typeface="Calibri" panose="020F0502020204030204" pitchFamily="34" charset="0"/>
                  <a:cs typeface="Calibri" panose="020F0502020204030204" pitchFamily="34" charset="0"/>
                </a:rPr>
                <a:t>Il testo viene analizzato e tradotto in chiavi ISTAT (conoscenze, skill</a:t>
              </a:r>
              <a:r>
                <a:rPr lang="it-IT" sz="900">
                  <a:solidFill>
                    <a:srgbClr val="FFFFFF"/>
                  </a:solidFill>
                  <a:latin typeface="Calibri" panose="020F0502020204030204" pitchFamily="34" charset="0"/>
                  <a:cs typeface="Calibri" panose="020F0502020204030204" pitchFamily="34" charset="0"/>
                </a:rPr>
                <a:t>, attitudini). </a:t>
              </a:r>
              <a:endParaRPr lang="id-ID" sz="900" dirty="0">
                <a:solidFill>
                  <a:srgbClr val="FFFFFF"/>
                </a:solidFill>
                <a:latin typeface="Calibri" panose="020F0502020204030204" pitchFamily="34" charset="0"/>
                <a:cs typeface="Calibri" panose="020F0502020204030204" pitchFamily="34" charset="0"/>
              </a:endParaRPr>
            </a:p>
          </p:txBody>
        </p:sp>
        <p:sp>
          <p:nvSpPr>
            <p:cNvPr id="105" name="Freeform 38">
              <a:extLst>
                <a:ext uri="{FF2B5EF4-FFF2-40B4-BE49-F238E27FC236}">
                  <a16:creationId xmlns:a16="http://schemas.microsoft.com/office/drawing/2014/main" id="{9F7949AC-D5CC-7DB5-D401-6776109554F7}"/>
                </a:ext>
              </a:extLst>
            </p:cNvPr>
            <p:cNvSpPr>
              <a:spLocks noEditPoints="1"/>
            </p:cNvSpPr>
            <p:nvPr/>
          </p:nvSpPr>
          <p:spPr bwMode="auto">
            <a:xfrm>
              <a:off x="11304343" y="3102060"/>
              <a:ext cx="293361" cy="277814"/>
            </a:xfrm>
            <a:custGeom>
              <a:avLst/>
              <a:gdLst/>
              <a:ahLst/>
              <a:cxnLst>
                <a:cxn ang="0">
                  <a:pos x="1748" y="2336"/>
                </a:cxn>
                <a:cxn ang="0">
                  <a:pos x="1798" y="2458"/>
                </a:cxn>
                <a:cxn ang="0">
                  <a:pos x="3816" y="2424"/>
                </a:cxn>
                <a:cxn ang="0">
                  <a:pos x="3790" y="2294"/>
                </a:cxn>
                <a:cxn ang="0">
                  <a:pos x="1798" y="1470"/>
                </a:cxn>
                <a:cxn ang="0">
                  <a:pos x="1748" y="1594"/>
                </a:cxn>
                <a:cxn ang="0">
                  <a:pos x="3756" y="1648"/>
                </a:cxn>
                <a:cxn ang="0">
                  <a:pos x="3830" y="1538"/>
                </a:cxn>
                <a:cxn ang="0">
                  <a:pos x="3738" y="648"/>
                </a:cxn>
                <a:cxn ang="0">
                  <a:pos x="1744" y="722"/>
                </a:cxn>
                <a:cxn ang="0">
                  <a:pos x="1816" y="834"/>
                </a:cxn>
                <a:cxn ang="0">
                  <a:pos x="3824" y="778"/>
                </a:cxn>
                <a:cxn ang="0">
                  <a:pos x="3774" y="654"/>
                </a:cxn>
                <a:cxn ang="0">
                  <a:pos x="820" y="844"/>
                </a:cxn>
                <a:cxn ang="0">
                  <a:pos x="616" y="934"/>
                </a:cxn>
                <a:cxn ang="0">
                  <a:pos x="450" y="3446"/>
                </a:cxn>
                <a:cxn ang="0">
                  <a:pos x="324" y="3406"/>
                </a:cxn>
                <a:cxn ang="0">
                  <a:pos x="134" y="3232"/>
                </a:cxn>
                <a:cxn ang="0">
                  <a:pos x="406" y="3920"/>
                </a:cxn>
                <a:cxn ang="0">
                  <a:pos x="480" y="3884"/>
                </a:cxn>
                <a:cxn ang="0">
                  <a:pos x="1476" y="8"/>
                </a:cxn>
                <a:cxn ang="0">
                  <a:pos x="1252" y="176"/>
                </a:cxn>
                <a:cxn ang="0">
                  <a:pos x="1218" y="3656"/>
                </a:cxn>
                <a:cxn ang="0">
                  <a:pos x="1386" y="3880"/>
                </a:cxn>
                <a:cxn ang="0">
                  <a:pos x="4176" y="3916"/>
                </a:cxn>
                <a:cxn ang="0">
                  <a:pos x="4346" y="3790"/>
                </a:cxn>
                <a:cxn ang="0">
                  <a:pos x="4370" y="266"/>
                </a:cxn>
                <a:cxn ang="0">
                  <a:pos x="4202" y="42"/>
                </a:cxn>
                <a:cxn ang="0">
                  <a:pos x="4180" y="2372"/>
                </a:cxn>
                <a:cxn ang="0">
                  <a:pos x="4064" y="2814"/>
                </a:cxn>
                <a:cxn ang="0">
                  <a:pos x="3862" y="3026"/>
                </a:cxn>
                <a:cxn ang="0">
                  <a:pos x="3608" y="3076"/>
                </a:cxn>
                <a:cxn ang="0">
                  <a:pos x="3490" y="3284"/>
                </a:cxn>
                <a:cxn ang="0">
                  <a:pos x="3396" y="3520"/>
                </a:cxn>
                <a:cxn ang="0">
                  <a:pos x="3148" y="3702"/>
                </a:cxn>
                <a:cxn ang="0">
                  <a:pos x="1488" y="3706"/>
                </a:cxn>
                <a:cxn ang="0">
                  <a:pos x="1406" y="3594"/>
                </a:cxn>
                <a:cxn ang="0">
                  <a:pos x="1422" y="282"/>
                </a:cxn>
                <a:cxn ang="0">
                  <a:pos x="1532" y="200"/>
                </a:cxn>
                <a:cxn ang="0">
                  <a:pos x="4100" y="216"/>
                </a:cxn>
                <a:cxn ang="0">
                  <a:pos x="4182" y="328"/>
                </a:cxn>
                <a:cxn ang="0">
                  <a:pos x="1782" y="3110"/>
                </a:cxn>
                <a:cxn ang="0">
                  <a:pos x="1758" y="3240"/>
                </a:cxn>
                <a:cxn ang="0">
                  <a:pos x="3140" y="3274"/>
                </a:cxn>
                <a:cxn ang="0">
                  <a:pos x="3190" y="3152"/>
                </a:cxn>
                <a:cxn ang="0">
                  <a:pos x="310" y="2604"/>
                </a:cxn>
                <a:cxn ang="0">
                  <a:pos x="420" y="958"/>
                </a:cxn>
                <a:cxn ang="0">
                  <a:pos x="224" y="2830"/>
                </a:cxn>
                <a:cxn ang="0">
                  <a:pos x="82" y="884"/>
                </a:cxn>
                <a:cxn ang="0">
                  <a:pos x="12" y="688"/>
                </a:cxn>
                <a:cxn ang="0">
                  <a:pos x="224" y="834"/>
                </a:cxn>
                <a:cxn ang="0">
                  <a:pos x="544" y="848"/>
                </a:cxn>
                <a:cxn ang="0">
                  <a:pos x="802" y="726"/>
                </a:cxn>
                <a:cxn ang="0">
                  <a:pos x="836" y="638"/>
                </a:cxn>
                <a:cxn ang="0">
                  <a:pos x="832" y="230"/>
                </a:cxn>
                <a:cxn ang="0">
                  <a:pos x="674" y="68"/>
                </a:cxn>
                <a:cxn ang="0">
                  <a:pos x="374" y="22"/>
                </a:cxn>
                <a:cxn ang="0">
                  <a:pos x="76" y="114"/>
                </a:cxn>
                <a:cxn ang="0">
                  <a:pos x="4" y="644"/>
                </a:cxn>
              </a:cxnLst>
              <a:rect l="0" t="0" r="r" b="b"/>
              <a:pathLst>
                <a:path w="4376" h="3920">
                  <a:moveTo>
                    <a:pt x="3738" y="2278"/>
                  </a:moveTo>
                  <a:lnTo>
                    <a:pt x="1836" y="2278"/>
                  </a:lnTo>
                  <a:lnTo>
                    <a:pt x="1836" y="2278"/>
                  </a:lnTo>
                  <a:lnTo>
                    <a:pt x="1816" y="2280"/>
                  </a:lnTo>
                  <a:lnTo>
                    <a:pt x="1798" y="2286"/>
                  </a:lnTo>
                  <a:lnTo>
                    <a:pt x="1782" y="2294"/>
                  </a:lnTo>
                  <a:lnTo>
                    <a:pt x="1768" y="2306"/>
                  </a:lnTo>
                  <a:lnTo>
                    <a:pt x="1758" y="2320"/>
                  </a:lnTo>
                  <a:lnTo>
                    <a:pt x="1748" y="2336"/>
                  </a:lnTo>
                  <a:lnTo>
                    <a:pt x="1744" y="2354"/>
                  </a:lnTo>
                  <a:lnTo>
                    <a:pt x="1742" y="2372"/>
                  </a:lnTo>
                  <a:lnTo>
                    <a:pt x="1742" y="2372"/>
                  </a:lnTo>
                  <a:lnTo>
                    <a:pt x="1744" y="2392"/>
                  </a:lnTo>
                  <a:lnTo>
                    <a:pt x="1748" y="2408"/>
                  </a:lnTo>
                  <a:lnTo>
                    <a:pt x="1758" y="2424"/>
                  </a:lnTo>
                  <a:lnTo>
                    <a:pt x="1768" y="2438"/>
                  </a:lnTo>
                  <a:lnTo>
                    <a:pt x="1782" y="2450"/>
                  </a:lnTo>
                  <a:lnTo>
                    <a:pt x="1798" y="2458"/>
                  </a:lnTo>
                  <a:lnTo>
                    <a:pt x="1816" y="2464"/>
                  </a:lnTo>
                  <a:lnTo>
                    <a:pt x="1836" y="2466"/>
                  </a:lnTo>
                  <a:lnTo>
                    <a:pt x="3738" y="2466"/>
                  </a:lnTo>
                  <a:lnTo>
                    <a:pt x="3738" y="2466"/>
                  </a:lnTo>
                  <a:lnTo>
                    <a:pt x="3756" y="2464"/>
                  </a:lnTo>
                  <a:lnTo>
                    <a:pt x="3774" y="2458"/>
                  </a:lnTo>
                  <a:lnTo>
                    <a:pt x="3790" y="2450"/>
                  </a:lnTo>
                  <a:lnTo>
                    <a:pt x="3804" y="2438"/>
                  </a:lnTo>
                  <a:lnTo>
                    <a:pt x="3816" y="2424"/>
                  </a:lnTo>
                  <a:lnTo>
                    <a:pt x="3824" y="2408"/>
                  </a:lnTo>
                  <a:lnTo>
                    <a:pt x="3830" y="2392"/>
                  </a:lnTo>
                  <a:lnTo>
                    <a:pt x="3832" y="2372"/>
                  </a:lnTo>
                  <a:lnTo>
                    <a:pt x="3832" y="2372"/>
                  </a:lnTo>
                  <a:lnTo>
                    <a:pt x="3830" y="2354"/>
                  </a:lnTo>
                  <a:lnTo>
                    <a:pt x="3824" y="2336"/>
                  </a:lnTo>
                  <a:lnTo>
                    <a:pt x="3816" y="2320"/>
                  </a:lnTo>
                  <a:lnTo>
                    <a:pt x="3804" y="2306"/>
                  </a:lnTo>
                  <a:lnTo>
                    <a:pt x="3790" y="2294"/>
                  </a:lnTo>
                  <a:lnTo>
                    <a:pt x="3774" y="2286"/>
                  </a:lnTo>
                  <a:lnTo>
                    <a:pt x="3756" y="2280"/>
                  </a:lnTo>
                  <a:lnTo>
                    <a:pt x="3738" y="2278"/>
                  </a:lnTo>
                  <a:lnTo>
                    <a:pt x="3738" y="2278"/>
                  </a:lnTo>
                  <a:close/>
                  <a:moveTo>
                    <a:pt x="3738" y="1462"/>
                  </a:moveTo>
                  <a:lnTo>
                    <a:pt x="1836" y="1462"/>
                  </a:lnTo>
                  <a:lnTo>
                    <a:pt x="1836" y="1462"/>
                  </a:lnTo>
                  <a:lnTo>
                    <a:pt x="1816" y="1464"/>
                  </a:lnTo>
                  <a:lnTo>
                    <a:pt x="1798" y="1470"/>
                  </a:lnTo>
                  <a:lnTo>
                    <a:pt x="1782" y="1478"/>
                  </a:lnTo>
                  <a:lnTo>
                    <a:pt x="1768" y="1490"/>
                  </a:lnTo>
                  <a:lnTo>
                    <a:pt x="1758" y="1504"/>
                  </a:lnTo>
                  <a:lnTo>
                    <a:pt x="1748" y="1520"/>
                  </a:lnTo>
                  <a:lnTo>
                    <a:pt x="1744" y="1538"/>
                  </a:lnTo>
                  <a:lnTo>
                    <a:pt x="1742" y="1556"/>
                  </a:lnTo>
                  <a:lnTo>
                    <a:pt x="1742" y="1556"/>
                  </a:lnTo>
                  <a:lnTo>
                    <a:pt x="1744" y="1576"/>
                  </a:lnTo>
                  <a:lnTo>
                    <a:pt x="1748" y="1594"/>
                  </a:lnTo>
                  <a:lnTo>
                    <a:pt x="1758" y="1610"/>
                  </a:lnTo>
                  <a:lnTo>
                    <a:pt x="1768" y="1624"/>
                  </a:lnTo>
                  <a:lnTo>
                    <a:pt x="1782" y="1634"/>
                  </a:lnTo>
                  <a:lnTo>
                    <a:pt x="1798" y="1644"/>
                  </a:lnTo>
                  <a:lnTo>
                    <a:pt x="1816" y="1648"/>
                  </a:lnTo>
                  <a:lnTo>
                    <a:pt x="1836" y="1650"/>
                  </a:lnTo>
                  <a:lnTo>
                    <a:pt x="3738" y="1650"/>
                  </a:lnTo>
                  <a:lnTo>
                    <a:pt x="3738" y="1650"/>
                  </a:lnTo>
                  <a:lnTo>
                    <a:pt x="3756" y="1648"/>
                  </a:lnTo>
                  <a:lnTo>
                    <a:pt x="3774" y="1644"/>
                  </a:lnTo>
                  <a:lnTo>
                    <a:pt x="3790" y="1634"/>
                  </a:lnTo>
                  <a:lnTo>
                    <a:pt x="3804" y="1624"/>
                  </a:lnTo>
                  <a:lnTo>
                    <a:pt x="3816" y="1610"/>
                  </a:lnTo>
                  <a:lnTo>
                    <a:pt x="3824" y="1594"/>
                  </a:lnTo>
                  <a:lnTo>
                    <a:pt x="3830" y="1576"/>
                  </a:lnTo>
                  <a:lnTo>
                    <a:pt x="3832" y="1556"/>
                  </a:lnTo>
                  <a:lnTo>
                    <a:pt x="3832" y="1556"/>
                  </a:lnTo>
                  <a:lnTo>
                    <a:pt x="3830" y="1538"/>
                  </a:lnTo>
                  <a:lnTo>
                    <a:pt x="3824" y="1520"/>
                  </a:lnTo>
                  <a:lnTo>
                    <a:pt x="3816" y="1504"/>
                  </a:lnTo>
                  <a:lnTo>
                    <a:pt x="3804" y="1490"/>
                  </a:lnTo>
                  <a:lnTo>
                    <a:pt x="3790" y="1478"/>
                  </a:lnTo>
                  <a:lnTo>
                    <a:pt x="3774" y="1470"/>
                  </a:lnTo>
                  <a:lnTo>
                    <a:pt x="3756" y="1464"/>
                  </a:lnTo>
                  <a:lnTo>
                    <a:pt x="3738" y="1462"/>
                  </a:lnTo>
                  <a:lnTo>
                    <a:pt x="3738" y="1462"/>
                  </a:lnTo>
                  <a:close/>
                  <a:moveTo>
                    <a:pt x="3738" y="648"/>
                  </a:moveTo>
                  <a:lnTo>
                    <a:pt x="1836" y="648"/>
                  </a:lnTo>
                  <a:lnTo>
                    <a:pt x="1836" y="648"/>
                  </a:lnTo>
                  <a:lnTo>
                    <a:pt x="1816" y="648"/>
                  </a:lnTo>
                  <a:lnTo>
                    <a:pt x="1798" y="654"/>
                  </a:lnTo>
                  <a:lnTo>
                    <a:pt x="1782" y="664"/>
                  </a:lnTo>
                  <a:lnTo>
                    <a:pt x="1768" y="674"/>
                  </a:lnTo>
                  <a:lnTo>
                    <a:pt x="1758" y="688"/>
                  </a:lnTo>
                  <a:lnTo>
                    <a:pt x="1748" y="704"/>
                  </a:lnTo>
                  <a:lnTo>
                    <a:pt x="1744" y="722"/>
                  </a:lnTo>
                  <a:lnTo>
                    <a:pt x="1742" y="742"/>
                  </a:lnTo>
                  <a:lnTo>
                    <a:pt x="1742" y="742"/>
                  </a:lnTo>
                  <a:lnTo>
                    <a:pt x="1744" y="760"/>
                  </a:lnTo>
                  <a:lnTo>
                    <a:pt x="1748" y="778"/>
                  </a:lnTo>
                  <a:lnTo>
                    <a:pt x="1758" y="794"/>
                  </a:lnTo>
                  <a:lnTo>
                    <a:pt x="1768" y="808"/>
                  </a:lnTo>
                  <a:lnTo>
                    <a:pt x="1782" y="820"/>
                  </a:lnTo>
                  <a:lnTo>
                    <a:pt x="1798" y="828"/>
                  </a:lnTo>
                  <a:lnTo>
                    <a:pt x="1816" y="834"/>
                  </a:lnTo>
                  <a:lnTo>
                    <a:pt x="1836" y="836"/>
                  </a:lnTo>
                  <a:lnTo>
                    <a:pt x="3738" y="836"/>
                  </a:lnTo>
                  <a:lnTo>
                    <a:pt x="3738" y="836"/>
                  </a:lnTo>
                  <a:lnTo>
                    <a:pt x="3756" y="834"/>
                  </a:lnTo>
                  <a:lnTo>
                    <a:pt x="3774" y="828"/>
                  </a:lnTo>
                  <a:lnTo>
                    <a:pt x="3790" y="820"/>
                  </a:lnTo>
                  <a:lnTo>
                    <a:pt x="3804" y="808"/>
                  </a:lnTo>
                  <a:lnTo>
                    <a:pt x="3816" y="794"/>
                  </a:lnTo>
                  <a:lnTo>
                    <a:pt x="3824" y="778"/>
                  </a:lnTo>
                  <a:lnTo>
                    <a:pt x="3830" y="760"/>
                  </a:lnTo>
                  <a:lnTo>
                    <a:pt x="3832" y="742"/>
                  </a:lnTo>
                  <a:lnTo>
                    <a:pt x="3832" y="742"/>
                  </a:lnTo>
                  <a:lnTo>
                    <a:pt x="3830" y="722"/>
                  </a:lnTo>
                  <a:lnTo>
                    <a:pt x="3824" y="704"/>
                  </a:lnTo>
                  <a:lnTo>
                    <a:pt x="3816" y="688"/>
                  </a:lnTo>
                  <a:lnTo>
                    <a:pt x="3804" y="674"/>
                  </a:lnTo>
                  <a:lnTo>
                    <a:pt x="3790" y="664"/>
                  </a:lnTo>
                  <a:lnTo>
                    <a:pt x="3774" y="654"/>
                  </a:lnTo>
                  <a:lnTo>
                    <a:pt x="3756" y="648"/>
                  </a:lnTo>
                  <a:lnTo>
                    <a:pt x="3738" y="648"/>
                  </a:lnTo>
                  <a:lnTo>
                    <a:pt x="3738" y="648"/>
                  </a:lnTo>
                  <a:close/>
                  <a:moveTo>
                    <a:pt x="616" y="934"/>
                  </a:moveTo>
                  <a:lnTo>
                    <a:pt x="616" y="2828"/>
                  </a:lnTo>
                  <a:lnTo>
                    <a:pt x="836" y="2730"/>
                  </a:lnTo>
                  <a:lnTo>
                    <a:pt x="836" y="830"/>
                  </a:lnTo>
                  <a:lnTo>
                    <a:pt x="836" y="830"/>
                  </a:lnTo>
                  <a:lnTo>
                    <a:pt x="820" y="844"/>
                  </a:lnTo>
                  <a:lnTo>
                    <a:pt x="800" y="858"/>
                  </a:lnTo>
                  <a:lnTo>
                    <a:pt x="780" y="870"/>
                  </a:lnTo>
                  <a:lnTo>
                    <a:pt x="758" y="882"/>
                  </a:lnTo>
                  <a:lnTo>
                    <a:pt x="758" y="882"/>
                  </a:lnTo>
                  <a:lnTo>
                    <a:pt x="726" y="898"/>
                  </a:lnTo>
                  <a:lnTo>
                    <a:pt x="690" y="912"/>
                  </a:lnTo>
                  <a:lnTo>
                    <a:pt x="654" y="924"/>
                  </a:lnTo>
                  <a:lnTo>
                    <a:pt x="616" y="934"/>
                  </a:lnTo>
                  <a:lnTo>
                    <a:pt x="616" y="934"/>
                  </a:lnTo>
                  <a:close/>
                  <a:moveTo>
                    <a:pt x="534" y="3378"/>
                  </a:moveTo>
                  <a:lnTo>
                    <a:pt x="534" y="3378"/>
                  </a:lnTo>
                  <a:lnTo>
                    <a:pt x="528" y="3392"/>
                  </a:lnTo>
                  <a:lnTo>
                    <a:pt x="518" y="3404"/>
                  </a:lnTo>
                  <a:lnTo>
                    <a:pt x="508" y="3416"/>
                  </a:lnTo>
                  <a:lnTo>
                    <a:pt x="494" y="3428"/>
                  </a:lnTo>
                  <a:lnTo>
                    <a:pt x="480" y="3436"/>
                  </a:lnTo>
                  <a:lnTo>
                    <a:pt x="466" y="3442"/>
                  </a:lnTo>
                  <a:lnTo>
                    <a:pt x="450" y="3446"/>
                  </a:lnTo>
                  <a:lnTo>
                    <a:pt x="434" y="3448"/>
                  </a:lnTo>
                  <a:lnTo>
                    <a:pt x="408" y="3448"/>
                  </a:lnTo>
                  <a:lnTo>
                    <a:pt x="408" y="3448"/>
                  </a:lnTo>
                  <a:lnTo>
                    <a:pt x="392" y="3446"/>
                  </a:lnTo>
                  <a:lnTo>
                    <a:pt x="376" y="3442"/>
                  </a:lnTo>
                  <a:lnTo>
                    <a:pt x="362" y="3436"/>
                  </a:lnTo>
                  <a:lnTo>
                    <a:pt x="348" y="3428"/>
                  </a:lnTo>
                  <a:lnTo>
                    <a:pt x="334" y="3418"/>
                  </a:lnTo>
                  <a:lnTo>
                    <a:pt x="324" y="3406"/>
                  </a:lnTo>
                  <a:lnTo>
                    <a:pt x="314" y="3392"/>
                  </a:lnTo>
                  <a:lnTo>
                    <a:pt x="308" y="3378"/>
                  </a:lnTo>
                  <a:lnTo>
                    <a:pt x="286" y="3316"/>
                  </a:lnTo>
                  <a:lnTo>
                    <a:pt x="238" y="3178"/>
                  </a:lnTo>
                  <a:lnTo>
                    <a:pt x="146" y="2916"/>
                  </a:lnTo>
                  <a:lnTo>
                    <a:pt x="64" y="2880"/>
                  </a:lnTo>
                  <a:lnTo>
                    <a:pt x="0" y="2852"/>
                  </a:lnTo>
                  <a:lnTo>
                    <a:pt x="18" y="2904"/>
                  </a:lnTo>
                  <a:lnTo>
                    <a:pt x="134" y="3232"/>
                  </a:lnTo>
                  <a:lnTo>
                    <a:pt x="182" y="3370"/>
                  </a:lnTo>
                  <a:lnTo>
                    <a:pt x="210" y="3448"/>
                  </a:lnTo>
                  <a:lnTo>
                    <a:pt x="364" y="3884"/>
                  </a:lnTo>
                  <a:lnTo>
                    <a:pt x="364" y="3884"/>
                  </a:lnTo>
                  <a:lnTo>
                    <a:pt x="366" y="3892"/>
                  </a:lnTo>
                  <a:lnTo>
                    <a:pt x="372" y="3898"/>
                  </a:lnTo>
                  <a:lnTo>
                    <a:pt x="384" y="3910"/>
                  </a:lnTo>
                  <a:lnTo>
                    <a:pt x="398" y="3918"/>
                  </a:lnTo>
                  <a:lnTo>
                    <a:pt x="406" y="3920"/>
                  </a:lnTo>
                  <a:lnTo>
                    <a:pt x="416" y="3920"/>
                  </a:lnTo>
                  <a:lnTo>
                    <a:pt x="430" y="3920"/>
                  </a:lnTo>
                  <a:lnTo>
                    <a:pt x="430" y="3920"/>
                  </a:lnTo>
                  <a:lnTo>
                    <a:pt x="438" y="3920"/>
                  </a:lnTo>
                  <a:lnTo>
                    <a:pt x="446" y="3918"/>
                  </a:lnTo>
                  <a:lnTo>
                    <a:pt x="460" y="3910"/>
                  </a:lnTo>
                  <a:lnTo>
                    <a:pt x="472" y="3898"/>
                  </a:lnTo>
                  <a:lnTo>
                    <a:pt x="478" y="3892"/>
                  </a:lnTo>
                  <a:lnTo>
                    <a:pt x="480" y="3884"/>
                  </a:lnTo>
                  <a:lnTo>
                    <a:pt x="632" y="3448"/>
                  </a:lnTo>
                  <a:lnTo>
                    <a:pt x="838" y="2850"/>
                  </a:lnTo>
                  <a:lnTo>
                    <a:pt x="694" y="2914"/>
                  </a:lnTo>
                  <a:lnTo>
                    <a:pt x="534" y="3378"/>
                  </a:lnTo>
                  <a:close/>
                  <a:moveTo>
                    <a:pt x="4044" y="0"/>
                  </a:moveTo>
                  <a:lnTo>
                    <a:pt x="1544" y="0"/>
                  </a:lnTo>
                  <a:lnTo>
                    <a:pt x="1544" y="0"/>
                  </a:lnTo>
                  <a:lnTo>
                    <a:pt x="1510" y="2"/>
                  </a:lnTo>
                  <a:lnTo>
                    <a:pt x="1476" y="8"/>
                  </a:lnTo>
                  <a:lnTo>
                    <a:pt x="1444" y="16"/>
                  </a:lnTo>
                  <a:lnTo>
                    <a:pt x="1414" y="28"/>
                  </a:lnTo>
                  <a:lnTo>
                    <a:pt x="1386" y="42"/>
                  </a:lnTo>
                  <a:lnTo>
                    <a:pt x="1358" y="58"/>
                  </a:lnTo>
                  <a:lnTo>
                    <a:pt x="1332" y="76"/>
                  </a:lnTo>
                  <a:lnTo>
                    <a:pt x="1308" y="98"/>
                  </a:lnTo>
                  <a:lnTo>
                    <a:pt x="1288" y="122"/>
                  </a:lnTo>
                  <a:lnTo>
                    <a:pt x="1268" y="148"/>
                  </a:lnTo>
                  <a:lnTo>
                    <a:pt x="1252" y="176"/>
                  </a:lnTo>
                  <a:lnTo>
                    <a:pt x="1238" y="204"/>
                  </a:lnTo>
                  <a:lnTo>
                    <a:pt x="1226" y="234"/>
                  </a:lnTo>
                  <a:lnTo>
                    <a:pt x="1218" y="266"/>
                  </a:lnTo>
                  <a:lnTo>
                    <a:pt x="1212" y="300"/>
                  </a:lnTo>
                  <a:lnTo>
                    <a:pt x="1212" y="334"/>
                  </a:lnTo>
                  <a:lnTo>
                    <a:pt x="1212" y="3588"/>
                  </a:lnTo>
                  <a:lnTo>
                    <a:pt x="1212" y="3588"/>
                  </a:lnTo>
                  <a:lnTo>
                    <a:pt x="1212" y="3622"/>
                  </a:lnTo>
                  <a:lnTo>
                    <a:pt x="1218" y="3656"/>
                  </a:lnTo>
                  <a:lnTo>
                    <a:pt x="1226" y="3688"/>
                  </a:lnTo>
                  <a:lnTo>
                    <a:pt x="1238" y="3718"/>
                  </a:lnTo>
                  <a:lnTo>
                    <a:pt x="1252" y="3746"/>
                  </a:lnTo>
                  <a:lnTo>
                    <a:pt x="1268" y="3774"/>
                  </a:lnTo>
                  <a:lnTo>
                    <a:pt x="1288" y="3800"/>
                  </a:lnTo>
                  <a:lnTo>
                    <a:pt x="1308" y="3824"/>
                  </a:lnTo>
                  <a:lnTo>
                    <a:pt x="1332" y="3844"/>
                  </a:lnTo>
                  <a:lnTo>
                    <a:pt x="1358" y="3864"/>
                  </a:lnTo>
                  <a:lnTo>
                    <a:pt x="1386" y="3880"/>
                  </a:lnTo>
                  <a:lnTo>
                    <a:pt x="1414" y="3894"/>
                  </a:lnTo>
                  <a:lnTo>
                    <a:pt x="1444" y="3906"/>
                  </a:lnTo>
                  <a:lnTo>
                    <a:pt x="1476" y="3914"/>
                  </a:lnTo>
                  <a:lnTo>
                    <a:pt x="1510" y="3920"/>
                  </a:lnTo>
                  <a:lnTo>
                    <a:pt x="1544" y="3920"/>
                  </a:lnTo>
                  <a:lnTo>
                    <a:pt x="4126" y="3920"/>
                  </a:lnTo>
                  <a:lnTo>
                    <a:pt x="4126" y="3920"/>
                  </a:lnTo>
                  <a:lnTo>
                    <a:pt x="4152" y="3920"/>
                  </a:lnTo>
                  <a:lnTo>
                    <a:pt x="4176" y="3916"/>
                  </a:lnTo>
                  <a:lnTo>
                    <a:pt x="4200" y="3910"/>
                  </a:lnTo>
                  <a:lnTo>
                    <a:pt x="4224" y="3902"/>
                  </a:lnTo>
                  <a:lnTo>
                    <a:pt x="4246" y="3890"/>
                  </a:lnTo>
                  <a:lnTo>
                    <a:pt x="4266" y="3878"/>
                  </a:lnTo>
                  <a:lnTo>
                    <a:pt x="4286" y="3864"/>
                  </a:lnTo>
                  <a:lnTo>
                    <a:pt x="4302" y="3848"/>
                  </a:lnTo>
                  <a:lnTo>
                    <a:pt x="4320" y="3830"/>
                  </a:lnTo>
                  <a:lnTo>
                    <a:pt x="4334" y="3810"/>
                  </a:lnTo>
                  <a:lnTo>
                    <a:pt x="4346" y="3790"/>
                  </a:lnTo>
                  <a:lnTo>
                    <a:pt x="4356" y="3768"/>
                  </a:lnTo>
                  <a:lnTo>
                    <a:pt x="4364" y="3746"/>
                  </a:lnTo>
                  <a:lnTo>
                    <a:pt x="4372" y="3722"/>
                  </a:lnTo>
                  <a:lnTo>
                    <a:pt x="4374" y="3696"/>
                  </a:lnTo>
                  <a:lnTo>
                    <a:pt x="4376" y="3672"/>
                  </a:lnTo>
                  <a:lnTo>
                    <a:pt x="4376" y="334"/>
                  </a:lnTo>
                  <a:lnTo>
                    <a:pt x="4376" y="334"/>
                  </a:lnTo>
                  <a:lnTo>
                    <a:pt x="4374" y="300"/>
                  </a:lnTo>
                  <a:lnTo>
                    <a:pt x="4370" y="266"/>
                  </a:lnTo>
                  <a:lnTo>
                    <a:pt x="4362" y="234"/>
                  </a:lnTo>
                  <a:lnTo>
                    <a:pt x="4350" y="204"/>
                  </a:lnTo>
                  <a:lnTo>
                    <a:pt x="4336" y="176"/>
                  </a:lnTo>
                  <a:lnTo>
                    <a:pt x="4320" y="148"/>
                  </a:lnTo>
                  <a:lnTo>
                    <a:pt x="4300" y="122"/>
                  </a:lnTo>
                  <a:lnTo>
                    <a:pt x="4278" y="98"/>
                  </a:lnTo>
                  <a:lnTo>
                    <a:pt x="4256" y="76"/>
                  </a:lnTo>
                  <a:lnTo>
                    <a:pt x="4230" y="58"/>
                  </a:lnTo>
                  <a:lnTo>
                    <a:pt x="4202" y="42"/>
                  </a:lnTo>
                  <a:lnTo>
                    <a:pt x="4172" y="28"/>
                  </a:lnTo>
                  <a:lnTo>
                    <a:pt x="4142" y="16"/>
                  </a:lnTo>
                  <a:lnTo>
                    <a:pt x="4110" y="8"/>
                  </a:lnTo>
                  <a:lnTo>
                    <a:pt x="4078" y="2"/>
                  </a:lnTo>
                  <a:lnTo>
                    <a:pt x="4044" y="0"/>
                  </a:lnTo>
                  <a:lnTo>
                    <a:pt x="4044" y="0"/>
                  </a:lnTo>
                  <a:close/>
                  <a:moveTo>
                    <a:pt x="4184" y="2306"/>
                  </a:moveTo>
                  <a:lnTo>
                    <a:pt x="4184" y="2306"/>
                  </a:lnTo>
                  <a:lnTo>
                    <a:pt x="4180" y="2372"/>
                  </a:lnTo>
                  <a:lnTo>
                    <a:pt x="4172" y="2436"/>
                  </a:lnTo>
                  <a:lnTo>
                    <a:pt x="4162" y="2494"/>
                  </a:lnTo>
                  <a:lnTo>
                    <a:pt x="4152" y="2550"/>
                  </a:lnTo>
                  <a:lnTo>
                    <a:pt x="4142" y="2602"/>
                  </a:lnTo>
                  <a:lnTo>
                    <a:pt x="4128" y="2650"/>
                  </a:lnTo>
                  <a:lnTo>
                    <a:pt x="4114" y="2696"/>
                  </a:lnTo>
                  <a:lnTo>
                    <a:pt x="4098" y="2738"/>
                  </a:lnTo>
                  <a:lnTo>
                    <a:pt x="4082" y="2776"/>
                  </a:lnTo>
                  <a:lnTo>
                    <a:pt x="4064" y="2814"/>
                  </a:lnTo>
                  <a:lnTo>
                    <a:pt x="4046" y="2846"/>
                  </a:lnTo>
                  <a:lnTo>
                    <a:pt x="4026" y="2878"/>
                  </a:lnTo>
                  <a:lnTo>
                    <a:pt x="4004" y="2906"/>
                  </a:lnTo>
                  <a:lnTo>
                    <a:pt x="3982" y="2932"/>
                  </a:lnTo>
                  <a:lnTo>
                    <a:pt x="3960" y="2954"/>
                  </a:lnTo>
                  <a:lnTo>
                    <a:pt x="3936" y="2976"/>
                  </a:lnTo>
                  <a:lnTo>
                    <a:pt x="3912" y="2994"/>
                  </a:lnTo>
                  <a:lnTo>
                    <a:pt x="3888" y="3012"/>
                  </a:lnTo>
                  <a:lnTo>
                    <a:pt x="3862" y="3026"/>
                  </a:lnTo>
                  <a:lnTo>
                    <a:pt x="3836" y="3038"/>
                  </a:lnTo>
                  <a:lnTo>
                    <a:pt x="3808" y="3048"/>
                  </a:lnTo>
                  <a:lnTo>
                    <a:pt x="3780" y="3058"/>
                  </a:lnTo>
                  <a:lnTo>
                    <a:pt x="3752" y="3064"/>
                  </a:lnTo>
                  <a:lnTo>
                    <a:pt x="3724" y="3070"/>
                  </a:lnTo>
                  <a:lnTo>
                    <a:pt x="3696" y="3074"/>
                  </a:lnTo>
                  <a:lnTo>
                    <a:pt x="3666" y="3076"/>
                  </a:lnTo>
                  <a:lnTo>
                    <a:pt x="3638" y="3076"/>
                  </a:lnTo>
                  <a:lnTo>
                    <a:pt x="3608" y="3076"/>
                  </a:lnTo>
                  <a:lnTo>
                    <a:pt x="3548" y="3072"/>
                  </a:lnTo>
                  <a:lnTo>
                    <a:pt x="3488" y="3066"/>
                  </a:lnTo>
                  <a:lnTo>
                    <a:pt x="3488" y="3066"/>
                  </a:lnTo>
                  <a:lnTo>
                    <a:pt x="3492" y="3106"/>
                  </a:lnTo>
                  <a:lnTo>
                    <a:pt x="3496" y="3144"/>
                  </a:lnTo>
                  <a:lnTo>
                    <a:pt x="3496" y="3180"/>
                  </a:lnTo>
                  <a:lnTo>
                    <a:pt x="3496" y="3216"/>
                  </a:lnTo>
                  <a:lnTo>
                    <a:pt x="3494" y="3250"/>
                  </a:lnTo>
                  <a:lnTo>
                    <a:pt x="3490" y="3284"/>
                  </a:lnTo>
                  <a:lnTo>
                    <a:pt x="3484" y="3314"/>
                  </a:lnTo>
                  <a:lnTo>
                    <a:pt x="3478" y="3344"/>
                  </a:lnTo>
                  <a:lnTo>
                    <a:pt x="3470" y="3374"/>
                  </a:lnTo>
                  <a:lnTo>
                    <a:pt x="3460" y="3402"/>
                  </a:lnTo>
                  <a:lnTo>
                    <a:pt x="3450" y="3428"/>
                  </a:lnTo>
                  <a:lnTo>
                    <a:pt x="3438" y="3452"/>
                  </a:lnTo>
                  <a:lnTo>
                    <a:pt x="3424" y="3476"/>
                  </a:lnTo>
                  <a:lnTo>
                    <a:pt x="3410" y="3500"/>
                  </a:lnTo>
                  <a:lnTo>
                    <a:pt x="3396" y="3520"/>
                  </a:lnTo>
                  <a:lnTo>
                    <a:pt x="3380" y="3540"/>
                  </a:lnTo>
                  <a:lnTo>
                    <a:pt x="3362" y="3560"/>
                  </a:lnTo>
                  <a:lnTo>
                    <a:pt x="3346" y="3578"/>
                  </a:lnTo>
                  <a:lnTo>
                    <a:pt x="3328" y="3594"/>
                  </a:lnTo>
                  <a:lnTo>
                    <a:pt x="3308" y="3610"/>
                  </a:lnTo>
                  <a:lnTo>
                    <a:pt x="3270" y="3640"/>
                  </a:lnTo>
                  <a:lnTo>
                    <a:pt x="3230" y="3664"/>
                  </a:lnTo>
                  <a:lnTo>
                    <a:pt x="3190" y="3684"/>
                  </a:lnTo>
                  <a:lnTo>
                    <a:pt x="3148" y="3702"/>
                  </a:lnTo>
                  <a:lnTo>
                    <a:pt x="3108" y="3714"/>
                  </a:lnTo>
                  <a:lnTo>
                    <a:pt x="3068" y="3726"/>
                  </a:lnTo>
                  <a:lnTo>
                    <a:pt x="1566" y="3726"/>
                  </a:lnTo>
                  <a:lnTo>
                    <a:pt x="1566" y="3726"/>
                  </a:lnTo>
                  <a:lnTo>
                    <a:pt x="1550" y="3724"/>
                  </a:lnTo>
                  <a:lnTo>
                    <a:pt x="1532" y="3722"/>
                  </a:lnTo>
                  <a:lnTo>
                    <a:pt x="1518" y="3718"/>
                  </a:lnTo>
                  <a:lnTo>
                    <a:pt x="1502" y="3712"/>
                  </a:lnTo>
                  <a:lnTo>
                    <a:pt x="1488" y="3706"/>
                  </a:lnTo>
                  <a:lnTo>
                    <a:pt x="1474" y="3698"/>
                  </a:lnTo>
                  <a:lnTo>
                    <a:pt x="1462" y="3688"/>
                  </a:lnTo>
                  <a:lnTo>
                    <a:pt x="1450" y="3678"/>
                  </a:lnTo>
                  <a:lnTo>
                    <a:pt x="1440" y="3666"/>
                  </a:lnTo>
                  <a:lnTo>
                    <a:pt x="1430" y="3654"/>
                  </a:lnTo>
                  <a:lnTo>
                    <a:pt x="1422" y="3640"/>
                  </a:lnTo>
                  <a:lnTo>
                    <a:pt x="1416" y="3626"/>
                  </a:lnTo>
                  <a:lnTo>
                    <a:pt x="1410" y="3610"/>
                  </a:lnTo>
                  <a:lnTo>
                    <a:pt x="1406" y="3594"/>
                  </a:lnTo>
                  <a:lnTo>
                    <a:pt x="1404" y="3578"/>
                  </a:lnTo>
                  <a:lnTo>
                    <a:pt x="1402" y="3562"/>
                  </a:lnTo>
                  <a:lnTo>
                    <a:pt x="1402" y="360"/>
                  </a:lnTo>
                  <a:lnTo>
                    <a:pt x="1402" y="360"/>
                  </a:lnTo>
                  <a:lnTo>
                    <a:pt x="1404" y="344"/>
                  </a:lnTo>
                  <a:lnTo>
                    <a:pt x="1406" y="328"/>
                  </a:lnTo>
                  <a:lnTo>
                    <a:pt x="1410" y="312"/>
                  </a:lnTo>
                  <a:lnTo>
                    <a:pt x="1416" y="296"/>
                  </a:lnTo>
                  <a:lnTo>
                    <a:pt x="1422" y="282"/>
                  </a:lnTo>
                  <a:lnTo>
                    <a:pt x="1430" y="268"/>
                  </a:lnTo>
                  <a:lnTo>
                    <a:pt x="1440" y="256"/>
                  </a:lnTo>
                  <a:lnTo>
                    <a:pt x="1450" y="244"/>
                  </a:lnTo>
                  <a:lnTo>
                    <a:pt x="1462" y="234"/>
                  </a:lnTo>
                  <a:lnTo>
                    <a:pt x="1474" y="224"/>
                  </a:lnTo>
                  <a:lnTo>
                    <a:pt x="1488" y="216"/>
                  </a:lnTo>
                  <a:lnTo>
                    <a:pt x="1502" y="210"/>
                  </a:lnTo>
                  <a:lnTo>
                    <a:pt x="1518" y="204"/>
                  </a:lnTo>
                  <a:lnTo>
                    <a:pt x="1532" y="200"/>
                  </a:lnTo>
                  <a:lnTo>
                    <a:pt x="1550" y="198"/>
                  </a:lnTo>
                  <a:lnTo>
                    <a:pt x="1566" y="196"/>
                  </a:lnTo>
                  <a:lnTo>
                    <a:pt x="4022" y="196"/>
                  </a:lnTo>
                  <a:lnTo>
                    <a:pt x="4022" y="196"/>
                  </a:lnTo>
                  <a:lnTo>
                    <a:pt x="4038" y="198"/>
                  </a:lnTo>
                  <a:lnTo>
                    <a:pt x="4054" y="200"/>
                  </a:lnTo>
                  <a:lnTo>
                    <a:pt x="4070" y="204"/>
                  </a:lnTo>
                  <a:lnTo>
                    <a:pt x="4086" y="210"/>
                  </a:lnTo>
                  <a:lnTo>
                    <a:pt x="4100" y="216"/>
                  </a:lnTo>
                  <a:lnTo>
                    <a:pt x="4112" y="224"/>
                  </a:lnTo>
                  <a:lnTo>
                    <a:pt x="4126" y="234"/>
                  </a:lnTo>
                  <a:lnTo>
                    <a:pt x="4136" y="244"/>
                  </a:lnTo>
                  <a:lnTo>
                    <a:pt x="4148" y="256"/>
                  </a:lnTo>
                  <a:lnTo>
                    <a:pt x="4156" y="268"/>
                  </a:lnTo>
                  <a:lnTo>
                    <a:pt x="4166" y="282"/>
                  </a:lnTo>
                  <a:lnTo>
                    <a:pt x="4172" y="296"/>
                  </a:lnTo>
                  <a:lnTo>
                    <a:pt x="4178" y="312"/>
                  </a:lnTo>
                  <a:lnTo>
                    <a:pt x="4182" y="328"/>
                  </a:lnTo>
                  <a:lnTo>
                    <a:pt x="4184" y="344"/>
                  </a:lnTo>
                  <a:lnTo>
                    <a:pt x="4184" y="360"/>
                  </a:lnTo>
                  <a:lnTo>
                    <a:pt x="4184" y="2306"/>
                  </a:lnTo>
                  <a:close/>
                  <a:moveTo>
                    <a:pt x="3102" y="3094"/>
                  </a:moveTo>
                  <a:lnTo>
                    <a:pt x="1836" y="3094"/>
                  </a:lnTo>
                  <a:lnTo>
                    <a:pt x="1836" y="3094"/>
                  </a:lnTo>
                  <a:lnTo>
                    <a:pt x="1816" y="3096"/>
                  </a:lnTo>
                  <a:lnTo>
                    <a:pt x="1798" y="3102"/>
                  </a:lnTo>
                  <a:lnTo>
                    <a:pt x="1782" y="3110"/>
                  </a:lnTo>
                  <a:lnTo>
                    <a:pt x="1768" y="3122"/>
                  </a:lnTo>
                  <a:lnTo>
                    <a:pt x="1758" y="3136"/>
                  </a:lnTo>
                  <a:lnTo>
                    <a:pt x="1748" y="3152"/>
                  </a:lnTo>
                  <a:lnTo>
                    <a:pt x="1744" y="3168"/>
                  </a:lnTo>
                  <a:lnTo>
                    <a:pt x="1742" y="3188"/>
                  </a:lnTo>
                  <a:lnTo>
                    <a:pt x="1742" y="3188"/>
                  </a:lnTo>
                  <a:lnTo>
                    <a:pt x="1744" y="3206"/>
                  </a:lnTo>
                  <a:lnTo>
                    <a:pt x="1748" y="3224"/>
                  </a:lnTo>
                  <a:lnTo>
                    <a:pt x="1758" y="3240"/>
                  </a:lnTo>
                  <a:lnTo>
                    <a:pt x="1768" y="3254"/>
                  </a:lnTo>
                  <a:lnTo>
                    <a:pt x="1782" y="3266"/>
                  </a:lnTo>
                  <a:lnTo>
                    <a:pt x="1798" y="3274"/>
                  </a:lnTo>
                  <a:lnTo>
                    <a:pt x="1816" y="3280"/>
                  </a:lnTo>
                  <a:lnTo>
                    <a:pt x="1836" y="3282"/>
                  </a:lnTo>
                  <a:lnTo>
                    <a:pt x="3102" y="3282"/>
                  </a:lnTo>
                  <a:lnTo>
                    <a:pt x="3102" y="3282"/>
                  </a:lnTo>
                  <a:lnTo>
                    <a:pt x="3122" y="3280"/>
                  </a:lnTo>
                  <a:lnTo>
                    <a:pt x="3140" y="3274"/>
                  </a:lnTo>
                  <a:lnTo>
                    <a:pt x="3156" y="3266"/>
                  </a:lnTo>
                  <a:lnTo>
                    <a:pt x="3170" y="3254"/>
                  </a:lnTo>
                  <a:lnTo>
                    <a:pt x="3180" y="3240"/>
                  </a:lnTo>
                  <a:lnTo>
                    <a:pt x="3190" y="3224"/>
                  </a:lnTo>
                  <a:lnTo>
                    <a:pt x="3194" y="3206"/>
                  </a:lnTo>
                  <a:lnTo>
                    <a:pt x="3196" y="3188"/>
                  </a:lnTo>
                  <a:lnTo>
                    <a:pt x="3196" y="3188"/>
                  </a:lnTo>
                  <a:lnTo>
                    <a:pt x="3194" y="3168"/>
                  </a:lnTo>
                  <a:lnTo>
                    <a:pt x="3190" y="3152"/>
                  </a:lnTo>
                  <a:lnTo>
                    <a:pt x="3180" y="3136"/>
                  </a:lnTo>
                  <a:lnTo>
                    <a:pt x="3170" y="3122"/>
                  </a:lnTo>
                  <a:lnTo>
                    <a:pt x="3156" y="3110"/>
                  </a:lnTo>
                  <a:lnTo>
                    <a:pt x="3140" y="3102"/>
                  </a:lnTo>
                  <a:lnTo>
                    <a:pt x="3122" y="3096"/>
                  </a:lnTo>
                  <a:lnTo>
                    <a:pt x="3102" y="3094"/>
                  </a:lnTo>
                  <a:lnTo>
                    <a:pt x="3102" y="3094"/>
                  </a:lnTo>
                  <a:close/>
                  <a:moveTo>
                    <a:pt x="310" y="2312"/>
                  </a:moveTo>
                  <a:lnTo>
                    <a:pt x="310" y="2604"/>
                  </a:lnTo>
                  <a:lnTo>
                    <a:pt x="310" y="2828"/>
                  </a:lnTo>
                  <a:lnTo>
                    <a:pt x="424" y="2828"/>
                  </a:lnTo>
                  <a:lnTo>
                    <a:pt x="530" y="2828"/>
                  </a:lnTo>
                  <a:lnTo>
                    <a:pt x="530" y="2724"/>
                  </a:lnTo>
                  <a:lnTo>
                    <a:pt x="530" y="950"/>
                  </a:lnTo>
                  <a:lnTo>
                    <a:pt x="530" y="950"/>
                  </a:lnTo>
                  <a:lnTo>
                    <a:pt x="476" y="956"/>
                  </a:lnTo>
                  <a:lnTo>
                    <a:pt x="420" y="958"/>
                  </a:lnTo>
                  <a:lnTo>
                    <a:pt x="420" y="958"/>
                  </a:lnTo>
                  <a:lnTo>
                    <a:pt x="364" y="956"/>
                  </a:lnTo>
                  <a:lnTo>
                    <a:pt x="310" y="950"/>
                  </a:lnTo>
                  <a:lnTo>
                    <a:pt x="310" y="2312"/>
                  </a:lnTo>
                  <a:close/>
                  <a:moveTo>
                    <a:pt x="4" y="1354"/>
                  </a:moveTo>
                  <a:lnTo>
                    <a:pt x="4" y="2022"/>
                  </a:lnTo>
                  <a:lnTo>
                    <a:pt x="2" y="2710"/>
                  </a:lnTo>
                  <a:lnTo>
                    <a:pt x="2" y="2732"/>
                  </a:lnTo>
                  <a:lnTo>
                    <a:pt x="146" y="2796"/>
                  </a:lnTo>
                  <a:lnTo>
                    <a:pt x="224" y="2830"/>
                  </a:lnTo>
                  <a:lnTo>
                    <a:pt x="224" y="2434"/>
                  </a:lnTo>
                  <a:lnTo>
                    <a:pt x="224" y="2142"/>
                  </a:lnTo>
                  <a:lnTo>
                    <a:pt x="224" y="936"/>
                  </a:lnTo>
                  <a:lnTo>
                    <a:pt x="224" y="936"/>
                  </a:lnTo>
                  <a:lnTo>
                    <a:pt x="186" y="926"/>
                  </a:lnTo>
                  <a:lnTo>
                    <a:pt x="150" y="914"/>
                  </a:lnTo>
                  <a:lnTo>
                    <a:pt x="116" y="900"/>
                  </a:lnTo>
                  <a:lnTo>
                    <a:pt x="82" y="884"/>
                  </a:lnTo>
                  <a:lnTo>
                    <a:pt x="82" y="884"/>
                  </a:lnTo>
                  <a:lnTo>
                    <a:pt x="62" y="872"/>
                  </a:lnTo>
                  <a:lnTo>
                    <a:pt x="40" y="860"/>
                  </a:lnTo>
                  <a:lnTo>
                    <a:pt x="22" y="846"/>
                  </a:lnTo>
                  <a:lnTo>
                    <a:pt x="4" y="832"/>
                  </a:lnTo>
                  <a:lnTo>
                    <a:pt x="4" y="1354"/>
                  </a:lnTo>
                  <a:close/>
                  <a:moveTo>
                    <a:pt x="4" y="644"/>
                  </a:moveTo>
                  <a:lnTo>
                    <a:pt x="4" y="644"/>
                  </a:lnTo>
                  <a:lnTo>
                    <a:pt x="6" y="666"/>
                  </a:lnTo>
                  <a:lnTo>
                    <a:pt x="12" y="688"/>
                  </a:lnTo>
                  <a:lnTo>
                    <a:pt x="24" y="708"/>
                  </a:lnTo>
                  <a:lnTo>
                    <a:pt x="38" y="728"/>
                  </a:lnTo>
                  <a:lnTo>
                    <a:pt x="56" y="746"/>
                  </a:lnTo>
                  <a:lnTo>
                    <a:pt x="76" y="764"/>
                  </a:lnTo>
                  <a:lnTo>
                    <a:pt x="100" y="782"/>
                  </a:lnTo>
                  <a:lnTo>
                    <a:pt x="128" y="796"/>
                  </a:lnTo>
                  <a:lnTo>
                    <a:pt x="158" y="810"/>
                  </a:lnTo>
                  <a:lnTo>
                    <a:pt x="190" y="822"/>
                  </a:lnTo>
                  <a:lnTo>
                    <a:pt x="224" y="834"/>
                  </a:lnTo>
                  <a:lnTo>
                    <a:pt x="260" y="842"/>
                  </a:lnTo>
                  <a:lnTo>
                    <a:pt x="298" y="850"/>
                  </a:lnTo>
                  <a:lnTo>
                    <a:pt x="338" y="854"/>
                  </a:lnTo>
                  <a:lnTo>
                    <a:pt x="378" y="858"/>
                  </a:lnTo>
                  <a:lnTo>
                    <a:pt x="420" y="858"/>
                  </a:lnTo>
                  <a:lnTo>
                    <a:pt x="420" y="858"/>
                  </a:lnTo>
                  <a:lnTo>
                    <a:pt x="462" y="858"/>
                  </a:lnTo>
                  <a:lnTo>
                    <a:pt x="504" y="854"/>
                  </a:lnTo>
                  <a:lnTo>
                    <a:pt x="544" y="848"/>
                  </a:lnTo>
                  <a:lnTo>
                    <a:pt x="582" y="842"/>
                  </a:lnTo>
                  <a:lnTo>
                    <a:pt x="618" y="832"/>
                  </a:lnTo>
                  <a:lnTo>
                    <a:pt x="652" y="822"/>
                  </a:lnTo>
                  <a:lnTo>
                    <a:pt x="684" y="808"/>
                  </a:lnTo>
                  <a:lnTo>
                    <a:pt x="712" y="794"/>
                  </a:lnTo>
                  <a:lnTo>
                    <a:pt x="740" y="780"/>
                  </a:lnTo>
                  <a:lnTo>
                    <a:pt x="764" y="762"/>
                  </a:lnTo>
                  <a:lnTo>
                    <a:pt x="784" y="744"/>
                  </a:lnTo>
                  <a:lnTo>
                    <a:pt x="802" y="726"/>
                  </a:lnTo>
                  <a:lnTo>
                    <a:pt x="816" y="706"/>
                  </a:lnTo>
                  <a:lnTo>
                    <a:pt x="828" y="686"/>
                  </a:lnTo>
                  <a:lnTo>
                    <a:pt x="834" y="664"/>
                  </a:lnTo>
                  <a:lnTo>
                    <a:pt x="836" y="642"/>
                  </a:lnTo>
                  <a:lnTo>
                    <a:pt x="836" y="642"/>
                  </a:lnTo>
                  <a:lnTo>
                    <a:pt x="836" y="638"/>
                  </a:lnTo>
                  <a:lnTo>
                    <a:pt x="836" y="638"/>
                  </a:lnTo>
                  <a:lnTo>
                    <a:pt x="836" y="638"/>
                  </a:lnTo>
                  <a:lnTo>
                    <a:pt x="836" y="638"/>
                  </a:lnTo>
                  <a:lnTo>
                    <a:pt x="836" y="638"/>
                  </a:lnTo>
                  <a:lnTo>
                    <a:pt x="832" y="238"/>
                  </a:lnTo>
                  <a:lnTo>
                    <a:pt x="832" y="238"/>
                  </a:lnTo>
                  <a:lnTo>
                    <a:pt x="832" y="238"/>
                  </a:lnTo>
                  <a:lnTo>
                    <a:pt x="832" y="238"/>
                  </a:lnTo>
                  <a:lnTo>
                    <a:pt x="832" y="238"/>
                  </a:lnTo>
                  <a:lnTo>
                    <a:pt x="832" y="230"/>
                  </a:lnTo>
                  <a:lnTo>
                    <a:pt x="832" y="230"/>
                  </a:lnTo>
                  <a:lnTo>
                    <a:pt x="832" y="230"/>
                  </a:lnTo>
                  <a:lnTo>
                    <a:pt x="828" y="208"/>
                  </a:lnTo>
                  <a:lnTo>
                    <a:pt x="820" y="186"/>
                  </a:lnTo>
                  <a:lnTo>
                    <a:pt x="808" y="166"/>
                  </a:lnTo>
                  <a:lnTo>
                    <a:pt x="794" y="148"/>
                  </a:lnTo>
                  <a:lnTo>
                    <a:pt x="776" y="130"/>
                  </a:lnTo>
                  <a:lnTo>
                    <a:pt x="754" y="112"/>
                  </a:lnTo>
                  <a:lnTo>
                    <a:pt x="730" y="96"/>
                  </a:lnTo>
                  <a:lnTo>
                    <a:pt x="704" y="82"/>
                  </a:lnTo>
                  <a:lnTo>
                    <a:pt x="674" y="68"/>
                  </a:lnTo>
                  <a:lnTo>
                    <a:pt x="642" y="56"/>
                  </a:lnTo>
                  <a:lnTo>
                    <a:pt x="610" y="46"/>
                  </a:lnTo>
                  <a:lnTo>
                    <a:pt x="574" y="36"/>
                  </a:lnTo>
                  <a:lnTo>
                    <a:pt x="536" y="30"/>
                  </a:lnTo>
                  <a:lnTo>
                    <a:pt x="496" y="24"/>
                  </a:lnTo>
                  <a:lnTo>
                    <a:pt x="456" y="22"/>
                  </a:lnTo>
                  <a:lnTo>
                    <a:pt x="416" y="20"/>
                  </a:lnTo>
                  <a:lnTo>
                    <a:pt x="416" y="20"/>
                  </a:lnTo>
                  <a:lnTo>
                    <a:pt x="374" y="22"/>
                  </a:lnTo>
                  <a:lnTo>
                    <a:pt x="334" y="26"/>
                  </a:lnTo>
                  <a:lnTo>
                    <a:pt x="294" y="30"/>
                  </a:lnTo>
                  <a:lnTo>
                    <a:pt x="258" y="38"/>
                  </a:lnTo>
                  <a:lnTo>
                    <a:pt x="222" y="46"/>
                  </a:lnTo>
                  <a:lnTo>
                    <a:pt x="188" y="58"/>
                  </a:lnTo>
                  <a:lnTo>
                    <a:pt x="156" y="70"/>
                  </a:lnTo>
                  <a:lnTo>
                    <a:pt x="126" y="82"/>
                  </a:lnTo>
                  <a:lnTo>
                    <a:pt x="100" y="98"/>
                  </a:lnTo>
                  <a:lnTo>
                    <a:pt x="76" y="114"/>
                  </a:lnTo>
                  <a:lnTo>
                    <a:pt x="56" y="130"/>
                  </a:lnTo>
                  <a:lnTo>
                    <a:pt x="36" y="150"/>
                  </a:lnTo>
                  <a:lnTo>
                    <a:pt x="22" y="168"/>
                  </a:lnTo>
                  <a:lnTo>
                    <a:pt x="10" y="188"/>
                  </a:lnTo>
                  <a:lnTo>
                    <a:pt x="4" y="210"/>
                  </a:lnTo>
                  <a:lnTo>
                    <a:pt x="0" y="232"/>
                  </a:lnTo>
                  <a:lnTo>
                    <a:pt x="0" y="232"/>
                  </a:lnTo>
                  <a:lnTo>
                    <a:pt x="4" y="644"/>
                  </a:lnTo>
                  <a:lnTo>
                    <a:pt x="4" y="644"/>
                  </a:lnTo>
                  <a:close/>
                </a:path>
              </a:pathLst>
            </a:custGeom>
            <a:solidFill>
              <a:srgbClr val="41B176"/>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grpSp>
        <p:nvGrpSpPr>
          <p:cNvPr id="115" name="Gruppo 114">
            <a:extLst>
              <a:ext uri="{FF2B5EF4-FFF2-40B4-BE49-F238E27FC236}">
                <a16:creationId xmlns:a16="http://schemas.microsoft.com/office/drawing/2014/main" id="{AEC8C77D-A6B4-D2A7-ED08-A46FC57FF301}"/>
              </a:ext>
            </a:extLst>
          </p:cNvPr>
          <p:cNvGrpSpPr/>
          <p:nvPr/>
        </p:nvGrpSpPr>
        <p:grpSpPr>
          <a:xfrm>
            <a:off x="8964943" y="5532989"/>
            <a:ext cx="2813576" cy="1002469"/>
            <a:chOff x="8964943" y="5532989"/>
            <a:chExt cx="2813576" cy="1002469"/>
          </a:xfrm>
        </p:grpSpPr>
        <p:sp>
          <p:nvSpPr>
            <p:cNvPr id="54" name="Rectangle 3">
              <a:extLst>
                <a:ext uri="{FF2B5EF4-FFF2-40B4-BE49-F238E27FC236}">
                  <a16:creationId xmlns:a16="http://schemas.microsoft.com/office/drawing/2014/main" id="{11ECD6BA-43C1-2484-536B-6CECE0A85E02}"/>
                </a:ext>
              </a:extLst>
            </p:cNvPr>
            <p:cNvSpPr/>
            <p:nvPr/>
          </p:nvSpPr>
          <p:spPr>
            <a:xfrm>
              <a:off x="8964943" y="5532989"/>
              <a:ext cx="2515663" cy="1002469"/>
            </a:xfrm>
            <a:prstGeom prst="rect">
              <a:avLst/>
            </a:prstGeom>
            <a:solidFill>
              <a:srgbClr val="C0392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kern="0" cap="none" spc="0" normalizeH="0" baseline="0" noProof="0" dirty="0">
                <a:ln>
                  <a:noFill/>
                </a:ln>
                <a:solidFill>
                  <a:srgbClr val="3F3F3F"/>
                </a:solidFill>
                <a:effectLst/>
                <a:uLnTx/>
                <a:uFillTx/>
                <a:latin typeface="Lato Light"/>
                <a:ea typeface="+mn-ea"/>
                <a:cs typeface="+mn-cs"/>
              </a:endParaRPr>
            </a:p>
          </p:txBody>
        </p:sp>
        <p:sp>
          <p:nvSpPr>
            <p:cNvPr id="63" name="Oval 26">
              <a:extLst>
                <a:ext uri="{FF2B5EF4-FFF2-40B4-BE49-F238E27FC236}">
                  <a16:creationId xmlns:a16="http://schemas.microsoft.com/office/drawing/2014/main" id="{321BC244-8007-7172-5A5E-B3D144D99166}"/>
                </a:ext>
              </a:extLst>
            </p:cNvPr>
            <p:cNvSpPr>
              <a:spLocks noChangeAspect="1"/>
            </p:cNvSpPr>
            <p:nvPr/>
          </p:nvSpPr>
          <p:spPr>
            <a:xfrm>
              <a:off x="11196828" y="5884480"/>
              <a:ext cx="581691" cy="582177"/>
            </a:xfrm>
            <a:prstGeom prst="ellipse">
              <a:avLst/>
            </a:prstGeom>
            <a:solidFill>
              <a:srgbClr val="3F3F3F"/>
            </a:solidFill>
            <a:ln w="38100" cap="flat" cmpd="sng" algn="ctr">
              <a:solidFill>
                <a:srgbClr val="C0392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 b="1" i="0" u="none" strike="noStrike" kern="0" cap="none" spc="0" normalizeH="0" baseline="0" noProof="0" dirty="0">
                <a:ln>
                  <a:noFill/>
                </a:ln>
                <a:solidFill>
                  <a:srgbClr val="3F3F3F"/>
                </a:solidFill>
                <a:effectLst/>
                <a:uLnTx/>
                <a:uFillTx/>
                <a:latin typeface="Lato"/>
                <a:ea typeface="+mn-ea"/>
                <a:cs typeface="+mn-cs"/>
              </a:endParaRPr>
            </a:p>
          </p:txBody>
        </p:sp>
        <p:sp>
          <p:nvSpPr>
            <p:cNvPr id="76" name="TextBox 46">
              <a:extLst>
                <a:ext uri="{FF2B5EF4-FFF2-40B4-BE49-F238E27FC236}">
                  <a16:creationId xmlns:a16="http://schemas.microsoft.com/office/drawing/2014/main" id="{537BABE5-03F0-CD3D-DEC9-FB1BF6A2D8EB}"/>
                </a:ext>
              </a:extLst>
            </p:cNvPr>
            <p:cNvSpPr txBox="1"/>
            <p:nvPr/>
          </p:nvSpPr>
          <p:spPr>
            <a:xfrm>
              <a:off x="9014174" y="5724732"/>
              <a:ext cx="660488" cy="216110"/>
            </a:xfrm>
            <a:prstGeom prst="rect">
              <a:avLst/>
            </a:prstGeom>
            <a:noFill/>
          </p:spPr>
          <p:txBody>
            <a:bodyPr wrap="none" lIns="54000" tIns="27000" rIns="54000" bIns="27000" rtlCol="0" anchor="t">
              <a:spAutoFit/>
            </a:bodyPr>
            <a:lstStyle/>
            <a:p>
              <a:pPr algn="ctr"/>
              <a:r>
                <a:rPr lang="en-US" sz="1050" b="1" dirty="0">
                  <a:solidFill>
                    <a:srgbClr val="FFFFFF"/>
                  </a:solidFill>
                  <a:latin typeface="Lato"/>
                </a:rPr>
                <a:t>OUTPUT</a:t>
              </a:r>
              <a:endParaRPr lang="id-ID" sz="1050" b="1" dirty="0">
                <a:solidFill>
                  <a:srgbClr val="FFFFFF"/>
                </a:solidFill>
                <a:latin typeface="Lato"/>
              </a:endParaRPr>
            </a:p>
          </p:txBody>
        </p:sp>
        <p:sp>
          <p:nvSpPr>
            <p:cNvPr id="77" name="Rectangle 47">
              <a:extLst>
                <a:ext uri="{FF2B5EF4-FFF2-40B4-BE49-F238E27FC236}">
                  <a16:creationId xmlns:a16="http://schemas.microsoft.com/office/drawing/2014/main" id="{1BF0D870-51F8-06AC-8F49-35C458BFB804}"/>
                </a:ext>
              </a:extLst>
            </p:cNvPr>
            <p:cNvSpPr/>
            <p:nvPr/>
          </p:nvSpPr>
          <p:spPr>
            <a:xfrm>
              <a:off x="9014174" y="5960057"/>
              <a:ext cx="2032629" cy="369332"/>
            </a:xfrm>
            <a:prstGeom prst="rect">
              <a:avLst/>
            </a:prstGeom>
          </p:spPr>
          <p:txBody>
            <a:bodyPr wrap="square">
              <a:spAutoFit/>
            </a:bodyPr>
            <a:lstStyle/>
            <a:p>
              <a:pPr algn="just"/>
              <a:r>
                <a:rPr lang="it-IT" sz="900" dirty="0">
                  <a:solidFill>
                    <a:srgbClr val="FFFFFF"/>
                  </a:solidFill>
                  <a:latin typeface="Lato Light"/>
                </a:rPr>
                <a:t>L'utente riceve un report completo e motivato.</a:t>
              </a:r>
              <a:endParaRPr lang="id-ID" sz="900" dirty="0">
                <a:solidFill>
                  <a:srgbClr val="FFFFFF"/>
                </a:solidFill>
                <a:latin typeface="Lato Light"/>
              </a:endParaRPr>
            </a:p>
          </p:txBody>
        </p:sp>
        <p:grpSp>
          <p:nvGrpSpPr>
            <p:cNvPr id="106" name="Group 249">
              <a:extLst>
                <a:ext uri="{FF2B5EF4-FFF2-40B4-BE49-F238E27FC236}">
                  <a16:creationId xmlns:a16="http://schemas.microsoft.com/office/drawing/2014/main" id="{5D71E60C-9DA2-82C0-A6FF-F04BEFBF7316}"/>
                </a:ext>
              </a:extLst>
            </p:cNvPr>
            <p:cNvGrpSpPr/>
            <p:nvPr/>
          </p:nvGrpSpPr>
          <p:grpSpPr>
            <a:xfrm>
              <a:off x="11364676" y="6010525"/>
              <a:ext cx="270059" cy="356229"/>
              <a:chOff x="-9074150" y="3979863"/>
              <a:chExt cx="792162" cy="1073150"/>
            </a:xfrm>
            <a:solidFill>
              <a:srgbClr val="C02F35"/>
            </a:solidFill>
          </p:grpSpPr>
          <p:sp>
            <p:nvSpPr>
              <p:cNvPr id="107" name="Freeform 172">
                <a:extLst>
                  <a:ext uri="{FF2B5EF4-FFF2-40B4-BE49-F238E27FC236}">
                    <a16:creationId xmlns:a16="http://schemas.microsoft.com/office/drawing/2014/main" id="{54C0BADC-5BC8-C21C-C586-46FDB1B7C95B}"/>
                  </a:ext>
                </a:extLst>
              </p:cNvPr>
              <p:cNvSpPr>
                <a:spLocks noEditPoints="1"/>
              </p:cNvSpPr>
              <p:nvPr/>
            </p:nvSpPr>
            <p:spPr bwMode="auto">
              <a:xfrm>
                <a:off x="-8923338" y="4757738"/>
                <a:ext cx="490537" cy="295275"/>
              </a:xfrm>
              <a:custGeom>
                <a:avLst/>
                <a:gdLst/>
                <a:ahLst/>
                <a:cxnLst>
                  <a:cxn ang="0">
                    <a:pos x="553" y="8"/>
                  </a:cxn>
                  <a:cxn ang="0">
                    <a:pos x="618" y="324"/>
                  </a:cxn>
                  <a:cxn ang="0">
                    <a:pos x="513" y="298"/>
                  </a:cxn>
                  <a:cxn ang="0">
                    <a:pos x="435" y="373"/>
                  </a:cxn>
                  <a:cxn ang="0">
                    <a:pos x="376" y="76"/>
                  </a:cxn>
                  <a:cxn ang="0">
                    <a:pos x="376" y="76"/>
                  </a:cxn>
                  <a:cxn ang="0">
                    <a:pos x="388" y="79"/>
                  </a:cxn>
                  <a:cxn ang="0">
                    <a:pos x="402" y="80"/>
                  </a:cxn>
                  <a:cxn ang="0">
                    <a:pos x="402" y="80"/>
                  </a:cxn>
                  <a:cxn ang="0">
                    <a:pos x="412" y="80"/>
                  </a:cxn>
                  <a:cxn ang="0">
                    <a:pos x="420" y="79"/>
                  </a:cxn>
                  <a:cxn ang="0">
                    <a:pos x="420" y="79"/>
                  </a:cxn>
                  <a:cxn ang="0">
                    <a:pos x="434" y="75"/>
                  </a:cxn>
                  <a:cxn ang="0">
                    <a:pos x="446" y="69"/>
                  </a:cxn>
                  <a:cxn ang="0">
                    <a:pos x="458" y="62"/>
                  </a:cxn>
                  <a:cxn ang="0">
                    <a:pos x="469" y="54"/>
                  </a:cxn>
                  <a:cxn ang="0">
                    <a:pos x="477" y="46"/>
                  </a:cxn>
                  <a:cxn ang="0">
                    <a:pos x="485" y="35"/>
                  </a:cxn>
                  <a:cxn ang="0">
                    <a:pos x="501" y="13"/>
                  </a:cxn>
                  <a:cxn ang="0">
                    <a:pos x="501" y="13"/>
                  </a:cxn>
                  <a:cxn ang="0">
                    <a:pos x="509" y="0"/>
                  </a:cxn>
                  <a:cxn ang="0">
                    <a:pos x="509" y="0"/>
                  </a:cxn>
                  <a:cxn ang="0">
                    <a:pos x="523" y="3"/>
                  </a:cxn>
                  <a:cxn ang="0">
                    <a:pos x="523" y="3"/>
                  </a:cxn>
                  <a:cxn ang="0">
                    <a:pos x="538" y="7"/>
                  </a:cxn>
                  <a:cxn ang="0">
                    <a:pos x="553" y="8"/>
                  </a:cxn>
                  <a:cxn ang="0">
                    <a:pos x="553" y="8"/>
                  </a:cxn>
                  <a:cxn ang="0">
                    <a:pos x="243" y="76"/>
                  </a:cxn>
                  <a:cxn ang="0">
                    <a:pos x="183" y="373"/>
                  </a:cxn>
                  <a:cxn ang="0">
                    <a:pos x="106" y="298"/>
                  </a:cxn>
                  <a:cxn ang="0">
                    <a:pos x="0" y="324"/>
                  </a:cxn>
                  <a:cxn ang="0">
                    <a:pos x="65" y="8"/>
                  </a:cxn>
                  <a:cxn ang="0">
                    <a:pos x="65" y="8"/>
                  </a:cxn>
                  <a:cxn ang="0">
                    <a:pos x="81" y="7"/>
                  </a:cxn>
                  <a:cxn ang="0">
                    <a:pos x="96" y="3"/>
                  </a:cxn>
                  <a:cxn ang="0">
                    <a:pos x="96" y="3"/>
                  </a:cxn>
                  <a:cxn ang="0">
                    <a:pos x="110" y="0"/>
                  </a:cxn>
                  <a:cxn ang="0">
                    <a:pos x="110" y="0"/>
                  </a:cxn>
                  <a:cxn ang="0">
                    <a:pos x="117" y="13"/>
                  </a:cxn>
                  <a:cxn ang="0">
                    <a:pos x="117" y="13"/>
                  </a:cxn>
                  <a:cxn ang="0">
                    <a:pos x="131" y="31"/>
                  </a:cxn>
                  <a:cxn ang="0">
                    <a:pos x="143" y="47"/>
                  </a:cxn>
                  <a:cxn ang="0">
                    <a:pos x="151" y="56"/>
                  </a:cxn>
                  <a:cxn ang="0">
                    <a:pos x="160" y="62"/>
                  </a:cxn>
                  <a:cxn ang="0">
                    <a:pos x="169" y="68"/>
                  </a:cxn>
                  <a:cxn ang="0">
                    <a:pos x="179" y="74"/>
                  </a:cxn>
                  <a:cxn ang="0">
                    <a:pos x="179" y="74"/>
                  </a:cxn>
                  <a:cxn ang="0">
                    <a:pos x="189" y="76"/>
                  </a:cxn>
                  <a:cxn ang="0">
                    <a:pos x="198" y="79"/>
                  </a:cxn>
                  <a:cxn ang="0">
                    <a:pos x="198" y="79"/>
                  </a:cxn>
                  <a:cxn ang="0">
                    <a:pos x="210" y="80"/>
                  </a:cxn>
                  <a:cxn ang="0">
                    <a:pos x="222" y="80"/>
                  </a:cxn>
                  <a:cxn ang="0">
                    <a:pos x="233" y="79"/>
                  </a:cxn>
                  <a:cxn ang="0">
                    <a:pos x="243" y="76"/>
                  </a:cxn>
                  <a:cxn ang="0">
                    <a:pos x="243" y="76"/>
                  </a:cxn>
                </a:cxnLst>
                <a:rect l="0" t="0" r="r" b="b"/>
                <a:pathLst>
                  <a:path w="618" h="373">
                    <a:moveTo>
                      <a:pt x="553" y="8"/>
                    </a:moveTo>
                    <a:lnTo>
                      <a:pt x="618" y="324"/>
                    </a:lnTo>
                    <a:lnTo>
                      <a:pt x="513" y="298"/>
                    </a:lnTo>
                    <a:lnTo>
                      <a:pt x="435" y="373"/>
                    </a:lnTo>
                    <a:lnTo>
                      <a:pt x="376" y="76"/>
                    </a:lnTo>
                    <a:lnTo>
                      <a:pt x="376" y="76"/>
                    </a:lnTo>
                    <a:lnTo>
                      <a:pt x="388" y="79"/>
                    </a:lnTo>
                    <a:lnTo>
                      <a:pt x="402" y="80"/>
                    </a:lnTo>
                    <a:lnTo>
                      <a:pt x="402" y="80"/>
                    </a:lnTo>
                    <a:lnTo>
                      <a:pt x="412" y="80"/>
                    </a:lnTo>
                    <a:lnTo>
                      <a:pt x="420" y="79"/>
                    </a:lnTo>
                    <a:lnTo>
                      <a:pt x="420" y="79"/>
                    </a:lnTo>
                    <a:lnTo>
                      <a:pt x="434" y="75"/>
                    </a:lnTo>
                    <a:lnTo>
                      <a:pt x="446" y="69"/>
                    </a:lnTo>
                    <a:lnTo>
                      <a:pt x="458" y="62"/>
                    </a:lnTo>
                    <a:lnTo>
                      <a:pt x="469" y="54"/>
                    </a:lnTo>
                    <a:lnTo>
                      <a:pt x="477" y="46"/>
                    </a:lnTo>
                    <a:lnTo>
                      <a:pt x="485" y="35"/>
                    </a:lnTo>
                    <a:lnTo>
                      <a:pt x="501" y="13"/>
                    </a:lnTo>
                    <a:lnTo>
                      <a:pt x="501" y="13"/>
                    </a:lnTo>
                    <a:lnTo>
                      <a:pt x="509" y="0"/>
                    </a:lnTo>
                    <a:lnTo>
                      <a:pt x="509" y="0"/>
                    </a:lnTo>
                    <a:lnTo>
                      <a:pt x="523" y="3"/>
                    </a:lnTo>
                    <a:lnTo>
                      <a:pt x="523" y="3"/>
                    </a:lnTo>
                    <a:lnTo>
                      <a:pt x="538" y="7"/>
                    </a:lnTo>
                    <a:lnTo>
                      <a:pt x="553" y="8"/>
                    </a:lnTo>
                    <a:lnTo>
                      <a:pt x="553" y="8"/>
                    </a:lnTo>
                    <a:close/>
                    <a:moveTo>
                      <a:pt x="243" y="76"/>
                    </a:moveTo>
                    <a:lnTo>
                      <a:pt x="183" y="373"/>
                    </a:lnTo>
                    <a:lnTo>
                      <a:pt x="106" y="298"/>
                    </a:lnTo>
                    <a:lnTo>
                      <a:pt x="0" y="324"/>
                    </a:lnTo>
                    <a:lnTo>
                      <a:pt x="65" y="8"/>
                    </a:lnTo>
                    <a:lnTo>
                      <a:pt x="65" y="8"/>
                    </a:lnTo>
                    <a:lnTo>
                      <a:pt x="81" y="7"/>
                    </a:lnTo>
                    <a:lnTo>
                      <a:pt x="96" y="3"/>
                    </a:lnTo>
                    <a:lnTo>
                      <a:pt x="96" y="3"/>
                    </a:lnTo>
                    <a:lnTo>
                      <a:pt x="110" y="0"/>
                    </a:lnTo>
                    <a:lnTo>
                      <a:pt x="110" y="0"/>
                    </a:lnTo>
                    <a:lnTo>
                      <a:pt x="117" y="13"/>
                    </a:lnTo>
                    <a:lnTo>
                      <a:pt x="117" y="13"/>
                    </a:lnTo>
                    <a:lnTo>
                      <a:pt x="131" y="31"/>
                    </a:lnTo>
                    <a:lnTo>
                      <a:pt x="143" y="47"/>
                    </a:lnTo>
                    <a:lnTo>
                      <a:pt x="151" y="56"/>
                    </a:lnTo>
                    <a:lnTo>
                      <a:pt x="160" y="62"/>
                    </a:lnTo>
                    <a:lnTo>
                      <a:pt x="169" y="68"/>
                    </a:lnTo>
                    <a:lnTo>
                      <a:pt x="179" y="74"/>
                    </a:lnTo>
                    <a:lnTo>
                      <a:pt x="179" y="74"/>
                    </a:lnTo>
                    <a:lnTo>
                      <a:pt x="189" y="76"/>
                    </a:lnTo>
                    <a:lnTo>
                      <a:pt x="198" y="79"/>
                    </a:lnTo>
                    <a:lnTo>
                      <a:pt x="198" y="79"/>
                    </a:lnTo>
                    <a:lnTo>
                      <a:pt x="210" y="80"/>
                    </a:lnTo>
                    <a:lnTo>
                      <a:pt x="222" y="80"/>
                    </a:lnTo>
                    <a:lnTo>
                      <a:pt x="233" y="79"/>
                    </a:lnTo>
                    <a:lnTo>
                      <a:pt x="243" y="76"/>
                    </a:lnTo>
                    <a:lnTo>
                      <a:pt x="243" y="7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8" name="Freeform 173">
                <a:extLst>
                  <a:ext uri="{FF2B5EF4-FFF2-40B4-BE49-F238E27FC236}">
                    <a16:creationId xmlns:a16="http://schemas.microsoft.com/office/drawing/2014/main" id="{6802B6E2-F277-FFA1-868A-4B916CC366E0}"/>
                  </a:ext>
                </a:extLst>
              </p:cNvPr>
              <p:cNvSpPr>
                <a:spLocks noEditPoints="1"/>
              </p:cNvSpPr>
              <p:nvPr/>
            </p:nvSpPr>
            <p:spPr bwMode="auto">
              <a:xfrm>
                <a:off x="-9074150" y="3979863"/>
                <a:ext cx="792162" cy="792163"/>
              </a:xfrm>
              <a:custGeom>
                <a:avLst/>
                <a:gdLst/>
                <a:ahLst/>
                <a:cxnLst>
                  <a:cxn ang="0">
                    <a:pos x="562" y="11"/>
                  </a:cxn>
                  <a:cxn ang="0">
                    <a:pos x="610" y="4"/>
                  </a:cxn>
                  <a:cxn ang="0">
                    <a:pos x="668" y="73"/>
                  </a:cxn>
                  <a:cxn ang="0">
                    <a:pos x="743" y="72"/>
                  </a:cxn>
                  <a:cxn ang="0">
                    <a:pos x="790" y="84"/>
                  </a:cxn>
                  <a:cxn ang="0">
                    <a:pos x="818" y="170"/>
                  </a:cxn>
                  <a:cxn ang="0">
                    <a:pos x="887" y="198"/>
                  </a:cxn>
                  <a:cxn ang="0">
                    <a:pos x="926" y="227"/>
                  </a:cxn>
                  <a:cxn ang="0">
                    <a:pos x="919" y="317"/>
                  </a:cxn>
                  <a:cxn ang="0">
                    <a:pos x="973" y="368"/>
                  </a:cxn>
                  <a:cxn ang="0">
                    <a:pos x="998" y="411"/>
                  </a:cxn>
                  <a:cxn ang="0">
                    <a:pos x="957" y="491"/>
                  </a:cxn>
                  <a:cxn ang="0">
                    <a:pos x="987" y="559"/>
                  </a:cxn>
                  <a:cxn ang="0">
                    <a:pos x="993" y="608"/>
                  </a:cxn>
                  <a:cxn ang="0">
                    <a:pos x="923" y="667"/>
                  </a:cxn>
                  <a:cxn ang="0">
                    <a:pos x="926" y="742"/>
                  </a:cxn>
                  <a:cxn ang="0">
                    <a:pos x="914" y="789"/>
                  </a:cxn>
                  <a:cxn ang="0">
                    <a:pos x="826" y="817"/>
                  </a:cxn>
                  <a:cxn ang="0">
                    <a:pos x="800" y="886"/>
                  </a:cxn>
                  <a:cxn ang="0">
                    <a:pos x="770" y="925"/>
                  </a:cxn>
                  <a:cxn ang="0">
                    <a:pos x="679" y="918"/>
                  </a:cxn>
                  <a:cxn ang="0">
                    <a:pos x="628" y="972"/>
                  </a:cxn>
                  <a:cxn ang="0">
                    <a:pos x="587" y="996"/>
                  </a:cxn>
                  <a:cxn ang="0">
                    <a:pos x="506" y="956"/>
                  </a:cxn>
                  <a:cxn ang="0">
                    <a:pos x="437" y="985"/>
                  </a:cxn>
                  <a:cxn ang="0">
                    <a:pos x="388" y="992"/>
                  </a:cxn>
                  <a:cxn ang="0">
                    <a:pos x="330" y="922"/>
                  </a:cxn>
                  <a:cxn ang="0">
                    <a:pos x="255" y="925"/>
                  </a:cxn>
                  <a:cxn ang="0">
                    <a:pos x="208" y="911"/>
                  </a:cxn>
                  <a:cxn ang="0">
                    <a:pos x="181" y="825"/>
                  </a:cxn>
                  <a:cxn ang="0">
                    <a:pos x="111" y="799"/>
                  </a:cxn>
                  <a:cxn ang="0">
                    <a:pos x="73" y="769"/>
                  </a:cxn>
                  <a:cxn ang="0">
                    <a:pos x="79" y="678"/>
                  </a:cxn>
                  <a:cxn ang="0">
                    <a:pos x="25" y="627"/>
                  </a:cxn>
                  <a:cxn ang="0">
                    <a:pos x="0" y="584"/>
                  </a:cxn>
                  <a:cxn ang="0">
                    <a:pos x="42" y="504"/>
                  </a:cxn>
                  <a:cxn ang="0">
                    <a:pos x="12" y="436"/>
                  </a:cxn>
                  <a:cxn ang="0">
                    <a:pos x="6" y="388"/>
                  </a:cxn>
                  <a:cxn ang="0">
                    <a:pos x="74" y="329"/>
                  </a:cxn>
                  <a:cxn ang="0">
                    <a:pos x="73" y="255"/>
                  </a:cxn>
                  <a:cxn ang="0">
                    <a:pos x="85" y="207"/>
                  </a:cxn>
                  <a:cxn ang="0">
                    <a:pos x="172" y="180"/>
                  </a:cxn>
                  <a:cxn ang="0">
                    <a:pos x="199" y="109"/>
                  </a:cxn>
                  <a:cxn ang="0">
                    <a:pos x="229" y="70"/>
                  </a:cxn>
                  <a:cxn ang="0">
                    <a:pos x="319" y="79"/>
                  </a:cxn>
                  <a:cxn ang="0">
                    <a:pos x="370" y="25"/>
                  </a:cxn>
                  <a:cxn ang="0">
                    <a:pos x="412" y="0"/>
                  </a:cxn>
                  <a:cxn ang="0">
                    <a:pos x="492" y="41"/>
                  </a:cxn>
                  <a:cxn ang="0">
                    <a:pos x="546" y="148"/>
                  </a:cxn>
                  <a:cxn ang="0">
                    <a:pos x="379" y="167"/>
                  </a:cxn>
                  <a:cxn ang="0">
                    <a:pos x="240" y="259"/>
                  </a:cxn>
                  <a:cxn ang="0">
                    <a:pos x="158" y="406"/>
                  </a:cxn>
                  <a:cxn ang="0">
                    <a:pos x="153" y="563"/>
                  </a:cxn>
                  <a:cxn ang="0">
                    <a:pos x="225" y="719"/>
                  </a:cxn>
                  <a:cxn ang="0">
                    <a:pos x="358" y="821"/>
                  </a:cxn>
                  <a:cxn ang="0">
                    <a:pos x="524" y="850"/>
                  </a:cxn>
                  <a:cxn ang="0">
                    <a:pos x="675" y="803"/>
                  </a:cxn>
                  <a:cxn ang="0">
                    <a:pos x="800" y="683"/>
                  </a:cxn>
                  <a:cxn ang="0">
                    <a:pos x="851" y="523"/>
                  </a:cxn>
                  <a:cxn ang="0">
                    <a:pos x="824" y="357"/>
                  </a:cxn>
                  <a:cxn ang="0">
                    <a:pos x="735" y="235"/>
                  </a:cxn>
                </a:cxnLst>
                <a:rect l="0" t="0" r="r" b="b"/>
                <a:pathLst>
                  <a:path w="998" h="997">
                    <a:moveTo>
                      <a:pt x="499" y="41"/>
                    </a:moveTo>
                    <a:lnTo>
                      <a:pt x="499" y="41"/>
                    </a:lnTo>
                    <a:lnTo>
                      <a:pt x="505" y="41"/>
                    </a:lnTo>
                    <a:lnTo>
                      <a:pt x="512" y="40"/>
                    </a:lnTo>
                    <a:lnTo>
                      <a:pt x="524" y="34"/>
                    </a:lnTo>
                    <a:lnTo>
                      <a:pt x="537" y="27"/>
                    </a:lnTo>
                    <a:lnTo>
                      <a:pt x="549" y="19"/>
                    </a:lnTo>
                    <a:lnTo>
                      <a:pt x="562" y="11"/>
                    </a:lnTo>
                    <a:lnTo>
                      <a:pt x="574" y="4"/>
                    </a:lnTo>
                    <a:lnTo>
                      <a:pt x="580" y="1"/>
                    </a:lnTo>
                    <a:lnTo>
                      <a:pt x="587" y="0"/>
                    </a:lnTo>
                    <a:lnTo>
                      <a:pt x="592" y="0"/>
                    </a:lnTo>
                    <a:lnTo>
                      <a:pt x="599" y="0"/>
                    </a:lnTo>
                    <a:lnTo>
                      <a:pt x="599" y="0"/>
                    </a:lnTo>
                    <a:lnTo>
                      <a:pt x="605" y="1"/>
                    </a:lnTo>
                    <a:lnTo>
                      <a:pt x="610" y="4"/>
                    </a:lnTo>
                    <a:lnTo>
                      <a:pt x="614" y="8"/>
                    </a:lnTo>
                    <a:lnTo>
                      <a:pt x="620" y="13"/>
                    </a:lnTo>
                    <a:lnTo>
                      <a:pt x="628" y="25"/>
                    </a:lnTo>
                    <a:lnTo>
                      <a:pt x="636" y="36"/>
                    </a:lnTo>
                    <a:lnTo>
                      <a:pt x="645" y="48"/>
                    </a:lnTo>
                    <a:lnTo>
                      <a:pt x="653" y="61"/>
                    </a:lnTo>
                    <a:lnTo>
                      <a:pt x="663" y="70"/>
                    </a:lnTo>
                    <a:lnTo>
                      <a:pt x="668" y="73"/>
                    </a:lnTo>
                    <a:lnTo>
                      <a:pt x="674" y="76"/>
                    </a:lnTo>
                    <a:lnTo>
                      <a:pt x="674" y="76"/>
                    </a:lnTo>
                    <a:lnTo>
                      <a:pt x="679" y="79"/>
                    </a:lnTo>
                    <a:lnTo>
                      <a:pt x="686" y="79"/>
                    </a:lnTo>
                    <a:lnTo>
                      <a:pt x="700" y="80"/>
                    </a:lnTo>
                    <a:lnTo>
                      <a:pt x="714" y="77"/>
                    </a:lnTo>
                    <a:lnTo>
                      <a:pt x="728" y="74"/>
                    </a:lnTo>
                    <a:lnTo>
                      <a:pt x="743" y="72"/>
                    </a:lnTo>
                    <a:lnTo>
                      <a:pt x="757" y="70"/>
                    </a:lnTo>
                    <a:lnTo>
                      <a:pt x="764" y="70"/>
                    </a:lnTo>
                    <a:lnTo>
                      <a:pt x="770" y="70"/>
                    </a:lnTo>
                    <a:lnTo>
                      <a:pt x="776" y="73"/>
                    </a:lnTo>
                    <a:lnTo>
                      <a:pt x="782" y="76"/>
                    </a:lnTo>
                    <a:lnTo>
                      <a:pt x="782" y="76"/>
                    </a:lnTo>
                    <a:lnTo>
                      <a:pt x="786" y="80"/>
                    </a:lnTo>
                    <a:lnTo>
                      <a:pt x="790" y="84"/>
                    </a:lnTo>
                    <a:lnTo>
                      <a:pt x="793" y="90"/>
                    </a:lnTo>
                    <a:lnTo>
                      <a:pt x="796" y="95"/>
                    </a:lnTo>
                    <a:lnTo>
                      <a:pt x="800" y="109"/>
                    </a:lnTo>
                    <a:lnTo>
                      <a:pt x="803" y="124"/>
                    </a:lnTo>
                    <a:lnTo>
                      <a:pt x="806" y="138"/>
                    </a:lnTo>
                    <a:lnTo>
                      <a:pt x="810" y="152"/>
                    </a:lnTo>
                    <a:lnTo>
                      <a:pt x="814" y="164"/>
                    </a:lnTo>
                    <a:lnTo>
                      <a:pt x="818" y="170"/>
                    </a:lnTo>
                    <a:lnTo>
                      <a:pt x="822" y="174"/>
                    </a:lnTo>
                    <a:lnTo>
                      <a:pt x="822" y="174"/>
                    </a:lnTo>
                    <a:lnTo>
                      <a:pt x="826" y="180"/>
                    </a:lnTo>
                    <a:lnTo>
                      <a:pt x="832" y="182"/>
                    </a:lnTo>
                    <a:lnTo>
                      <a:pt x="844" y="188"/>
                    </a:lnTo>
                    <a:lnTo>
                      <a:pt x="858" y="191"/>
                    </a:lnTo>
                    <a:lnTo>
                      <a:pt x="873" y="194"/>
                    </a:lnTo>
                    <a:lnTo>
                      <a:pt x="887" y="198"/>
                    </a:lnTo>
                    <a:lnTo>
                      <a:pt x="901" y="200"/>
                    </a:lnTo>
                    <a:lnTo>
                      <a:pt x="908" y="203"/>
                    </a:lnTo>
                    <a:lnTo>
                      <a:pt x="914" y="207"/>
                    </a:lnTo>
                    <a:lnTo>
                      <a:pt x="918" y="210"/>
                    </a:lnTo>
                    <a:lnTo>
                      <a:pt x="922" y="216"/>
                    </a:lnTo>
                    <a:lnTo>
                      <a:pt x="922" y="216"/>
                    </a:lnTo>
                    <a:lnTo>
                      <a:pt x="925" y="221"/>
                    </a:lnTo>
                    <a:lnTo>
                      <a:pt x="926" y="227"/>
                    </a:lnTo>
                    <a:lnTo>
                      <a:pt x="927" y="234"/>
                    </a:lnTo>
                    <a:lnTo>
                      <a:pt x="927" y="241"/>
                    </a:lnTo>
                    <a:lnTo>
                      <a:pt x="926" y="255"/>
                    </a:lnTo>
                    <a:lnTo>
                      <a:pt x="923" y="268"/>
                    </a:lnTo>
                    <a:lnTo>
                      <a:pt x="921" y="284"/>
                    </a:lnTo>
                    <a:lnTo>
                      <a:pt x="918" y="297"/>
                    </a:lnTo>
                    <a:lnTo>
                      <a:pt x="918" y="311"/>
                    </a:lnTo>
                    <a:lnTo>
                      <a:pt x="919" y="317"/>
                    </a:lnTo>
                    <a:lnTo>
                      <a:pt x="922" y="322"/>
                    </a:lnTo>
                    <a:lnTo>
                      <a:pt x="922" y="322"/>
                    </a:lnTo>
                    <a:lnTo>
                      <a:pt x="923" y="329"/>
                    </a:lnTo>
                    <a:lnTo>
                      <a:pt x="927" y="333"/>
                    </a:lnTo>
                    <a:lnTo>
                      <a:pt x="937" y="343"/>
                    </a:lnTo>
                    <a:lnTo>
                      <a:pt x="948" y="351"/>
                    </a:lnTo>
                    <a:lnTo>
                      <a:pt x="961" y="360"/>
                    </a:lnTo>
                    <a:lnTo>
                      <a:pt x="973" y="368"/>
                    </a:lnTo>
                    <a:lnTo>
                      <a:pt x="984" y="378"/>
                    </a:lnTo>
                    <a:lnTo>
                      <a:pt x="988" y="382"/>
                    </a:lnTo>
                    <a:lnTo>
                      <a:pt x="993" y="388"/>
                    </a:lnTo>
                    <a:lnTo>
                      <a:pt x="995" y="393"/>
                    </a:lnTo>
                    <a:lnTo>
                      <a:pt x="998" y="399"/>
                    </a:lnTo>
                    <a:lnTo>
                      <a:pt x="998" y="399"/>
                    </a:lnTo>
                    <a:lnTo>
                      <a:pt x="998" y="406"/>
                    </a:lnTo>
                    <a:lnTo>
                      <a:pt x="998" y="411"/>
                    </a:lnTo>
                    <a:lnTo>
                      <a:pt x="995" y="417"/>
                    </a:lnTo>
                    <a:lnTo>
                      <a:pt x="994" y="424"/>
                    </a:lnTo>
                    <a:lnTo>
                      <a:pt x="987" y="436"/>
                    </a:lnTo>
                    <a:lnTo>
                      <a:pt x="979" y="448"/>
                    </a:lnTo>
                    <a:lnTo>
                      <a:pt x="970" y="461"/>
                    </a:lnTo>
                    <a:lnTo>
                      <a:pt x="962" y="473"/>
                    </a:lnTo>
                    <a:lnTo>
                      <a:pt x="958" y="486"/>
                    </a:lnTo>
                    <a:lnTo>
                      <a:pt x="957" y="491"/>
                    </a:lnTo>
                    <a:lnTo>
                      <a:pt x="957" y="498"/>
                    </a:lnTo>
                    <a:lnTo>
                      <a:pt x="957" y="498"/>
                    </a:lnTo>
                    <a:lnTo>
                      <a:pt x="957" y="504"/>
                    </a:lnTo>
                    <a:lnTo>
                      <a:pt x="958" y="511"/>
                    </a:lnTo>
                    <a:lnTo>
                      <a:pt x="962" y="523"/>
                    </a:lnTo>
                    <a:lnTo>
                      <a:pt x="970" y="536"/>
                    </a:lnTo>
                    <a:lnTo>
                      <a:pt x="979" y="547"/>
                    </a:lnTo>
                    <a:lnTo>
                      <a:pt x="987" y="559"/>
                    </a:lnTo>
                    <a:lnTo>
                      <a:pt x="994" y="572"/>
                    </a:lnTo>
                    <a:lnTo>
                      <a:pt x="995" y="579"/>
                    </a:lnTo>
                    <a:lnTo>
                      <a:pt x="998" y="584"/>
                    </a:lnTo>
                    <a:lnTo>
                      <a:pt x="998" y="591"/>
                    </a:lnTo>
                    <a:lnTo>
                      <a:pt x="998" y="597"/>
                    </a:lnTo>
                    <a:lnTo>
                      <a:pt x="998" y="597"/>
                    </a:lnTo>
                    <a:lnTo>
                      <a:pt x="995" y="602"/>
                    </a:lnTo>
                    <a:lnTo>
                      <a:pt x="993" y="608"/>
                    </a:lnTo>
                    <a:lnTo>
                      <a:pt x="988" y="613"/>
                    </a:lnTo>
                    <a:lnTo>
                      <a:pt x="984" y="619"/>
                    </a:lnTo>
                    <a:lnTo>
                      <a:pt x="973" y="627"/>
                    </a:lnTo>
                    <a:lnTo>
                      <a:pt x="961" y="636"/>
                    </a:lnTo>
                    <a:lnTo>
                      <a:pt x="948" y="644"/>
                    </a:lnTo>
                    <a:lnTo>
                      <a:pt x="937" y="652"/>
                    </a:lnTo>
                    <a:lnTo>
                      <a:pt x="927" y="662"/>
                    </a:lnTo>
                    <a:lnTo>
                      <a:pt x="923" y="667"/>
                    </a:lnTo>
                    <a:lnTo>
                      <a:pt x="922" y="673"/>
                    </a:lnTo>
                    <a:lnTo>
                      <a:pt x="922" y="673"/>
                    </a:lnTo>
                    <a:lnTo>
                      <a:pt x="919" y="678"/>
                    </a:lnTo>
                    <a:lnTo>
                      <a:pt x="918" y="685"/>
                    </a:lnTo>
                    <a:lnTo>
                      <a:pt x="918" y="698"/>
                    </a:lnTo>
                    <a:lnTo>
                      <a:pt x="921" y="712"/>
                    </a:lnTo>
                    <a:lnTo>
                      <a:pt x="923" y="727"/>
                    </a:lnTo>
                    <a:lnTo>
                      <a:pt x="926" y="742"/>
                    </a:lnTo>
                    <a:lnTo>
                      <a:pt x="927" y="756"/>
                    </a:lnTo>
                    <a:lnTo>
                      <a:pt x="927" y="763"/>
                    </a:lnTo>
                    <a:lnTo>
                      <a:pt x="926" y="769"/>
                    </a:lnTo>
                    <a:lnTo>
                      <a:pt x="925" y="774"/>
                    </a:lnTo>
                    <a:lnTo>
                      <a:pt x="922" y="780"/>
                    </a:lnTo>
                    <a:lnTo>
                      <a:pt x="922" y="780"/>
                    </a:lnTo>
                    <a:lnTo>
                      <a:pt x="918" y="785"/>
                    </a:lnTo>
                    <a:lnTo>
                      <a:pt x="914" y="789"/>
                    </a:lnTo>
                    <a:lnTo>
                      <a:pt x="908" y="792"/>
                    </a:lnTo>
                    <a:lnTo>
                      <a:pt x="901" y="795"/>
                    </a:lnTo>
                    <a:lnTo>
                      <a:pt x="887" y="799"/>
                    </a:lnTo>
                    <a:lnTo>
                      <a:pt x="873" y="802"/>
                    </a:lnTo>
                    <a:lnTo>
                      <a:pt x="858" y="805"/>
                    </a:lnTo>
                    <a:lnTo>
                      <a:pt x="844" y="807"/>
                    </a:lnTo>
                    <a:lnTo>
                      <a:pt x="832" y="813"/>
                    </a:lnTo>
                    <a:lnTo>
                      <a:pt x="826" y="817"/>
                    </a:lnTo>
                    <a:lnTo>
                      <a:pt x="822" y="821"/>
                    </a:lnTo>
                    <a:lnTo>
                      <a:pt x="822" y="821"/>
                    </a:lnTo>
                    <a:lnTo>
                      <a:pt x="818" y="825"/>
                    </a:lnTo>
                    <a:lnTo>
                      <a:pt x="815" y="831"/>
                    </a:lnTo>
                    <a:lnTo>
                      <a:pt x="810" y="843"/>
                    </a:lnTo>
                    <a:lnTo>
                      <a:pt x="806" y="857"/>
                    </a:lnTo>
                    <a:lnTo>
                      <a:pt x="803" y="871"/>
                    </a:lnTo>
                    <a:lnTo>
                      <a:pt x="800" y="886"/>
                    </a:lnTo>
                    <a:lnTo>
                      <a:pt x="796" y="900"/>
                    </a:lnTo>
                    <a:lnTo>
                      <a:pt x="793" y="906"/>
                    </a:lnTo>
                    <a:lnTo>
                      <a:pt x="790" y="911"/>
                    </a:lnTo>
                    <a:lnTo>
                      <a:pt x="786" y="917"/>
                    </a:lnTo>
                    <a:lnTo>
                      <a:pt x="782" y="920"/>
                    </a:lnTo>
                    <a:lnTo>
                      <a:pt x="782" y="920"/>
                    </a:lnTo>
                    <a:lnTo>
                      <a:pt x="776" y="924"/>
                    </a:lnTo>
                    <a:lnTo>
                      <a:pt x="770" y="925"/>
                    </a:lnTo>
                    <a:lnTo>
                      <a:pt x="764" y="926"/>
                    </a:lnTo>
                    <a:lnTo>
                      <a:pt x="757" y="926"/>
                    </a:lnTo>
                    <a:lnTo>
                      <a:pt x="743" y="925"/>
                    </a:lnTo>
                    <a:lnTo>
                      <a:pt x="728" y="921"/>
                    </a:lnTo>
                    <a:lnTo>
                      <a:pt x="714" y="918"/>
                    </a:lnTo>
                    <a:lnTo>
                      <a:pt x="700" y="917"/>
                    </a:lnTo>
                    <a:lnTo>
                      <a:pt x="686" y="917"/>
                    </a:lnTo>
                    <a:lnTo>
                      <a:pt x="679" y="918"/>
                    </a:lnTo>
                    <a:lnTo>
                      <a:pt x="674" y="920"/>
                    </a:lnTo>
                    <a:lnTo>
                      <a:pt x="674" y="920"/>
                    </a:lnTo>
                    <a:lnTo>
                      <a:pt x="668" y="922"/>
                    </a:lnTo>
                    <a:lnTo>
                      <a:pt x="663" y="926"/>
                    </a:lnTo>
                    <a:lnTo>
                      <a:pt x="653" y="935"/>
                    </a:lnTo>
                    <a:lnTo>
                      <a:pt x="645" y="947"/>
                    </a:lnTo>
                    <a:lnTo>
                      <a:pt x="636" y="960"/>
                    </a:lnTo>
                    <a:lnTo>
                      <a:pt x="628" y="972"/>
                    </a:lnTo>
                    <a:lnTo>
                      <a:pt x="620" y="983"/>
                    </a:lnTo>
                    <a:lnTo>
                      <a:pt x="614" y="987"/>
                    </a:lnTo>
                    <a:lnTo>
                      <a:pt x="610" y="992"/>
                    </a:lnTo>
                    <a:lnTo>
                      <a:pt x="605" y="994"/>
                    </a:lnTo>
                    <a:lnTo>
                      <a:pt x="599" y="996"/>
                    </a:lnTo>
                    <a:lnTo>
                      <a:pt x="599" y="996"/>
                    </a:lnTo>
                    <a:lnTo>
                      <a:pt x="592" y="997"/>
                    </a:lnTo>
                    <a:lnTo>
                      <a:pt x="587" y="996"/>
                    </a:lnTo>
                    <a:lnTo>
                      <a:pt x="580" y="994"/>
                    </a:lnTo>
                    <a:lnTo>
                      <a:pt x="574" y="992"/>
                    </a:lnTo>
                    <a:lnTo>
                      <a:pt x="562" y="985"/>
                    </a:lnTo>
                    <a:lnTo>
                      <a:pt x="549" y="976"/>
                    </a:lnTo>
                    <a:lnTo>
                      <a:pt x="537" y="968"/>
                    </a:lnTo>
                    <a:lnTo>
                      <a:pt x="524" y="961"/>
                    </a:lnTo>
                    <a:lnTo>
                      <a:pt x="512" y="956"/>
                    </a:lnTo>
                    <a:lnTo>
                      <a:pt x="506" y="956"/>
                    </a:lnTo>
                    <a:lnTo>
                      <a:pt x="499" y="954"/>
                    </a:lnTo>
                    <a:lnTo>
                      <a:pt x="499" y="954"/>
                    </a:lnTo>
                    <a:lnTo>
                      <a:pt x="494" y="956"/>
                    </a:lnTo>
                    <a:lnTo>
                      <a:pt x="487" y="956"/>
                    </a:lnTo>
                    <a:lnTo>
                      <a:pt x="474" y="961"/>
                    </a:lnTo>
                    <a:lnTo>
                      <a:pt x="462" y="968"/>
                    </a:lnTo>
                    <a:lnTo>
                      <a:pt x="449" y="976"/>
                    </a:lnTo>
                    <a:lnTo>
                      <a:pt x="437" y="985"/>
                    </a:lnTo>
                    <a:lnTo>
                      <a:pt x="424" y="992"/>
                    </a:lnTo>
                    <a:lnTo>
                      <a:pt x="419" y="994"/>
                    </a:lnTo>
                    <a:lnTo>
                      <a:pt x="412" y="996"/>
                    </a:lnTo>
                    <a:lnTo>
                      <a:pt x="406" y="997"/>
                    </a:lnTo>
                    <a:lnTo>
                      <a:pt x="400" y="996"/>
                    </a:lnTo>
                    <a:lnTo>
                      <a:pt x="400" y="996"/>
                    </a:lnTo>
                    <a:lnTo>
                      <a:pt x="394" y="994"/>
                    </a:lnTo>
                    <a:lnTo>
                      <a:pt x="388" y="992"/>
                    </a:lnTo>
                    <a:lnTo>
                      <a:pt x="384" y="987"/>
                    </a:lnTo>
                    <a:lnTo>
                      <a:pt x="379" y="983"/>
                    </a:lnTo>
                    <a:lnTo>
                      <a:pt x="370" y="972"/>
                    </a:lnTo>
                    <a:lnTo>
                      <a:pt x="362" y="960"/>
                    </a:lnTo>
                    <a:lnTo>
                      <a:pt x="354" y="947"/>
                    </a:lnTo>
                    <a:lnTo>
                      <a:pt x="346" y="935"/>
                    </a:lnTo>
                    <a:lnTo>
                      <a:pt x="336" y="926"/>
                    </a:lnTo>
                    <a:lnTo>
                      <a:pt x="330" y="922"/>
                    </a:lnTo>
                    <a:lnTo>
                      <a:pt x="325" y="920"/>
                    </a:lnTo>
                    <a:lnTo>
                      <a:pt x="325" y="920"/>
                    </a:lnTo>
                    <a:lnTo>
                      <a:pt x="319" y="918"/>
                    </a:lnTo>
                    <a:lnTo>
                      <a:pt x="312" y="917"/>
                    </a:lnTo>
                    <a:lnTo>
                      <a:pt x="298" y="917"/>
                    </a:lnTo>
                    <a:lnTo>
                      <a:pt x="285" y="918"/>
                    </a:lnTo>
                    <a:lnTo>
                      <a:pt x="271" y="921"/>
                    </a:lnTo>
                    <a:lnTo>
                      <a:pt x="255" y="925"/>
                    </a:lnTo>
                    <a:lnTo>
                      <a:pt x="242" y="926"/>
                    </a:lnTo>
                    <a:lnTo>
                      <a:pt x="235" y="926"/>
                    </a:lnTo>
                    <a:lnTo>
                      <a:pt x="229" y="925"/>
                    </a:lnTo>
                    <a:lnTo>
                      <a:pt x="222" y="924"/>
                    </a:lnTo>
                    <a:lnTo>
                      <a:pt x="217" y="920"/>
                    </a:lnTo>
                    <a:lnTo>
                      <a:pt x="217" y="920"/>
                    </a:lnTo>
                    <a:lnTo>
                      <a:pt x="212" y="917"/>
                    </a:lnTo>
                    <a:lnTo>
                      <a:pt x="208" y="911"/>
                    </a:lnTo>
                    <a:lnTo>
                      <a:pt x="206" y="906"/>
                    </a:lnTo>
                    <a:lnTo>
                      <a:pt x="203" y="900"/>
                    </a:lnTo>
                    <a:lnTo>
                      <a:pt x="199" y="886"/>
                    </a:lnTo>
                    <a:lnTo>
                      <a:pt x="196" y="872"/>
                    </a:lnTo>
                    <a:lnTo>
                      <a:pt x="193" y="857"/>
                    </a:lnTo>
                    <a:lnTo>
                      <a:pt x="189" y="843"/>
                    </a:lnTo>
                    <a:lnTo>
                      <a:pt x="183" y="831"/>
                    </a:lnTo>
                    <a:lnTo>
                      <a:pt x="181" y="825"/>
                    </a:lnTo>
                    <a:lnTo>
                      <a:pt x="176" y="821"/>
                    </a:lnTo>
                    <a:lnTo>
                      <a:pt x="176" y="821"/>
                    </a:lnTo>
                    <a:lnTo>
                      <a:pt x="172" y="817"/>
                    </a:lnTo>
                    <a:lnTo>
                      <a:pt x="167" y="813"/>
                    </a:lnTo>
                    <a:lnTo>
                      <a:pt x="154" y="807"/>
                    </a:lnTo>
                    <a:lnTo>
                      <a:pt x="140" y="805"/>
                    </a:lnTo>
                    <a:lnTo>
                      <a:pt x="125" y="802"/>
                    </a:lnTo>
                    <a:lnTo>
                      <a:pt x="111" y="799"/>
                    </a:lnTo>
                    <a:lnTo>
                      <a:pt x="97" y="795"/>
                    </a:lnTo>
                    <a:lnTo>
                      <a:pt x="91" y="792"/>
                    </a:lnTo>
                    <a:lnTo>
                      <a:pt x="85" y="789"/>
                    </a:lnTo>
                    <a:lnTo>
                      <a:pt x="81" y="785"/>
                    </a:lnTo>
                    <a:lnTo>
                      <a:pt x="77" y="780"/>
                    </a:lnTo>
                    <a:lnTo>
                      <a:pt x="77" y="780"/>
                    </a:lnTo>
                    <a:lnTo>
                      <a:pt x="74" y="774"/>
                    </a:lnTo>
                    <a:lnTo>
                      <a:pt x="73" y="769"/>
                    </a:lnTo>
                    <a:lnTo>
                      <a:pt x="71" y="763"/>
                    </a:lnTo>
                    <a:lnTo>
                      <a:pt x="71" y="756"/>
                    </a:lnTo>
                    <a:lnTo>
                      <a:pt x="73" y="742"/>
                    </a:lnTo>
                    <a:lnTo>
                      <a:pt x="75" y="727"/>
                    </a:lnTo>
                    <a:lnTo>
                      <a:pt x="78" y="713"/>
                    </a:lnTo>
                    <a:lnTo>
                      <a:pt x="81" y="698"/>
                    </a:lnTo>
                    <a:lnTo>
                      <a:pt x="81" y="685"/>
                    </a:lnTo>
                    <a:lnTo>
                      <a:pt x="79" y="678"/>
                    </a:lnTo>
                    <a:lnTo>
                      <a:pt x="77" y="673"/>
                    </a:lnTo>
                    <a:lnTo>
                      <a:pt x="77" y="673"/>
                    </a:lnTo>
                    <a:lnTo>
                      <a:pt x="75" y="667"/>
                    </a:lnTo>
                    <a:lnTo>
                      <a:pt x="71" y="662"/>
                    </a:lnTo>
                    <a:lnTo>
                      <a:pt x="61" y="652"/>
                    </a:lnTo>
                    <a:lnTo>
                      <a:pt x="50" y="644"/>
                    </a:lnTo>
                    <a:lnTo>
                      <a:pt x="38" y="636"/>
                    </a:lnTo>
                    <a:lnTo>
                      <a:pt x="25" y="627"/>
                    </a:lnTo>
                    <a:lnTo>
                      <a:pt x="14" y="619"/>
                    </a:lnTo>
                    <a:lnTo>
                      <a:pt x="10" y="613"/>
                    </a:lnTo>
                    <a:lnTo>
                      <a:pt x="6" y="608"/>
                    </a:lnTo>
                    <a:lnTo>
                      <a:pt x="3" y="602"/>
                    </a:lnTo>
                    <a:lnTo>
                      <a:pt x="0" y="597"/>
                    </a:lnTo>
                    <a:lnTo>
                      <a:pt x="0" y="597"/>
                    </a:lnTo>
                    <a:lnTo>
                      <a:pt x="0" y="591"/>
                    </a:lnTo>
                    <a:lnTo>
                      <a:pt x="0" y="584"/>
                    </a:lnTo>
                    <a:lnTo>
                      <a:pt x="3" y="579"/>
                    </a:lnTo>
                    <a:lnTo>
                      <a:pt x="5" y="572"/>
                    </a:lnTo>
                    <a:lnTo>
                      <a:pt x="12" y="559"/>
                    </a:lnTo>
                    <a:lnTo>
                      <a:pt x="20" y="548"/>
                    </a:lnTo>
                    <a:lnTo>
                      <a:pt x="28" y="536"/>
                    </a:lnTo>
                    <a:lnTo>
                      <a:pt x="37" y="523"/>
                    </a:lnTo>
                    <a:lnTo>
                      <a:pt x="41" y="511"/>
                    </a:lnTo>
                    <a:lnTo>
                      <a:pt x="42" y="504"/>
                    </a:lnTo>
                    <a:lnTo>
                      <a:pt x="42" y="498"/>
                    </a:lnTo>
                    <a:lnTo>
                      <a:pt x="42" y="498"/>
                    </a:lnTo>
                    <a:lnTo>
                      <a:pt x="42" y="491"/>
                    </a:lnTo>
                    <a:lnTo>
                      <a:pt x="41" y="486"/>
                    </a:lnTo>
                    <a:lnTo>
                      <a:pt x="37" y="473"/>
                    </a:lnTo>
                    <a:lnTo>
                      <a:pt x="28" y="461"/>
                    </a:lnTo>
                    <a:lnTo>
                      <a:pt x="20" y="448"/>
                    </a:lnTo>
                    <a:lnTo>
                      <a:pt x="12" y="436"/>
                    </a:lnTo>
                    <a:lnTo>
                      <a:pt x="5" y="424"/>
                    </a:lnTo>
                    <a:lnTo>
                      <a:pt x="3" y="418"/>
                    </a:lnTo>
                    <a:lnTo>
                      <a:pt x="0" y="411"/>
                    </a:lnTo>
                    <a:lnTo>
                      <a:pt x="0" y="406"/>
                    </a:lnTo>
                    <a:lnTo>
                      <a:pt x="0" y="399"/>
                    </a:lnTo>
                    <a:lnTo>
                      <a:pt x="0" y="399"/>
                    </a:lnTo>
                    <a:lnTo>
                      <a:pt x="3" y="393"/>
                    </a:lnTo>
                    <a:lnTo>
                      <a:pt x="6" y="388"/>
                    </a:lnTo>
                    <a:lnTo>
                      <a:pt x="10" y="382"/>
                    </a:lnTo>
                    <a:lnTo>
                      <a:pt x="14" y="378"/>
                    </a:lnTo>
                    <a:lnTo>
                      <a:pt x="25" y="368"/>
                    </a:lnTo>
                    <a:lnTo>
                      <a:pt x="38" y="360"/>
                    </a:lnTo>
                    <a:lnTo>
                      <a:pt x="50" y="353"/>
                    </a:lnTo>
                    <a:lnTo>
                      <a:pt x="61" y="343"/>
                    </a:lnTo>
                    <a:lnTo>
                      <a:pt x="71" y="333"/>
                    </a:lnTo>
                    <a:lnTo>
                      <a:pt x="74" y="329"/>
                    </a:lnTo>
                    <a:lnTo>
                      <a:pt x="77" y="322"/>
                    </a:lnTo>
                    <a:lnTo>
                      <a:pt x="77" y="322"/>
                    </a:lnTo>
                    <a:lnTo>
                      <a:pt x="79" y="317"/>
                    </a:lnTo>
                    <a:lnTo>
                      <a:pt x="81" y="311"/>
                    </a:lnTo>
                    <a:lnTo>
                      <a:pt x="81" y="297"/>
                    </a:lnTo>
                    <a:lnTo>
                      <a:pt x="78" y="284"/>
                    </a:lnTo>
                    <a:lnTo>
                      <a:pt x="75" y="268"/>
                    </a:lnTo>
                    <a:lnTo>
                      <a:pt x="73" y="255"/>
                    </a:lnTo>
                    <a:lnTo>
                      <a:pt x="71" y="241"/>
                    </a:lnTo>
                    <a:lnTo>
                      <a:pt x="71" y="234"/>
                    </a:lnTo>
                    <a:lnTo>
                      <a:pt x="73" y="227"/>
                    </a:lnTo>
                    <a:lnTo>
                      <a:pt x="74" y="221"/>
                    </a:lnTo>
                    <a:lnTo>
                      <a:pt x="77" y="216"/>
                    </a:lnTo>
                    <a:lnTo>
                      <a:pt x="77" y="216"/>
                    </a:lnTo>
                    <a:lnTo>
                      <a:pt x="81" y="210"/>
                    </a:lnTo>
                    <a:lnTo>
                      <a:pt x="85" y="207"/>
                    </a:lnTo>
                    <a:lnTo>
                      <a:pt x="91" y="203"/>
                    </a:lnTo>
                    <a:lnTo>
                      <a:pt x="97" y="200"/>
                    </a:lnTo>
                    <a:lnTo>
                      <a:pt x="111" y="198"/>
                    </a:lnTo>
                    <a:lnTo>
                      <a:pt x="125" y="194"/>
                    </a:lnTo>
                    <a:lnTo>
                      <a:pt x="140" y="191"/>
                    </a:lnTo>
                    <a:lnTo>
                      <a:pt x="154" y="188"/>
                    </a:lnTo>
                    <a:lnTo>
                      <a:pt x="167" y="182"/>
                    </a:lnTo>
                    <a:lnTo>
                      <a:pt x="172" y="180"/>
                    </a:lnTo>
                    <a:lnTo>
                      <a:pt x="176" y="174"/>
                    </a:lnTo>
                    <a:lnTo>
                      <a:pt x="176" y="174"/>
                    </a:lnTo>
                    <a:lnTo>
                      <a:pt x="181" y="170"/>
                    </a:lnTo>
                    <a:lnTo>
                      <a:pt x="183" y="164"/>
                    </a:lnTo>
                    <a:lnTo>
                      <a:pt x="189" y="153"/>
                    </a:lnTo>
                    <a:lnTo>
                      <a:pt x="193" y="138"/>
                    </a:lnTo>
                    <a:lnTo>
                      <a:pt x="196" y="124"/>
                    </a:lnTo>
                    <a:lnTo>
                      <a:pt x="199" y="109"/>
                    </a:lnTo>
                    <a:lnTo>
                      <a:pt x="203" y="95"/>
                    </a:lnTo>
                    <a:lnTo>
                      <a:pt x="206" y="90"/>
                    </a:lnTo>
                    <a:lnTo>
                      <a:pt x="208" y="84"/>
                    </a:lnTo>
                    <a:lnTo>
                      <a:pt x="212" y="80"/>
                    </a:lnTo>
                    <a:lnTo>
                      <a:pt x="217" y="76"/>
                    </a:lnTo>
                    <a:lnTo>
                      <a:pt x="217" y="76"/>
                    </a:lnTo>
                    <a:lnTo>
                      <a:pt x="222" y="73"/>
                    </a:lnTo>
                    <a:lnTo>
                      <a:pt x="229" y="70"/>
                    </a:lnTo>
                    <a:lnTo>
                      <a:pt x="235" y="70"/>
                    </a:lnTo>
                    <a:lnTo>
                      <a:pt x="242" y="70"/>
                    </a:lnTo>
                    <a:lnTo>
                      <a:pt x="255" y="72"/>
                    </a:lnTo>
                    <a:lnTo>
                      <a:pt x="271" y="74"/>
                    </a:lnTo>
                    <a:lnTo>
                      <a:pt x="285" y="77"/>
                    </a:lnTo>
                    <a:lnTo>
                      <a:pt x="298" y="80"/>
                    </a:lnTo>
                    <a:lnTo>
                      <a:pt x="312" y="80"/>
                    </a:lnTo>
                    <a:lnTo>
                      <a:pt x="319" y="79"/>
                    </a:lnTo>
                    <a:lnTo>
                      <a:pt x="325" y="76"/>
                    </a:lnTo>
                    <a:lnTo>
                      <a:pt x="325" y="76"/>
                    </a:lnTo>
                    <a:lnTo>
                      <a:pt x="330" y="73"/>
                    </a:lnTo>
                    <a:lnTo>
                      <a:pt x="336" y="70"/>
                    </a:lnTo>
                    <a:lnTo>
                      <a:pt x="346" y="61"/>
                    </a:lnTo>
                    <a:lnTo>
                      <a:pt x="354" y="49"/>
                    </a:lnTo>
                    <a:lnTo>
                      <a:pt x="362" y="36"/>
                    </a:lnTo>
                    <a:lnTo>
                      <a:pt x="370" y="25"/>
                    </a:lnTo>
                    <a:lnTo>
                      <a:pt x="379" y="13"/>
                    </a:lnTo>
                    <a:lnTo>
                      <a:pt x="384" y="8"/>
                    </a:lnTo>
                    <a:lnTo>
                      <a:pt x="388" y="4"/>
                    </a:lnTo>
                    <a:lnTo>
                      <a:pt x="394" y="1"/>
                    </a:lnTo>
                    <a:lnTo>
                      <a:pt x="400" y="0"/>
                    </a:lnTo>
                    <a:lnTo>
                      <a:pt x="400" y="0"/>
                    </a:lnTo>
                    <a:lnTo>
                      <a:pt x="406" y="0"/>
                    </a:lnTo>
                    <a:lnTo>
                      <a:pt x="412" y="0"/>
                    </a:lnTo>
                    <a:lnTo>
                      <a:pt x="419" y="1"/>
                    </a:lnTo>
                    <a:lnTo>
                      <a:pt x="424" y="4"/>
                    </a:lnTo>
                    <a:lnTo>
                      <a:pt x="437" y="11"/>
                    </a:lnTo>
                    <a:lnTo>
                      <a:pt x="449" y="19"/>
                    </a:lnTo>
                    <a:lnTo>
                      <a:pt x="462" y="27"/>
                    </a:lnTo>
                    <a:lnTo>
                      <a:pt x="474" y="34"/>
                    </a:lnTo>
                    <a:lnTo>
                      <a:pt x="487" y="40"/>
                    </a:lnTo>
                    <a:lnTo>
                      <a:pt x="492" y="41"/>
                    </a:lnTo>
                    <a:lnTo>
                      <a:pt x="499" y="41"/>
                    </a:lnTo>
                    <a:lnTo>
                      <a:pt x="499" y="41"/>
                    </a:lnTo>
                    <a:close/>
                    <a:moveTo>
                      <a:pt x="634" y="173"/>
                    </a:moveTo>
                    <a:lnTo>
                      <a:pt x="634" y="173"/>
                    </a:lnTo>
                    <a:lnTo>
                      <a:pt x="613" y="164"/>
                    </a:lnTo>
                    <a:lnTo>
                      <a:pt x="591" y="158"/>
                    </a:lnTo>
                    <a:lnTo>
                      <a:pt x="569" y="152"/>
                    </a:lnTo>
                    <a:lnTo>
                      <a:pt x="546" y="148"/>
                    </a:lnTo>
                    <a:lnTo>
                      <a:pt x="526" y="146"/>
                    </a:lnTo>
                    <a:lnTo>
                      <a:pt x="503" y="145"/>
                    </a:lnTo>
                    <a:lnTo>
                      <a:pt x="483" y="145"/>
                    </a:lnTo>
                    <a:lnTo>
                      <a:pt x="461" y="148"/>
                    </a:lnTo>
                    <a:lnTo>
                      <a:pt x="440" y="151"/>
                    </a:lnTo>
                    <a:lnTo>
                      <a:pt x="419" y="155"/>
                    </a:lnTo>
                    <a:lnTo>
                      <a:pt x="400" y="160"/>
                    </a:lnTo>
                    <a:lnTo>
                      <a:pt x="379" y="167"/>
                    </a:lnTo>
                    <a:lnTo>
                      <a:pt x="359" y="174"/>
                    </a:lnTo>
                    <a:lnTo>
                      <a:pt x="340" y="184"/>
                    </a:lnTo>
                    <a:lnTo>
                      <a:pt x="322" y="194"/>
                    </a:lnTo>
                    <a:lnTo>
                      <a:pt x="304" y="205"/>
                    </a:lnTo>
                    <a:lnTo>
                      <a:pt x="287" y="216"/>
                    </a:lnTo>
                    <a:lnTo>
                      <a:pt x="271" y="230"/>
                    </a:lnTo>
                    <a:lnTo>
                      <a:pt x="255" y="243"/>
                    </a:lnTo>
                    <a:lnTo>
                      <a:pt x="240" y="259"/>
                    </a:lnTo>
                    <a:lnTo>
                      <a:pt x="226" y="274"/>
                    </a:lnTo>
                    <a:lnTo>
                      <a:pt x="214" y="291"/>
                    </a:lnTo>
                    <a:lnTo>
                      <a:pt x="201" y="309"/>
                    </a:lnTo>
                    <a:lnTo>
                      <a:pt x="192" y="327"/>
                    </a:lnTo>
                    <a:lnTo>
                      <a:pt x="181" y="345"/>
                    </a:lnTo>
                    <a:lnTo>
                      <a:pt x="172" y="364"/>
                    </a:lnTo>
                    <a:lnTo>
                      <a:pt x="165" y="385"/>
                    </a:lnTo>
                    <a:lnTo>
                      <a:pt x="158" y="406"/>
                    </a:lnTo>
                    <a:lnTo>
                      <a:pt x="154" y="428"/>
                    </a:lnTo>
                    <a:lnTo>
                      <a:pt x="150" y="450"/>
                    </a:lnTo>
                    <a:lnTo>
                      <a:pt x="147" y="472"/>
                    </a:lnTo>
                    <a:lnTo>
                      <a:pt x="146" y="496"/>
                    </a:lnTo>
                    <a:lnTo>
                      <a:pt x="146" y="496"/>
                    </a:lnTo>
                    <a:lnTo>
                      <a:pt x="147" y="519"/>
                    </a:lnTo>
                    <a:lnTo>
                      <a:pt x="149" y="541"/>
                    </a:lnTo>
                    <a:lnTo>
                      <a:pt x="153" y="563"/>
                    </a:lnTo>
                    <a:lnTo>
                      <a:pt x="157" y="586"/>
                    </a:lnTo>
                    <a:lnTo>
                      <a:pt x="164" y="606"/>
                    </a:lnTo>
                    <a:lnTo>
                      <a:pt x="171" y="627"/>
                    </a:lnTo>
                    <a:lnTo>
                      <a:pt x="179" y="647"/>
                    </a:lnTo>
                    <a:lnTo>
                      <a:pt x="189" y="666"/>
                    </a:lnTo>
                    <a:lnTo>
                      <a:pt x="200" y="684"/>
                    </a:lnTo>
                    <a:lnTo>
                      <a:pt x="212" y="702"/>
                    </a:lnTo>
                    <a:lnTo>
                      <a:pt x="225" y="719"/>
                    </a:lnTo>
                    <a:lnTo>
                      <a:pt x="239" y="735"/>
                    </a:lnTo>
                    <a:lnTo>
                      <a:pt x="253" y="750"/>
                    </a:lnTo>
                    <a:lnTo>
                      <a:pt x="269" y="764"/>
                    </a:lnTo>
                    <a:lnTo>
                      <a:pt x="285" y="778"/>
                    </a:lnTo>
                    <a:lnTo>
                      <a:pt x="303" y="789"/>
                    </a:lnTo>
                    <a:lnTo>
                      <a:pt x="321" y="802"/>
                    </a:lnTo>
                    <a:lnTo>
                      <a:pt x="339" y="811"/>
                    </a:lnTo>
                    <a:lnTo>
                      <a:pt x="358" y="821"/>
                    </a:lnTo>
                    <a:lnTo>
                      <a:pt x="377" y="828"/>
                    </a:lnTo>
                    <a:lnTo>
                      <a:pt x="397" y="835"/>
                    </a:lnTo>
                    <a:lnTo>
                      <a:pt x="418" y="841"/>
                    </a:lnTo>
                    <a:lnTo>
                      <a:pt x="438" y="845"/>
                    </a:lnTo>
                    <a:lnTo>
                      <a:pt x="459" y="849"/>
                    </a:lnTo>
                    <a:lnTo>
                      <a:pt x="481" y="850"/>
                    </a:lnTo>
                    <a:lnTo>
                      <a:pt x="502" y="850"/>
                    </a:lnTo>
                    <a:lnTo>
                      <a:pt x="524" y="850"/>
                    </a:lnTo>
                    <a:lnTo>
                      <a:pt x="546" y="847"/>
                    </a:lnTo>
                    <a:lnTo>
                      <a:pt x="569" y="843"/>
                    </a:lnTo>
                    <a:lnTo>
                      <a:pt x="591" y="839"/>
                    </a:lnTo>
                    <a:lnTo>
                      <a:pt x="613" y="832"/>
                    </a:lnTo>
                    <a:lnTo>
                      <a:pt x="634" y="824"/>
                    </a:lnTo>
                    <a:lnTo>
                      <a:pt x="634" y="824"/>
                    </a:lnTo>
                    <a:lnTo>
                      <a:pt x="656" y="814"/>
                    </a:lnTo>
                    <a:lnTo>
                      <a:pt x="675" y="803"/>
                    </a:lnTo>
                    <a:lnTo>
                      <a:pt x="695" y="791"/>
                    </a:lnTo>
                    <a:lnTo>
                      <a:pt x="714" y="778"/>
                    </a:lnTo>
                    <a:lnTo>
                      <a:pt x="731" y="764"/>
                    </a:lnTo>
                    <a:lnTo>
                      <a:pt x="746" y="749"/>
                    </a:lnTo>
                    <a:lnTo>
                      <a:pt x="761" y="734"/>
                    </a:lnTo>
                    <a:lnTo>
                      <a:pt x="775" y="717"/>
                    </a:lnTo>
                    <a:lnTo>
                      <a:pt x="788" y="701"/>
                    </a:lnTo>
                    <a:lnTo>
                      <a:pt x="800" y="683"/>
                    </a:lnTo>
                    <a:lnTo>
                      <a:pt x="810" y="665"/>
                    </a:lnTo>
                    <a:lnTo>
                      <a:pt x="819" y="645"/>
                    </a:lnTo>
                    <a:lnTo>
                      <a:pt x="828" y="626"/>
                    </a:lnTo>
                    <a:lnTo>
                      <a:pt x="835" y="606"/>
                    </a:lnTo>
                    <a:lnTo>
                      <a:pt x="840" y="586"/>
                    </a:lnTo>
                    <a:lnTo>
                      <a:pt x="846" y="565"/>
                    </a:lnTo>
                    <a:lnTo>
                      <a:pt x="848" y="544"/>
                    </a:lnTo>
                    <a:lnTo>
                      <a:pt x="851" y="523"/>
                    </a:lnTo>
                    <a:lnTo>
                      <a:pt x="851" y="503"/>
                    </a:lnTo>
                    <a:lnTo>
                      <a:pt x="851" y="482"/>
                    </a:lnTo>
                    <a:lnTo>
                      <a:pt x="850" y="460"/>
                    </a:lnTo>
                    <a:lnTo>
                      <a:pt x="847" y="439"/>
                    </a:lnTo>
                    <a:lnTo>
                      <a:pt x="843" y="418"/>
                    </a:lnTo>
                    <a:lnTo>
                      <a:pt x="837" y="397"/>
                    </a:lnTo>
                    <a:lnTo>
                      <a:pt x="830" y="378"/>
                    </a:lnTo>
                    <a:lnTo>
                      <a:pt x="824" y="357"/>
                    </a:lnTo>
                    <a:lnTo>
                      <a:pt x="814" y="338"/>
                    </a:lnTo>
                    <a:lnTo>
                      <a:pt x="803" y="318"/>
                    </a:lnTo>
                    <a:lnTo>
                      <a:pt x="792" y="299"/>
                    </a:lnTo>
                    <a:lnTo>
                      <a:pt x="778" y="281"/>
                    </a:lnTo>
                    <a:lnTo>
                      <a:pt x="763" y="264"/>
                    </a:lnTo>
                    <a:lnTo>
                      <a:pt x="747" y="246"/>
                    </a:lnTo>
                    <a:lnTo>
                      <a:pt x="747" y="246"/>
                    </a:lnTo>
                    <a:lnTo>
                      <a:pt x="735" y="235"/>
                    </a:lnTo>
                    <a:lnTo>
                      <a:pt x="721" y="224"/>
                    </a:lnTo>
                    <a:lnTo>
                      <a:pt x="693" y="203"/>
                    </a:lnTo>
                    <a:lnTo>
                      <a:pt x="664" y="187"/>
                    </a:lnTo>
                    <a:lnTo>
                      <a:pt x="634" y="173"/>
                    </a:lnTo>
                    <a:lnTo>
                      <a:pt x="634" y="17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9" name="Freeform 174">
                <a:extLst>
                  <a:ext uri="{FF2B5EF4-FFF2-40B4-BE49-F238E27FC236}">
                    <a16:creationId xmlns:a16="http://schemas.microsoft.com/office/drawing/2014/main" id="{3AAA4BBD-3BFC-D18E-4BA7-37E86841B45B}"/>
                  </a:ext>
                </a:extLst>
              </p:cNvPr>
              <p:cNvSpPr>
                <a:spLocks noEditPoints="1"/>
              </p:cNvSpPr>
              <p:nvPr/>
            </p:nvSpPr>
            <p:spPr bwMode="auto">
              <a:xfrm>
                <a:off x="-8907463" y="4146550"/>
                <a:ext cx="458787" cy="458788"/>
              </a:xfrm>
              <a:custGeom>
                <a:avLst/>
                <a:gdLst/>
                <a:ahLst/>
                <a:cxnLst>
                  <a:cxn ang="0">
                    <a:pos x="318" y="1"/>
                  </a:cxn>
                  <a:cxn ang="0">
                    <a:pos x="402" y="22"/>
                  </a:cxn>
                  <a:cxn ang="0">
                    <a:pos x="474" y="66"/>
                  </a:cxn>
                  <a:cxn ang="0">
                    <a:pos x="529" y="127"/>
                  </a:cxn>
                  <a:cxn ang="0">
                    <a:pos x="565" y="203"/>
                  </a:cxn>
                  <a:cxn ang="0">
                    <a:pos x="579" y="289"/>
                  </a:cxn>
                  <a:cxn ang="0">
                    <a:pos x="572" y="348"/>
                  </a:cxn>
                  <a:cxn ang="0">
                    <a:pos x="544" y="427"/>
                  </a:cxn>
                  <a:cxn ang="0">
                    <a:pos x="494" y="493"/>
                  </a:cxn>
                  <a:cxn ang="0">
                    <a:pos x="426" y="543"/>
                  </a:cxn>
                  <a:cxn ang="0">
                    <a:pos x="348" y="572"/>
                  </a:cxn>
                  <a:cxn ang="0">
                    <a:pos x="289" y="578"/>
                  </a:cxn>
                  <a:cxn ang="0">
                    <a:pos x="203" y="565"/>
                  </a:cxn>
                  <a:cxn ang="0">
                    <a:pos x="127" y="529"/>
                  </a:cxn>
                  <a:cxn ang="0">
                    <a:pos x="66" y="472"/>
                  </a:cxn>
                  <a:cxn ang="0">
                    <a:pos x="23" y="402"/>
                  </a:cxn>
                  <a:cxn ang="0">
                    <a:pos x="1" y="318"/>
                  </a:cxn>
                  <a:cxn ang="0">
                    <a:pos x="1" y="259"/>
                  </a:cxn>
                  <a:cxn ang="0">
                    <a:pos x="23" y="176"/>
                  </a:cxn>
                  <a:cxn ang="0">
                    <a:pos x="66" y="105"/>
                  </a:cxn>
                  <a:cxn ang="0">
                    <a:pos x="127" y="50"/>
                  </a:cxn>
                  <a:cxn ang="0">
                    <a:pos x="203" y="12"/>
                  </a:cxn>
                  <a:cxn ang="0">
                    <a:pos x="289" y="0"/>
                  </a:cxn>
                  <a:cxn ang="0">
                    <a:pos x="357" y="194"/>
                  </a:cxn>
                  <a:cxn ang="0">
                    <a:pos x="481" y="209"/>
                  </a:cxn>
                  <a:cxn ang="0">
                    <a:pos x="493" y="221"/>
                  </a:cxn>
                  <a:cxn ang="0">
                    <a:pos x="493" y="234"/>
                  </a:cxn>
                  <a:cxn ang="0">
                    <a:pos x="400" y="324"/>
                  </a:cxn>
                  <a:cxn ang="0">
                    <a:pos x="424" y="446"/>
                  </a:cxn>
                  <a:cxn ang="0">
                    <a:pos x="415" y="461"/>
                  </a:cxn>
                  <a:cxn ang="0">
                    <a:pos x="404" y="465"/>
                  </a:cxn>
                  <a:cxn ang="0">
                    <a:pos x="289" y="404"/>
                  </a:cxn>
                  <a:cxn ang="0">
                    <a:pos x="181" y="465"/>
                  </a:cxn>
                  <a:cxn ang="0">
                    <a:pos x="163" y="461"/>
                  </a:cxn>
                  <a:cxn ang="0">
                    <a:pos x="156" y="451"/>
                  </a:cxn>
                  <a:cxn ang="0">
                    <a:pos x="178" y="324"/>
                  </a:cxn>
                  <a:cxn ang="0">
                    <a:pos x="88" y="239"/>
                  </a:cxn>
                  <a:cxn ang="0">
                    <a:pos x="86" y="221"/>
                  </a:cxn>
                  <a:cxn ang="0">
                    <a:pos x="93" y="212"/>
                  </a:cxn>
                  <a:cxn ang="0">
                    <a:pos x="221" y="194"/>
                  </a:cxn>
                  <a:cxn ang="0">
                    <a:pos x="274" y="82"/>
                  </a:cxn>
                  <a:cxn ang="0">
                    <a:pos x="289" y="75"/>
                  </a:cxn>
                  <a:cxn ang="0">
                    <a:pos x="300" y="77"/>
                  </a:cxn>
                  <a:cxn ang="0">
                    <a:pos x="309" y="87"/>
                  </a:cxn>
                </a:cxnLst>
                <a:rect l="0" t="0" r="r" b="b"/>
                <a:pathLst>
                  <a:path w="579" h="578">
                    <a:moveTo>
                      <a:pt x="289" y="0"/>
                    </a:moveTo>
                    <a:lnTo>
                      <a:pt x="289" y="0"/>
                    </a:lnTo>
                    <a:lnTo>
                      <a:pt x="318" y="1"/>
                    </a:lnTo>
                    <a:lnTo>
                      <a:pt x="348" y="5"/>
                    </a:lnTo>
                    <a:lnTo>
                      <a:pt x="375" y="12"/>
                    </a:lnTo>
                    <a:lnTo>
                      <a:pt x="402" y="22"/>
                    </a:lnTo>
                    <a:lnTo>
                      <a:pt x="426" y="34"/>
                    </a:lnTo>
                    <a:lnTo>
                      <a:pt x="451" y="50"/>
                    </a:lnTo>
                    <a:lnTo>
                      <a:pt x="474" y="66"/>
                    </a:lnTo>
                    <a:lnTo>
                      <a:pt x="494" y="84"/>
                    </a:lnTo>
                    <a:lnTo>
                      <a:pt x="512" y="105"/>
                    </a:lnTo>
                    <a:lnTo>
                      <a:pt x="529" y="127"/>
                    </a:lnTo>
                    <a:lnTo>
                      <a:pt x="544" y="151"/>
                    </a:lnTo>
                    <a:lnTo>
                      <a:pt x="555" y="176"/>
                    </a:lnTo>
                    <a:lnTo>
                      <a:pt x="565" y="203"/>
                    </a:lnTo>
                    <a:lnTo>
                      <a:pt x="572" y="231"/>
                    </a:lnTo>
                    <a:lnTo>
                      <a:pt x="578" y="259"/>
                    </a:lnTo>
                    <a:lnTo>
                      <a:pt x="579" y="289"/>
                    </a:lnTo>
                    <a:lnTo>
                      <a:pt x="579" y="289"/>
                    </a:lnTo>
                    <a:lnTo>
                      <a:pt x="578" y="318"/>
                    </a:lnTo>
                    <a:lnTo>
                      <a:pt x="572" y="348"/>
                    </a:lnTo>
                    <a:lnTo>
                      <a:pt x="565" y="375"/>
                    </a:lnTo>
                    <a:lnTo>
                      <a:pt x="555" y="402"/>
                    </a:lnTo>
                    <a:lnTo>
                      <a:pt x="544" y="427"/>
                    </a:lnTo>
                    <a:lnTo>
                      <a:pt x="529" y="450"/>
                    </a:lnTo>
                    <a:lnTo>
                      <a:pt x="512" y="472"/>
                    </a:lnTo>
                    <a:lnTo>
                      <a:pt x="494" y="493"/>
                    </a:lnTo>
                    <a:lnTo>
                      <a:pt x="474" y="512"/>
                    </a:lnTo>
                    <a:lnTo>
                      <a:pt x="451" y="529"/>
                    </a:lnTo>
                    <a:lnTo>
                      <a:pt x="426" y="543"/>
                    </a:lnTo>
                    <a:lnTo>
                      <a:pt x="402" y="555"/>
                    </a:lnTo>
                    <a:lnTo>
                      <a:pt x="375" y="565"/>
                    </a:lnTo>
                    <a:lnTo>
                      <a:pt x="348" y="572"/>
                    </a:lnTo>
                    <a:lnTo>
                      <a:pt x="318" y="576"/>
                    </a:lnTo>
                    <a:lnTo>
                      <a:pt x="289" y="578"/>
                    </a:lnTo>
                    <a:lnTo>
                      <a:pt x="289" y="578"/>
                    </a:lnTo>
                    <a:lnTo>
                      <a:pt x="260" y="576"/>
                    </a:lnTo>
                    <a:lnTo>
                      <a:pt x="231" y="572"/>
                    </a:lnTo>
                    <a:lnTo>
                      <a:pt x="203" y="565"/>
                    </a:lnTo>
                    <a:lnTo>
                      <a:pt x="177" y="555"/>
                    </a:lnTo>
                    <a:lnTo>
                      <a:pt x="152" y="543"/>
                    </a:lnTo>
                    <a:lnTo>
                      <a:pt x="127" y="529"/>
                    </a:lnTo>
                    <a:lnTo>
                      <a:pt x="105" y="512"/>
                    </a:lnTo>
                    <a:lnTo>
                      <a:pt x="84" y="493"/>
                    </a:lnTo>
                    <a:lnTo>
                      <a:pt x="66" y="472"/>
                    </a:lnTo>
                    <a:lnTo>
                      <a:pt x="50" y="450"/>
                    </a:lnTo>
                    <a:lnTo>
                      <a:pt x="34" y="427"/>
                    </a:lnTo>
                    <a:lnTo>
                      <a:pt x="23" y="402"/>
                    </a:lnTo>
                    <a:lnTo>
                      <a:pt x="14" y="375"/>
                    </a:lnTo>
                    <a:lnTo>
                      <a:pt x="7" y="348"/>
                    </a:lnTo>
                    <a:lnTo>
                      <a:pt x="1" y="318"/>
                    </a:lnTo>
                    <a:lnTo>
                      <a:pt x="0" y="289"/>
                    </a:lnTo>
                    <a:lnTo>
                      <a:pt x="0" y="289"/>
                    </a:lnTo>
                    <a:lnTo>
                      <a:pt x="1" y="259"/>
                    </a:lnTo>
                    <a:lnTo>
                      <a:pt x="7" y="231"/>
                    </a:lnTo>
                    <a:lnTo>
                      <a:pt x="14" y="203"/>
                    </a:lnTo>
                    <a:lnTo>
                      <a:pt x="23" y="176"/>
                    </a:lnTo>
                    <a:lnTo>
                      <a:pt x="34" y="151"/>
                    </a:lnTo>
                    <a:lnTo>
                      <a:pt x="50" y="127"/>
                    </a:lnTo>
                    <a:lnTo>
                      <a:pt x="66" y="105"/>
                    </a:lnTo>
                    <a:lnTo>
                      <a:pt x="84" y="84"/>
                    </a:lnTo>
                    <a:lnTo>
                      <a:pt x="105" y="66"/>
                    </a:lnTo>
                    <a:lnTo>
                      <a:pt x="127" y="50"/>
                    </a:lnTo>
                    <a:lnTo>
                      <a:pt x="152" y="34"/>
                    </a:lnTo>
                    <a:lnTo>
                      <a:pt x="177" y="22"/>
                    </a:lnTo>
                    <a:lnTo>
                      <a:pt x="203" y="12"/>
                    </a:lnTo>
                    <a:lnTo>
                      <a:pt x="231" y="5"/>
                    </a:lnTo>
                    <a:lnTo>
                      <a:pt x="260" y="1"/>
                    </a:lnTo>
                    <a:lnTo>
                      <a:pt x="289" y="0"/>
                    </a:lnTo>
                    <a:lnTo>
                      <a:pt x="289" y="0"/>
                    </a:lnTo>
                    <a:close/>
                    <a:moveTo>
                      <a:pt x="309" y="87"/>
                    </a:moveTo>
                    <a:lnTo>
                      <a:pt x="357" y="194"/>
                    </a:lnTo>
                    <a:lnTo>
                      <a:pt x="475" y="208"/>
                    </a:lnTo>
                    <a:lnTo>
                      <a:pt x="475" y="208"/>
                    </a:lnTo>
                    <a:lnTo>
                      <a:pt x="481" y="209"/>
                    </a:lnTo>
                    <a:lnTo>
                      <a:pt x="486" y="212"/>
                    </a:lnTo>
                    <a:lnTo>
                      <a:pt x="490" y="216"/>
                    </a:lnTo>
                    <a:lnTo>
                      <a:pt x="493" y="221"/>
                    </a:lnTo>
                    <a:lnTo>
                      <a:pt x="493" y="221"/>
                    </a:lnTo>
                    <a:lnTo>
                      <a:pt x="494" y="228"/>
                    </a:lnTo>
                    <a:lnTo>
                      <a:pt x="493" y="234"/>
                    </a:lnTo>
                    <a:lnTo>
                      <a:pt x="490" y="239"/>
                    </a:lnTo>
                    <a:lnTo>
                      <a:pt x="487" y="244"/>
                    </a:lnTo>
                    <a:lnTo>
                      <a:pt x="400" y="324"/>
                    </a:lnTo>
                    <a:lnTo>
                      <a:pt x="424" y="440"/>
                    </a:lnTo>
                    <a:lnTo>
                      <a:pt x="424" y="440"/>
                    </a:lnTo>
                    <a:lnTo>
                      <a:pt x="424" y="446"/>
                    </a:lnTo>
                    <a:lnTo>
                      <a:pt x="422" y="451"/>
                    </a:lnTo>
                    <a:lnTo>
                      <a:pt x="420" y="457"/>
                    </a:lnTo>
                    <a:lnTo>
                      <a:pt x="415" y="461"/>
                    </a:lnTo>
                    <a:lnTo>
                      <a:pt x="415" y="461"/>
                    </a:lnTo>
                    <a:lnTo>
                      <a:pt x="410" y="464"/>
                    </a:lnTo>
                    <a:lnTo>
                      <a:pt x="404" y="465"/>
                    </a:lnTo>
                    <a:lnTo>
                      <a:pt x="397" y="465"/>
                    </a:lnTo>
                    <a:lnTo>
                      <a:pt x="392" y="463"/>
                    </a:lnTo>
                    <a:lnTo>
                      <a:pt x="289" y="404"/>
                    </a:lnTo>
                    <a:lnTo>
                      <a:pt x="187" y="463"/>
                    </a:lnTo>
                    <a:lnTo>
                      <a:pt x="187" y="463"/>
                    </a:lnTo>
                    <a:lnTo>
                      <a:pt x="181" y="465"/>
                    </a:lnTo>
                    <a:lnTo>
                      <a:pt x="174" y="465"/>
                    </a:lnTo>
                    <a:lnTo>
                      <a:pt x="169" y="464"/>
                    </a:lnTo>
                    <a:lnTo>
                      <a:pt x="163" y="461"/>
                    </a:lnTo>
                    <a:lnTo>
                      <a:pt x="163" y="461"/>
                    </a:lnTo>
                    <a:lnTo>
                      <a:pt x="159" y="457"/>
                    </a:lnTo>
                    <a:lnTo>
                      <a:pt x="156" y="451"/>
                    </a:lnTo>
                    <a:lnTo>
                      <a:pt x="155" y="446"/>
                    </a:lnTo>
                    <a:lnTo>
                      <a:pt x="155" y="440"/>
                    </a:lnTo>
                    <a:lnTo>
                      <a:pt x="178" y="324"/>
                    </a:lnTo>
                    <a:lnTo>
                      <a:pt x="91" y="244"/>
                    </a:lnTo>
                    <a:lnTo>
                      <a:pt x="91" y="244"/>
                    </a:lnTo>
                    <a:lnTo>
                      <a:pt x="88" y="239"/>
                    </a:lnTo>
                    <a:lnTo>
                      <a:pt x="86" y="234"/>
                    </a:lnTo>
                    <a:lnTo>
                      <a:pt x="84" y="228"/>
                    </a:lnTo>
                    <a:lnTo>
                      <a:pt x="86" y="221"/>
                    </a:lnTo>
                    <a:lnTo>
                      <a:pt x="86" y="221"/>
                    </a:lnTo>
                    <a:lnTo>
                      <a:pt x="88" y="216"/>
                    </a:lnTo>
                    <a:lnTo>
                      <a:pt x="93" y="212"/>
                    </a:lnTo>
                    <a:lnTo>
                      <a:pt x="98" y="209"/>
                    </a:lnTo>
                    <a:lnTo>
                      <a:pt x="104" y="208"/>
                    </a:lnTo>
                    <a:lnTo>
                      <a:pt x="221" y="194"/>
                    </a:lnTo>
                    <a:lnTo>
                      <a:pt x="270" y="87"/>
                    </a:lnTo>
                    <a:lnTo>
                      <a:pt x="270" y="87"/>
                    </a:lnTo>
                    <a:lnTo>
                      <a:pt x="274" y="82"/>
                    </a:lnTo>
                    <a:lnTo>
                      <a:pt x="278" y="77"/>
                    </a:lnTo>
                    <a:lnTo>
                      <a:pt x="284" y="75"/>
                    </a:lnTo>
                    <a:lnTo>
                      <a:pt x="289" y="75"/>
                    </a:lnTo>
                    <a:lnTo>
                      <a:pt x="289" y="75"/>
                    </a:lnTo>
                    <a:lnTo>
                      <a:pt x="295" y="75"/>
                    </a:lnTo>
                    <a:lnTo>
                      <a:pt x="300" y="77"/>
                    </a:lnTo>
                    <a:lnTo>
                      <a:pt x="305" y="82"/>
                    </a:lnTo>
                    <a:lnTo>
                      <a:pt x="309" y="87"/>
                    </a:lnTo>
                    <a:lnTo>
                      <a:pt x="309" y="87"/>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grpSp>
        <p:nvGrpSpPr>
          <p:cNvPr id="117" name="Gruppo 116">
            <a:extLst>
              <a:ext uri="{FF2B5EF4-FFF2-40B4-BE49-F238E27FC236}">
                <a16:creationId xmlns:a16="http://schemas.microsoft.com/office/drawing/2014/main" id="{FBFBED10-7A99-0713-9CBC-7E8CABFE1498}"/>
              </a:ext>
            </a:extLst>
          </p:cNvPr>
          <p:cNvGrpSpPr/>
          <p:nvPr/>
        </p:nvGrpSpPr>
        <p:grpSpPr>
          <a:xfrm>
            <a:off x="8956907" y="1610094"/>
            <a:ext cx="2784768" cy="1168241"/>
            <a:chOff x="8956907" y="1610094"/>
            <a:chExt cx="2784768" cy="1168241"/>
          </a:xfrm>
        </p:grpSpPr>
        <p:grpSp>
          <p:nvGrpSpPr>
            <p:cNvPr id="111" name="Gruppo 110">
              <a:extLst>
                <a:ext uri="{FF2B5EF4-FFF2-40B4-BE49-F238E27FC236}">
                  <a16:creationId xmlns:a16="http://schemas.microsoft.com/office/drawing/2014/main" id="{63657EA7-8199-AF31-9D7F-87241C0541E0}"/>
                </a:ext>
              </a:extLst>
            </p:cNvPr>
            <p:cNvGrpSpPr/>
            <p:nvPr/>
          </p:nvGrpSpPr>
          <p:grpSpPr>
            <a:xfrm>
              <a:off x="8956907" y="1610094"/>
              <a:ext cx="2784768" cy="1138585"/>
              <a:chOff x="8956907" y="1610094"/>
              <a:chExt cx="2784768" cy="1138585"/>
            </a:xfrm>
          </p:grpSpPr>
          <p:sp>
            <p:nvSpPr>
              <p:cNvPr id="61" name="Rectangle 11">
                <a:extLst>
                  <a:ext uri="{FF2B5EF4-FFF2-40B4-BE49-F238E27FC236}">
                    <a16:creationId xmlns:a16="http://schemas.microsoft.com/office/drawing/2014/main" id="{895C6F5E-3D5D-6283-58C7-59FFF7FB7D2F}"/>
                  </a:ext>
                </a:extLst>
              </p:cNvPr>
              <p:cNvSpPr/>
              <p:nvPr/>
            </p:nvSpPr>
            <p:spPr>
              <a:xfrm rot="5400000">
                <a:off x="9714890" y="852111"/>
                <a:ext cx="1008835" cy="2524801"/>
              </a:xfrm>
              <a:prstGeom prst="rect">
                <a:avLst/>
              </a:prstGeom>
              <a:solidFill>
                <a:srgbClr val="2980B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3F3F3F"/>
                  </a:solidFill>
                  <a:effectLst/>
                  <a:uLnTx/>
                  <a:uFillTx/>
                  <a:latin typeface="Lato Light"/>
                  <a:ea typeface="+mn-ea"/>
                  <a:cs typeface="+mn-cs"/>
                </a:endParaRPr>
              </a:p>
            </p:txBody>
          </p:sp>
          <p:sp>
            <p:nvSpPr>
              <p:cNvPr id="62" name="Isosceles Triangle 12">
                <a:extLst>
                  <a:ext uri="{FF2B5EF4-FFF2-40B4-BE49-F238E27FC236}">
                    <a16:creationId xmlns:a16="http://schemas.microsoft.com/office/drawing/2014/main" id="{72F361C0-1032-B428-9123-F2C1172A31FF}"/>
                  </a:ext>
                </a:extLst>
              </p:cNvPr>
              <p:cNvSpPr/>
              <p:nvPr/>
            </p:nvSpPr>
            <p:spPr>
              <a:xfrm rot="10800000">
                <a:off x="10043021" y="2563697"/>
                <a:ext cx="285750" cy="184982"/>
              </a:xfrm>
              <a:prstGeom prst="triangle">
                <a:avLst/>
              </a:prstGeom>
              <a:solidFill>
                <a:srgbClr val="2980B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3F3F3F"/>
                  </a:solidFill>
                  <a:effectLst/>
                  <a:uLnTx/>
                  <a:uFillTx/>
                  <a:latin typeface="Lato Light"/>
                  <a:ea typeface="+mn-ea"/>
                  <a:cs typeface="+mn-cs"/>
                </a:endParaRPr>
              </a:p>
            </p:txBody>
          </p:sp>
          <p:sp>
            <p:nvSpPr>
              <p:cNvPr id="65" name="Oval 23">
                <a:extLst>
                  <a:ext uri="{FF2B5EF4-FFF2-40B4-BE49-F238E27FC236}">
                    <a16:creationId xmlns:a16="http://schemas.microsoft.com/office/drawing/2014/main" id="{D57FEBD8-449E-6FFC-CB68-971FD5A9136A}"/>
                  </a:ext>
                </a:extLst>
              </p:cNvPr>
              <p:cNvSpPr>
                <a:spLocks noChangeAspect="1"/>
              </p:cNvSpPr>
              <p:nvPr/>
            </p:nvSpPr>
            <p:spPr>
              <a:xfrm>
                <a:off x="11159984" y="1938555"/>
                <a:ext cx="581691" cy="582177"/>
              </a:xfrm>
              <a:prstGeom prst="ellipse">
                <a:avLst/>
              </a:prstGeom>
              <a:solidFill>
                <a:srgbClr val="3F3F3F"/>
              </a:solidFill>
              <a:ln w="38100" cap="flat" cmpd="sng" algn="ctr">
                <a:solidFill>
                  <a:srgbClr val="2980B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 b="1" i="0" u="none" strike="noStrike" kern="0" cap="none" spc="0" normalizeH="0" baseline="0" noProof="0" dirty="0">
                  <a:ln>
                    <a:noFill/>
                  </a:ln>
                  <a:solidFill>
                    <a:srgbClr val="3F3F3F"/>
                  </a:solidFill>
                  <a:effectLst/>
                  <a:uLnTx/>
                  <a:uFillTx/>
                  <a:latin typeface="Lato"/>
                  <a:ea typeface="+mn-ea"/>
                  <a:cs typeface="+mn-cs"/>
                </a:endParaRPr>
              </a:p>
            </p:txBody>
          </p:sp>
          <p:sp>
            <p:nvSpPr>
              <p:cNvPr id="68" name="TextBox 38">
                <a:extLst>
                  <a:ext uri="{FF2B5EF4-FFF2-40B4-BE49-F238E27FC236}">
                    <a16:creationId xmlns:a16="http://schemas.microsoft.com/office/drawing/2014/main" id="{E551F777-3B0D-1FD9-6532-146EBAB2F3CC}"/>
                  </a:ext>
                </a:extLst>
              </p:cNvPr>
              <p:cNvSpPr txBox="1"/>
              <p:nvPr/>
            </p:nvSpPr>
            <p:spPr>
              <a:xfrm>
                <a:off x="9014174" y="1691525"/>
                <a:ext cx="1561376" cy="216110"/>
              </a:xfrm>
              <a:prstGeom prst="rect">
                <a:avLst/>
              </a:prstGeom>
              <a:noFill/>
            </p:spPr>
            <p:txBody>
              <a:bodyPr wrap="none" lIns="54000" tIns="27000" rIns="54000" bIns="27000" rtlCol="0" anchor="t">
                <a:spAutoFit/>
              </a:bodyPr>
              <a:lstStyle/>
              <a:p>
                <a:pPr algn="ctr"/>
                <a:r>
                  <a:rPr lang="en-US" sz="1050" b="1" dirty="0">
                    <a:solidFill>
                      <a:srgbClr val="FFFFFF"/>
                    </a:solidFill>
                    <a:latin typeface="Lato"/>
                  </a:rPr>
                  <a:t>INPUT E VALIDAZIONE</a:t>
                </a:r>
                <a:endParaRPr lang="id-ID" sz="1050" b="1" dirty="0">
                  <a:solidFill>
                    <a:srgbClr val="FFFFFF"/>
                  </a:solidFill>
                  <a:latin typeface="Lato"/>
                </a:endParaRPr>
              </a:p>
            </p:txBody>
          </p:sp>
          <p:sp>
            <p:nvSpPr>
              <p:cNvPr id="69" name="Rectangle 39">
                <a:extLst>
                  <a:ext uri="{FF2B5EF4-FFF2-40B4-BE49-F238E27FC236}">
                    <a16:creationId xmlns:a16="http://schemas.microsoft.com/office/drawing/2014/main" id="{C3A12A75-71A8-3BC1-44DB-D13A9A5BD2FF}"/>
                  </a:ext>
                </a:extLst>
              </p:cNvPr>
              <p:cNvSpPr/>
              <p:nvPr/>
            </p:nvSpPr>
            <p:spPr>
              <a:xfrm>
                <a:off x="9014174" y="1964229"/>
                <a:ext cx="2062775" cy="369332"/>
              </a:xfrm>
              <a:prstGeom prst="rect">
                <a:avLst/>
              </a:prstGeom>
            </p:spPr>
            <p:txBody>
              <a:bodyPr wrap="square">
                <a:spAutoFit/>
              </a:bodyPr>
              <a:lstStyle/>
              <a:p>
                <a:pPr algn="just"/>
                <a:r>
                  <a:rPr lang="it-IT" sz="900" dirty="0">
                    <a:solidFill>
                      <a:srgbClr val="FFFFFF"/>
                    </a:solidFill>
                    <a:latin typeface="Calibri" panose="020F0502020204030204" pitchFamily="34" charset="0"/>
                    <a:cs typeface="Calibri" panose="020F0502020204030204" pitchFamily="34" charset="0"/>
                  </a:rPr>
                  <a:t>L'utente inserisce il testo, un primo LLM ne valuta la sufficienza.</a:t>
                </a:r>
              </a:p>
            </p:txBody>
          </p:sp>
          <p:grpSp>
            <p:nvGrpSpPr>
              <p:cNvPr id="93" name="Group 256">
                <a:extLst>
                  <a:ext uri="{FF2B5EF4-FFF2-40B4-BE49-F238E27FC236}">
                    <a16:creationId xmlns:a16="http://schemas.microsoft.com/office/drawing/2014/main" id="{AFC14719-A6CF-377D-BFB8-EBC1ABA1B55D}"/>
                  </a:ext>
                </a:extLst>
              </p:cNvPr>
              <p:cNvGrpSpPr/>
              <p:nvPr/>
            </p:nvGrpSpPr>
            <p:grpSpPr>
              <a:xfrm>
                <a:off x="11307954" y="2037112"/>
                <a:ext cx="285750" cy="334232"/>
                <a:chOff x="-9139238" y="-603250"/>
                <a:chExt cx="923925" cy="1125538"/>
              </a:xfrm>
              <a:solidFill>
                <a:srgbClr val="2980B9"/>
              </a:solidFill>
            </p:grpSpPr>
            <p:sp>
              <p:nvSpPr>
                <p:cNvPr id="94" name="Freeform 179">
                  <a:extLst>
                    <a:ext uri="{FF2B5EF4-FFF2-40B4-BE49-F238E27FC236}">
                      <a16:creationId xmlns:a16="http://schemas.microsoft.com/office/drawing/2014/main" id="{1B869E0E-98C5-E9E8-4983-637FC722B7FF}"/>
                    </a:ext>
                  </a:extLst>
                </p:cNvPr>
                <p:cNvSpPr>
                  <a:spLocks noEditPoints="1"/>
                </p:cNvSpPr>
                <p:nvPr/>
              </p:nvSpPr>
              <p:spPr bwMode="auto">
                <a:xfrm>
                  <a:off x="-9139238" y="-603250"/>
                  <a:ext cx="923925" cy="1125538"/>
                </a:xfrm>
                <a:custGeom>
                  <a:avLst/>
                  <a:gdLst/>
                  <a:ahLst/>
                  <a:cxnLst>
                    <a:cxn ang="0">
                      <a:pos x="307" y="28"/>
                    </a:cxn>
                    <a:cxn ang="0">
                      <a:pos x="314" y="21"/>
                    </a:cxn>
                    <a:cxn ang="0">
                      <a:pos x="329" y="11"/>
                    </a:cxn>
                    <a:cxn ang="0">
                      <a:pos x="345" y="4"/>
                    </a:cxn>
                    <a:cxn ang="0">
                      <a:pos x="363" y="0"/>
                    </a:cxn>
                    <a:cxn ang="0">
                      <a:pos x="1070" y="0"/>
                    </a:cxn>
                    <a:cxn ang="0">
                      <a:pos x="1080" y="0"/>
                    </a:cxn>
                    <a:cxn ang="0">
                      <a:pos x="1098" y="4"/>
                    </a:cxn>
                    <a:cxn ang="0">
                      <a:pos x="1114" y="11"/>
                    </a:cxn>
                    <a:cxn ang="0">
                      <a:pos x="1130" y="22"/>
                    </a:cxn>
                    <a:cxn ang="0">
                      <a:pos x="1142" y="35"/>
                    </a:cxn>
                    <a:cxn ang="0">
                      <a:pos x="1153" y="50"/>
                    </a:cxn>
                    <a:cxn ang="0">
                      <a:pos x="1160" y="67"/>
                    </a:cxn>
                    <a:cxn ang="0">
                      <a:pos x="1164" y="85"/>
                    </a:cxn>
                    <a:cxn ang="0">
                      <a:pos x="1164" y="1324"/>
                    </a:cxn>
                    <a:cxn ang="0">
                      <a:pos x="1164" y="1334"/>
                    </a:cxn>
                    <a:cxn ang="0">
                      <a:pos x="1160" y="1352"/>
                    </a:cxn>
                    <a:cxn ang="0">
                      <a:pos x="1153" y="1369"/>
                    </a:cxn>
                    <a:cxn ang="0">
                      <a:pos x="1142" y="1384"/>
                    </a:cxn>
                    <a:cxn ang="0">
                      <a:pos x="1130" y="1397"/>
                    </a:cxn>
                    <a:cxn ang="0">
                      <a:pos x="1114" y="1408"/>
                    </a:cxn>
                    <a:cxn ang="0">
                      <a:pos x="1098" y="1415"/>
                    </a:cxn>
                    <a:cxn ang="0">
                      <a:pos x="1080" y="1419"/>
                    </a:cxn>
                    <a:cxn ang="0">
                      <a:pos x="95" y="1419"/>
                    </a:cxn>
                    <a:cxn ang="0">
                      <a:pos x="85" y="1419"/>
                    </a:cxn>
                    <a:cxn ang="0">
                      <a:pos x="67" y="1415"/>
                    </a:cxn>
                    <a:cxn ang="0">
                      <a:pos x="50" y="1408"/>
                    </a:cxn>
                    <a:cxn ang="0">
                      <a:pos x="35" y="1397"/>
                    </a:cxn>
                    <a:cxn ang="0">
                      <a:pos x="23" y="1384"/>
                    </a:cxn>
                    <a:cxn ang="0">
                      <a:pos x="11" y="1369"/>
                    </a:cxn>
                    <a:cxn ang="0">
                      <a:pos x="5" y="1352"/>
                    </a:cxn>
                    <a:cxn ang="0">
                      <a:pos x="0" y="1334"/>
                    </a:cxn>
                    <a:cxn ang="0">
                      <a:pos x="0" y="373"/>
                    </a:cxn>
                    <a:cxn ang="0">
                      <a:pos x="0" y="364"/>
                    </a:cxn>
                    <a:cxn ang="0">
                      <a:pos x="5" y="345"/>
                    </a:cxn>
                    <a:cxn ang="0">
                      <a:pos x="11" y="328"/>
                    </a:cxn>
                    <a:cxn ang="0">
                      <a:pos x="21" y="313"/>
                    </a:cxn>
                    <a:cxn ang="0">
                      <a:pos x="28" y="306"/>
                    </a:cxn>
                    <a:cxn ang="0">
                      <a:pos x="100" y="399"/>
                    </a:cxn>
                    <a:cxn ang="0">
                      <a:pos x="1065" y="1319"/>
                    </a:cxn>
                    <a:cxn ang="0">
                      <a:pos x="416" y="100"/>
                    </a:cxn>
                    <a:cxn ang="0">
                      <a:pos x="416" y="323"/>
                    </a:cxn>
                    <a:cxn ang="0">
                      <a:pos x="409" y="353"/>
                    </a:cxn>
                    <a:cxn ang="0">
                      <a:pos x="394" y="377"/>
                    </a:cxn>
                    <a:cxn ang="0">
                      <a:pos x="369" y="393"/>
                    </a:cxn>
                    <a:cxn ang="0">
                      <a:pos x="338" y="399"/>
                    </a:cxn>
                    <a:cxn ang="0">
                      <a:pos x="144" y="333"/>
                    </a:cxn>
                    <a:cxn ang="0">
                      <a:pos x="338" y="333"/>
                    </a:cxn>
                    <a:cxn ang="0">
                      <a:pos x="347" y="330"/>
                    </a:cxn>
                    <a:cxn ang="0">
                      <a:pos x="350" y="323"/>
                    </a:cxn>
                    <a:cxn ang="0">
                      <a:pos x="144" y="333"/>
                    </a:cxn>
                  </a:cxnLst>
                  <a:rect l="0" t="0" r="r" b="b"/>
                  <a:pathLst>
                    <a:path w="1164" h="1419">
                      <a:moveTo>
                        <a:pt x="28" y="306"/>
                      </a:moveTo>
                      <a:lnTo>
                        <a:pt x="307" y="28"/>
                      </a:lnTo>
                      <a:lnTo>
                        <a:pt x="307" y="28"/>
                      </a:lnTo>
                      <a:lnTo>
                        <a:pt x="314" y="21"/>
                      </a:lnTo>
                      <a:lnTo>
                        <a:pt x="322" y="15"/>
                      </a:lnTo>
                      <a:lnTo>
                        <a:pt x="329" y="11"/>
                      </a:lnTo>
                      <a:lnTo>
                        <a:pt x="337" y="7"/>
                      </a:lnTo>
                      <a:lnTo>
                        <a:pt x="345" y="4"/>
                      </a:lnTo>
                      <a:lnTo>
                        <a:pt x="355" y="1"/>
                      </a:lnTo>
                      <a:lnTo>
                        <a:pt x="363" y="0"/>
                      </a:lnTo>
                      <a:lnTo>
                        <a:pt x="373" y="0"/>
                      </a:lnTo>
                      <a:lnTo>
                        <a:pt x="1070" y="0"/>
                      </a:lnTo>
                      <a:lnTo>
                        <a:pt x="1070" y="0"/>
                      </a:lnTo>
                      <a:lnTo>
                        <a:pt x="1080" y="0"/>
                      </a:lnTo>
                      <a:lnTo>
                        <a:pt x="1089" y="1"/>
                      </a:lnTo>
                      <a:lnTo>
                        <a:pt x="1098" y="4"/>
                      </a:lnTo>
                      <a:lnTo>
                        <a:pt x="1106" y="7"/>
                      </a:lnTo>
                      <a:lnTo>
                        <a:pt x="1114" y="11"/>
                      </a:lnTo>
                      <a:lnTo>
                        <a:pt x="1123" y="17"/>
                      </a:lnTo>
                      <a:lnTo>
                        <a:pt x="1130" y="22"/>
                      </a:lnTo>
                      <a:lnTo>
                        <a:pt x="1137" y="28"/>
                      </a:lnTo>
                      <a:lnTo>
                        <a:pt x="1142" y="35"/>
                      </a:lnTo>
                      <a:lnTo>
                        <a:pt x="1148" y="42"/>
                      </a:lnTo>
                      <a:lnTo>
                        <a:pt x="1153" y="50"/>
                      </a:lnTo>
                      <a:lnTo>
                        <a:pt x="1157" y="58"/>
                      </a:lnTo>
                      <a:lnTo>
                        <a:pt x="1160" y="67"/>
                      </a:lnTo>
                      <a:lnTo>
                        <a:pt x="1163" y="75"/>
                      </a:lnTo>
                      <a:lnTo>
                        <a:pt x="1164" y="85"/>
                      </a:lnTo>
                      <a:lnTo>
                        <a:pt x="1164" y="94"/>
                      </a:lnTo>
                      <a:lnTo>
                        <a:pt x="1164" y="1324"/>
                      </a:lnTo>
                      <a:lnTo>
                        <a:pt x="1164" y="1324"/>
                      </a:lnTo>
                      <a:lnTo>
                        <a:pt x="1164" y="1334"/>
                      </a:lnTo>
                      <a:lnTo>
                        <a:pt x="1163" y="1344"/>
                      </a:lnTo>
                      <a:lnTo>
                        <a:pt x="1160" y="1352"/>
                      </a:lnTo>
                      <a:lnTo>
                        <a:pt x="1157" y="1361"/>
                      </a:lnTo>
                      <a:lnTo>
                        <a:pt x="1153" y="1369"/>
                      </a:lnTo>
                      <a:lnTo>
                        <a:pt x="1148" y="1377"/>
                      </a:lnTo>
                      <a:lnTo>
                        <a:pt x="1142" y="1384"/>
                      </a:lnTo>
                      <a:lnTo>
                        <a:pt x="1137" y="1391"/>
                      </a:lnTo>
                      <a:lnTo>
                        <a:pt x="1130" y="1397"/>
                      </a:lnTo>
                      <a:lnTo>
                        <a:pt x="1123" y="1402"/>
                      </a:lnTo>
                      <a:lnTo>
                        <a:pt x="1114" y="1408"/>
                      </a:lnTo>
                      <a:lnTo>
                        <a:pt x="1106" y="1412"/>
                      </a:lnTo>
                      <a:lnTo>
                        <a:pt x="1098" y="1415"/>
                      </a:lnTo>
                      <a:lnTo>
                        <a:pt x="1089" y="1417"/>
                      </a:lnTo>
                      <a:lnTo>
                        <a:pt x="1080" y="1419"/>
                      </a:lnTo>
                      <a:lnTo>
                        <a:pt x="1070" y="1419"/>
                      </a:lnTo>
                      <a:lnTo>
                        <a:pt x="95" y="1419"/>
                      </a:lnTo>
                      <a:lnTo>
                        <a:pt x="95" y="1419"/>
                      </a:lnTo>
                      <a:lnTo>
                        <a:pt x="85" y="1419"/>
                      </a:lnTo>
                      <a:lnTo>
                        <a:pt x="75" y="1417"/>
                      </a:lnTo>
                      <a:lnTo>
                        <a:pt x="67" y="1415"/>
                      </a:lnTo>
                      <a:lnTo>
                        <a:pt x="59" y="1412"/>
                      </a:lnTo>
                      <a:lnTo>
                        <a:pt x="50" y="1408"/>
                      </a:lnTo>
                      <a:lnTo>
                        <a:pt x="42" y="1402"/>
                      </a:lnTo>
                      <a:lnTo>
                        <a:pt x="35" y="1397"/>
                      </a:lnTo>
                      <a:lnTo>
                        <a:pt x="28" y="1391"/>
                      </a:lnTo>
                      <a:lnTo>
                        <a:pt x="23" y="1384"/>
                      </a:lnTo>
                      <a:lnTo>
                        <a:pt x="17" y="1377"/>
                      </a:lnTo>
                      <a:lnTo>
                        <a:pt x="11" y="1369"/>
                      </a:lnTo>
                      <a:lnTo>
                        <a:pt x="7" y="1361"/>
                      </a:lnTo>
                      <a:lnTo>
                        <a:pt x="5" y="1352"/>
                      </a:lnTo>
                      <a:lnTo>
                        <a:pt x="2" y="1344"/>
                      </a:lnTo>
                      <a:lnTo>
                        <a:pt x="0" y="1334"/>
                      </a:lnTo>
                      <a:lnTo>
                        <a:pt x="0" y="1324"/>
                      </a:lnTo>
                      <a:lnTo>
                        <a:pt x="0" y="373"/>
                      </a:lnTo>
                      <a:lnTo>
                        <a:pt x="0" y="373"/>
                      </a:lnTo>
                      <a:lnTo>
                        <a:pt x="0" y="364"/>
                      </a:lnTo>
                      <a:lnTo>
                        <a:pt x="2" y="355"/>
                      </a:lnTo>
                      <a:lnTo>
                        <a:pt x="5" y="345"/>
                      </a:lnTo>
                      <a:lnTo>
                        <a:pt x="7" y="337"/>
                      </a:lnTo>
                      <a:lnTo>
                        <a:pt x="11" y="328"/>
                      </a:lnTo>
                      <a:lnTo>
                        <a:pt x="16" y="321"/>
                      </a:lnTo>
                      <a:lnTo>
                        <a:pt x="21" y="313"/>
                      </a:lnTo>
                      <a:lnTo>
                        <a:pt x="28" y="306"/>
                      </a:lnTo>
                      <a:lnTo>
                        <a:pt x="28" y="306"/>
                      </a:lnTo>
                      <a:close/>
                      <a:moveTo>
                        <a:pt x="338" y="399"/>
                      </a:moveTo>
                      <a:lnTo>
                        <a:pt x="100" y="399"/>
                      </a:lnTo>
                      <a:lnTo>
                        <a:pt x="100" y="1319"/>
                      </a:lnTo>
                      <a:lnTo>
                        <a:pt x="1065" y="1319"/>
                      </a:lnTo>
                      <a:lnTo>
                        <a:pt x="1065" y="100"/>
                      </a:lnTo>
                      <a:lnTo>
                        <a:pt x="416" y="100"/>
                      </a:lnTo>
                      <a:lnTo>
                        <a:pt x="416" y="323"/>
                      </a:lnTo>
                      <a:lnTo>
                        <a:pt x="416" y="323"/>
                      </a:lnTo>
                      <a:lnTo>
                        <a:pt x="415" y="338"/>
                      </a:lnTo>
                      <a:lnTo>
                        <a:pt x="409" y="353"/>
                      </a:lnTo>
                      <a:lnTo>
                        <a:pt x="402" y="366"/>
                      </a:lnTo>
                      <a:lnTo>
                        <a:pt x="394" y="377"/>
                      </a:lnTo>
                      <a:lnTo>
                        <a:pt x="381" y="387"/>
                      </a:lnTo>
                      <a:lnTo>
                        <a:pt x="369" y="393"/>
                      </a:lnTo>
                      <a:lnTo>
                        <a:pt x="354" y="398"/>
                      </a:lnTo>
                      <a:lnTo>
                        <a:pt x="338" y="399"/>
                      </a:lnTo>
                      <a:lnTo>
                        <a:pt x="338" y="399"/>
                      </a:lnTo>
                      <a:close/>
                      <a:moveTo>
                        <a:pt x="144" y="333"/>
                      </a:moveTo>
                      <a:lnTo>
                        <a:pt x="338" y="333"/>
                      </a:lnTo>
                      <a:lnTo>
                        <a:pt x="338" y="333"/>
                      </a:lnTo>
                      <a:lnTo>
                        <a:pt x="343" y="333"/>
                      </a:lnTo>
                      <a:lnTo>
                        <a:pt x="347" y="330"/>
                      </a:lnTo>
                      <a:lnTo>
                        <a:pt x="348" y="327"/>
                      </a:lnTo>
                      <a:lnTo>
                        <a:pt x="350" y="323"/>
                      </a:lnTo>
                      <a:lnTo>
                        <a:pt x="350" y="126"/>
                      </a:lnTo>
                      <a:lnTo>
                        <a:pt x="144" y="333"/>
                      </a:lnTo>
                      <a:lnTo>
                        <a:pt x="144" y="33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5" name="Freeform 180">
                  <a:extLst>
                    <a:ext uri="{FF2B5EF4-FFF2-40B4-BE49-F238E27FC236}">
                      <a16:creationId xmlns:a16="http://schemas.microsoft.com/office/drawing/2014/main" id="{A4263009-6FC0-5FB7-D10D-AB6B1DC5A208}"/>
                    </a:ext>
                  </a:extLst>
                </p:cNvPr>
                <p:cNvSpPr>
                  <a:spLocks noEditPoints="1"/>
                </p:cNvSpPr>
                <p:nvPr/>
              </p:nvSpPr>
              <p:spPr bwMode="auto">
                <a:xfrm>
                  <a:off x="-9007475" y="-347662"/>
                  <a:ext cx="658812" cy="695325"/>
                </a:xfrm>
                <a:custGeom>
                  <a:avLst/>
                  <a:gdLst/>
                  <a:ahLst/>
                  <a:cxnLst>
                    <a:cxn ang="0">
                      <a:pos x="282" y="794"/>
                    </a:cxn>
                    <a:cxn ang="0">
                      <a:pos x="232" y="850"/>
                    </a:cxn>
                    <a:cxn ang="0">
                      <a:pos x="149" y="876"/>
                    </a:cxn>
                    <a:cxn ang="0">
                      <a:pos x="54" y="841"/>
                    </a:cxn>
                    <a:cxn ang="0">
                      <a:pos x="7" y="769"/>
                    </a:cxn>
                    <a:cxn ang="0">
                      <a:pos x="7" y="681"/>
                    </a:cxn>
                    <a:cxn ang="0">
                      <a:pos x="52" y="610"/>
                    </a:cxn>
                    <a:cxn ang="0">
                      <a:pos x="126" y="575"/>
                    </a:cxn>
                    <a:cxn ang="0">
                      <a:pos x="88" y="455"/>
                    </a:cxn>
                    <a:cxn ang="0">
                      <a:pos x="163" y="399"/>
                    </a:cxn>
                    <a:cxn ang="0">
                      <a:pos x="250" y="250"/>
                    </a:cxn>
                    <a:cxn ang="0">
                      <a:pos x="415" y="138"/>
                    </a:cxn>
                    <a:cxn ang="0">
                      <a:pos x="454" y="10"/>
                    </a:cxn>
                    <a:cxn ang="0">
                      <a:pos x="805" y="2"/>
                    </a:cxn>
                    <a:cxn ang="0">
                      <a:pos x="831" y="34"/>
                    </a:cxn>
                    <a:cxn ang="0">
                      <a:pos x="817" y="294"/>
                    </a:cxn>
                    <a:cxn ang="0">
                      <a:pos x="763" y="388"/>
                    </a:cxn>
                    <a:cxn ang="0">
                      <a:pos x="760" y="423"/>
                    </a:cxn>
                    <a:cxn ang="0">
                      <a:pos x="727" y="581"/>
                    </a:cxn>
                    <a:cxn ang="0">
                      <a:pos x="787" y="618"/>
                    </a:cxn>
                    <a:cxn ang="0">
                      <a:pos x="830" y="710"/>
                    </a:cxn>
                    <a:cxn ang="0">
                      <a:pos x="813" y="797"/>
                    </a:cxn>
                    <a:cxn ang="0">
                      <a:pos x="753" y="858"/>
                    </a:cxn>
                    <a:cxn ang="0">
                      <a:pos x="666" y="875"/>
                    </a:cxn>
                    <a:cxn ang="0">
                      <a:pos x="576" y="832"/>
                    </a:cxn>
                    <a:cxn ang="0">
                      <a:pos x="539" y="767"/>
                    </a:cxn>
                    <a:cxn ang="0">
                      <a:pos x="429" y="815"/>
                    </a:cxn>
                    <a:cxn ang="0">
                      <a:pos x="410" y="749"/>
                    </a:cxn>
                    <a:cxn ang="0">
                      <a:pos x="336" y="228"/>
                    </a:cxn>
                    <a:cxn ang="0">
                      <a:pos x="238" y="341"/>
                    </a:cxn>
                    <a:cxn ang="0">
                      <a:pos x="235" y="480"/>
                    </a:cxn>
                    <a:cxn ang="0">
                      <a:pos x="248" y="516"/>
                    </a:cxn>
                    <a:cxn ang="0">
                      <a:pos x="219" y="592"/>
                    </a:cxn>
                    <a:cxn ang="0">
                      <a:pos x="270" y="636"/>
                    </a:cxn>
                    <a:cxn ang="0">
                      <a:pos x="410" y="704"/>
                    </a:cxn>
                    <a:cxn ang="0">
                      <a:pos x="428" y="638"/>
                    </a:cxn>
                    <a:cxn ang="0">
                      <a:pos x="537" y="685"/>
                    </a:cxn>
                    <a:cxn ang="0">
                      <a:pos x="576" y="618"/>
                    </a:cxn>
                    <a:cxn ang="0">
                      <a:pos x="647" y="578"/>
                    </a:cxn>
                    <a:cxn ang="0">
                      <a:pos x="598" y="419"/>
                    </a:cxn>
                    <a:cxn ang="0">
                      <a:pos x="666" y="302"/>
                    </a:cxn>
                    <a:cxn ang="0">
                      <a:pos x="453" y="290"/>
                    </a:cxn>
                    <a:cxn ang="0">
                      <a:pos x="764" y="67"/>
                    </a:cxn>
                    <a:cxn ang="0">
                      <a:pos x="741" y="665"/>
                    </a:cxn>
                    <a:cxn ang="0">
                      <a:pos x="681" y="641"/>
                    </a:cxn>
                    <a:cxn ang="0">
                      <a:pos x="623" y="665"/>
                    </a:cxn>
                    <a:cxn ang="0">
                      <a:pos x="598" y="733"/>
                    </a:cxn>
                    <a:cxn ang="0">
                      <a:pos x="649" y="803"/>
                    </a:cxn>
                    <a:cxn ang="0">
                      <a:pos x="698" y="808"/>
                    </a:cxn>
                    <a:cxn ang="0">
                      <a:pos x="759" y="758"/>
                    </a:cxn>
                    <a:cxn ang="0">
                      <a:pos x="759" y="692"/>
                    </a:cxn>
                    <a:cxn ang="0">
                      <a:pos x="181" y="647"/>
                    </a:cxn>
                    <a:cxn ang="0">
                      <a:pos x="133" y="642"/>
                    </a:cxn>
                    <a:cxn ang="0">
                      <a:pos x="72" y="692"/>
                    </a:cxn>
                    <a:cxn ang="0">
                      <a:pos x="72" y="758"/>
                    </a:cxn>
                    <a:cxn ang="0">
                      <a:pos x="133" y="808"/>
                    </a:cxn>
                    <a:cxn ang="0">
                      <a:pos x="181" y="803"/>
                    </a:cxn>
                    <a:cxn ang="0">
                      <a:pos x="232" y="733"/>
                    </a:cxn>
                    <a:cxn ang="0">
                      <a:pos x="207" y="665"/>
                    </a:cxn>
                  </a:cxnLst>
                  <a:rect l="0" t="0" r="r" b="b"/>
                  <a:pathLst>
                    <a:path w="831" h="876">
                      <a:moveTo>
                        <a:pt x="410" y="749"/>
                      </a:moveTo>
                      <a:lnTo>
                        <a:pt x="296" y="749"/>
                      </a:lnTo>
                      <a:lnTo>
                        <a:pt x="296" y="749"/>
                      </a:lnTo>
                      <a:lnTo>
                        <a:pt x="295" y="761"/>
                      </a:lnTo>
                      <a:lnTo>
                        <a:pt x="291" y="772"/>
                      </a:lnTo>
                      <a:lnTo>
                        <a:pt x="286" y="783"/>
                      </a:lnTo>
                      <a:lnTo>
                        <a:pt x="282" y="794"/>
                      </a:lnTo>
                      <a:lnTo>
                        <a:pt x="277" y="804"/>
                      </a:lnTo>
                      <a:lnTo>
                        <a:pt x="270" y="814"/>
                      </a:lnTo>
                      <a:lnTo>
                        <a:pt x="263" y="823"/>
                      </a:lnTo>
                      <a:lnTo>
                        <a:pt x="255" y="832"/>
                      </a:lnTo>
                      <a:lnTo>
                        <a:pt x="255" y="832"/>
                      </a:lnTo>
                      <a:lnTo>
                        <a:pt x="243" y="841"/>
                      </a:lnTo>
                      <a:lnTo>
                        <a:pt x="232" y="850"/>
                      </a:lnTo>
                      <a:lnTo>
                        <a:pt x="220" y="858"/>
                      </a:lnTo>
                      <a:lnTo>
                        <a:pt x="207" y="864"/>
                      </a:lnTo>
                      <a:lnTo>
                        <a:pt x="194" y="869"/>
                      </a:lnTo>
                      <a:lnTo>
                        <a:pt x="180" y="873"/>
                      </a:lnTo>
                      <a:lnTo>
                        <a:pt x="165" y="875"/>
                      </a:lnTo>
                      <a:lnTo>
                        <a:pt x="149" y="876"/>
                      </a:lnTo>
                      <a:lnTo>
                        <a:pt x="149" y="876"/>
                      </a:lnTo>
                      <a:lnTo>
                        <a:pt x="134" y="875"/>
                      </a:lnTo>
                      <a:lnTo>
                        <a:pt x="119" y="873"/>
                      </a:lnTo>
                      <a:lnTo>
                        <a:pt x="105" y="869"/>
                      </a:lnTo>
                      <a:lnTo>
                        <a:pt x="91" y="864"/>
                      </a:lnTo>
                      <a:lnTo>
                        <a:pt x="77" y="858"/>
                      </a:lnTo>
                      <a:lnTo>
                        <a:pt x="66" y="850"/>
                      </a:lnTo>
                      <a:lnTo>
                        <a:pt x="54" y="841"/>
                      </a:lnTo>
                      <a:lnTo>
                        <a:pt x="44" y="832"/>
                      </a:lnTo>
                      <a:lnTo>
                        <a:pt x="44" y="832"/>
                      </a:lnTo>
                      <a:lnTo>
                        <a:pt x="34" y="821"/>
                      </a:lnTo>
                      <a:lnTo>
                        <a:pt x="25" y="810"/>
                      </a:lnTo>
                      <a:lnTo>
                        <a:pt x="18" y="797"/>
                      </a:lnTo>
                      <a:lnTo>
                        <a:pt x="11" y="783"/>
                      </a:lnTo>
                      <a:lnTo>
                        <a:pt x="7" y="769"/>
                      </a:lnTo>
                      <a:lnTo>
                        <a:pt x="2" y="755"/>
                      </a:lnTo>
                      <a:lnTo>
                        <a:pt x="1" y="740"/>
                      </a:lnTo>
                      <a:lnTo>
                        <a:pt x="0" y="725"/>
                      </a:lnTo>
                      <a:lnTo>
                        <a:pt x="0" y="725"/>
                      </a:lnTo>
                      <a:lnTo>
                        <a:pt x="1" y="710"/>
                      </a:lnTo>
                      <a:lnTo>
                        <a:pt x="2" y="695"/>
                      </a:lnTo>
                      <a:lnTo>
                        <a:pt x="7" y="681"/>
                      </a:lnTo>
                      <a:lnTo>
                        <a:pt x="11" y="667"/>
                      </a:lnTo>
                      <a:lnTo>
                        <a:pt x="18" y="653"/>
                      </a:lnTo>
                      <a:lnTo>
                        <a:pt x="25" y="641"/>
                      </a:lnTo>
                      <a:lnTo>
                        <a:pt x="34" y="629"/>
                      </a:lnTo>
                      <a:lnTo>
                        <a:pt x="44" y="618"/>
                      </a:lnTo>
                      <a:lnTo>
                        <a:pt x="44" y="618"/>
                      </a:lnTo>
                      <a:lnTo>
                        <a:pt x="52" y="610"/>
                      </a:lnTo>
                      <a:lnTo>
                        <a:pt x="61" y="603"/>
                      </a:lnTo>
                      <a:lnTo>
                        <a:pt x="70" y="596"/>
                      </a:lnTo>
                      <a:lnTo>
                        <a:pt x="81" y="591"/>
                      </a:lnTo>
                      <a:lnTo>
                        <a:pt x="91" y="586"/>
                      </a:lnTo>
                      <a:lnTo>
                        <a:pt x="102" y="582"/>
                      </a:lnTo>
                      <a:lnTo>
                        <a:pt x="115" y="578"/>
                      </a:lnTo>
                      <a:lnTo>
                        <a:pt x="126" y="575"/>
                      </a:lnTo>
                      <a:lnTo>
                        <a:pt x="84" y="483"/>
                      </a:lnTo>
                      <a:lnTo>
                        <a:pt x="84" y="483"/>
                      </a:lnTo>
                      <a:lnTo>
                        <a:pt x="81" y="477"/>
                      </a:lnTo>
                      <a:lnTo>
                        <a:pt x="80" y="471"/>
                      </a:lnTo>
                      <a:lnTo>
                        <a:pt x="81" y="465"/>
                      </a:lnTo>
                      <a:lnTo>
                        <a:pt x="84" y="459"/>
                      </a:lnTo>
                      <a:lnTo>
                        <a:pt x="88" y="455"/>
                      </a:lnTo>
                      <a:lnTo>
                        <a:pt x="94" y="451"/>
                      </a:lnTo>
                      <a:lnTo>
                        <a:pt x="101" y="449"/>
                      </a:lnTo>
                      <a:lnTo>
                        <a:pt x="109" y="451"/>
                      </a:lnTo>
                      <a:lnTo>
                        <a:pt x="147" y="459"/>
                      </a:lnTo>
                      <a:lnTo>
                        <a:pt x="147" y="459"/>
                      </a:lnTo>
                      <a:lnTo>
                        <a:pt x="153" y="429"/>
                      </a:lnTo>
                      <a:lnTo>
                        <a:pt x="163" y="399"/>
                      </a:lnTo>
                      <a:lnTo>
                        <a:pt x="174" y="372"/>
                      </a:lnTo>
                      <a:lnTo>
                        <a:pt x="187" y="344"/>
                      </a:lnTo>
                      <a:lnTo>
                        <a:pt x="201" y="319"/>
                      </a:lnTo>
                      <a:lnTo>
                        <a:pt x="216" y="294"/>
                      </a:lnTo>
                      <a:lnTo>
                        <a:pt x="232" y="271"/>
                      </a:lnTo>
                      <a:lnTo>
                        <a:pt x="250" y="250"/>
                      </a:lnTo>
                      <a:lnTo>
                        <a:pt x="250" y="250"/>
                      </a:lnTo>
                      <a:lnTo>
                        <a:pt x="270" y="228"/>
                      </a:lnTo>
                      <a:lnTo>
                        <a:pt x="292" y="208"/>
                      </a:lnTo>
                      <a:lnTo>
                        <a:pt x="316" y="190"/>
                      </a:lnTo>
                      <a:lnTo>
                        <a:pt x="339" y="174"/>
                      </a:lnTo>
                      <a:lnTo>
                        <a:pt x="364" y="160"/>
                      </a:lnTo>
                      <a:lnTo>
                        <a:pt x="389" y="147"/>
                      </a:lnTo>
                      <a:lnTo>
                        <a:pt x="415" y="138"/>
                      </a:lnTo>
                      <a:lnTo>
                        <a:pt x="443" y="131"/>
                      </a:lnTo>
                      <a:lnTo>
                        <a:pt x="443" y="34"/>
                      </a:lnTo>
                      <a:lnTo>
                        <a:pt x="443" y="34"/>
                      </a:lnTo>
                      <a:lnTo>
                        <a:pt x="444" y="27"/>
                      </a:lnTo>
                      <a:lnTo>
                        <a:pt x="446" y="21"/>
                      </a:lnTo>
                      <a:lnTo>
                        <a:pt x="450" y="16"/>
                      </a:lnTo>
                      <a:lnTo>
                        <a:pt x="454" y="10"/>
                      </a:lnTo>
                      <a:lnTo>
                        <a:pt x="460" y="6"/>
                      </a:lnTo>
                      <a:lnTo>
                        <a:pt x="465" y="3"/>
                      </a:lnTo>
                      <a:lnTo>
                        <a:pt x="472" y="2"/>
                      </a:lnTo>
                      <a:lnTo>
                        <a:pt x="479" y="0"/>
                      </a:lnTo>
                      <a:lnTo>
                        <a:pt x="798" y="0"/>
                      </a:lnTo>
                      <a:lnTo>
                        <a:pt x="798" y="0"/>
                      </a:lnTo>
                      <a:lnTo>
                        <a:pt x="805" y="2"/>
                      </a:lnTo>
                      <a:lnTo>
                        <a:pt x="810" y="3"/>
                      </a:lnTo>
                      <a:lnTo>
                        <a:pt x="817" y="6"/>
                      </a:lnTo>
                      <a:lnTo>
                        <a:pt x="821" y="10"/>
                      </a:lnTo>
                      <a:lnTo>
                        <a:pt x="825" y="16"/>
                      </a:lnTo>
                      <a:lnTo>
                        <a:pt x="828" y="21"/>
                      </a:lnTo>
                      <a:lnTo>
                        <a:pt x="831" y="27"/>
                      </a:lnTo>
                      <a:lnTo>
                        <a:pt x="831" y="34"/>
                      </a:lnTo>
                      <a:lnTo>
                        <a:pt x="831" y="266"/>
                      </a:lnTo>
                      <a:lnTo>
                        <a:pt x="831" y="266"/>
                      </a:lnTo>
                      <a:lnTo>
                        <a:pt x="831" y="273"/>
                      </a:lnTo>
                      <a:lnTo>
                        <a:pt x="828" y="279"/>
                      </a:lnTo>
                      <a:lnTo>
                        <a:pt x="825" y="284"/>
                      </a:lnTo>
                      <a:lnTo>
                        <a:pt x="821" y="290"/>
                      </a:lnTo>
                      <a:lnTo>
                        <a:pt x="817" y="294"/>
                      </a:lnTo>
                      <a:lnTo>
                        <a:pt x="810" y="297"/>
                      </a:lnTo>
                      <a:lnTo>
                        <a:pt x="805" y="300"/>
                      </a:lnTo>
                      <a:lnTo>
                        <a:pt x="798" y="300"/>
                      </a:lnTo>
                      <a:lnTo>
                        <a:pt x="692" y="300"/>
                      </a:lnTo>
                      <a:lnTo>
                        <a:pt x="692" y="300"/>
                      </a:lnTo>
                      <a:lnTo>
                        <a:pt x="697" y="302"/>
                      </a:lnTo>
                      <a:lnTo>
                        <a:pt x="763" y="388"/>
                      </a:lnTo>
                      <a:lnTo>
                        <a:pt x="763" y="388"/>
                      </a:lnTo>
                      <a:lnTo>
                        <a:pt x="767" y="393"/>
                      </a:lnTo>
                      <a:lnTo>
                        <a:pt x="769" y="399"/>
                      </a:lnTo>
                      <a:lnTo>
                        <a:pt x="770" y="405"/>
                      </a:lnTo>
                      <a:lnTo>
                        <a:pt x="769" y="412"/>
                      </a:lnTo>
                      <a:lnTo>
                        <a:pt x="766" y="417"/>
                      </a:lnTo>
                      <a:lnTo>
                        <a:pt x="760" y="423"/>
                      </a:lnTo>
                      <a:lnTo>
                        <a:pt x="753" y="426"/>
                      </a:lnTo>
                      <a:lnTo>
                        <a:pt x="745" y="427"/>
                      </a:lnTo>
                      <a:lnTo>
                        <a:pt x="704" y="427"/>
                      </a:lnTo>
                      <a:lnTo>
                        <a:pt x="704" y="575"/>
                      </a:lnTo>
                      <a:lnTo>
                        <a:pt x="704" y="575"/>
                      </a:lnTo>
                      <a:lnTo>
                        <a:pt x="716" y="578"/>
                      </a:lnTo>
                      <a:lnTo>
                        <a:pt x="727" y="581"/>
                      </a:lnTo>
                      <a:lnTo>
                        <a:pt x="738" y="585"/>
                      </a:lnTo>
                      <a:lnTo>
                        <a:pt x="749" y="591"/>
                      </a:lnTo>
                      <a:lnTo>
                        <a:pt x="759" y="596"/>
                      </a:lnTo>
                      <a:lnTo>
                        <a:pt x="770" y="603"/>
                      </a:lnTo>
                      <a:lnTo>
                        <a:pt x="778" y="610"/>
                      </a:lnTo>
                      <a:lnTo>
                        <a:pt x="787" y="618"/>
                      </a:lnTo>
                      <a:lnTo>
                        <a:pt x="787" y="618"/>
                      </a:lnTo>
                      <a:lnTo>
                        <a:pt x="796" y="629"/>
                      </a:lnTo>
                      <a:lnTo>
                        <a:pt x="806" y="641"/>
                      </a:lnTo>
                      <a:lnTo>
                        <a:pt x="813" y="653"/>
                      </a:lnTo>
                      <a:lnTo>
                        <a:pt x="820" y="667"/>
                      </a:lnTo>
                      <a:lnTo>
                        <a:pt x="824" y="681"/>
                      </a:lnTo>
                      <a:lnTo>
                        <a:pt x="828" y="695"/>
                      </a:lnTo>
                      <a:lnTo>
                        <a:pt x="830" y="710"/>
                      </a:lnTo>
                      <a:lnTo>
                        <a:pt x="831" y="725"/>
                      </a:lnTo>
                      <a:lnTo>
                        <a:pt x="831" y="725"/>
                      </a:lnTo>
                      <a:lnTo>
                        <a:pt x="830" y="740"/>
                      </a:lnTo>
                      <a:lnTo>
                        <a:pt x="828" y="755"/>
                      </a:lnTo>
                      <a:lnTo>
                        <a:pt x="824" y="769"/>
                      </a:lnTo>
                      <a:lnTo>
                        <a:pt x="820" y="783"/>
                      </a:lnTo>
                      <a:lnTo>
                        <a:pt x="813" y="797"/>
                      </a:lnTo>
                      <a:lnTo>
                        <a:pt x="806" y="810"/>
                      </a:lnTo>
                      <a:lnTo>
                        <a:pt x="796" y="821"/>
                      </a:lnTo>
                      <a:lnTo>
                        <a:pt x="787" y="832"/>
                      </a:lnTo>
                      <a:lnTo>
                        <a:pt x="787" y="832"/>
                      </a:lnTo>
                      <a:lnTo>
                        <a:pt x="777" y="841"/>
                      </a:lnTo>
                      <a:lnTo>
                        <a:pt x="764" y="850"/>
                      </a:lnTo>
                      <a:lnTo>
                        <a:pt x="753" y="858"/>
                      </a:lnTo>
                      <a:lnTo>
                        <a:pt x="740" y="864"/>
                      </a:lnTo>
                      <a:lnTo>
                        <a:pt x="726" y="869"/>
                      </a:lnTo>
                      <a:lnTo>
                        <a:pt x="712" y="873"/>
                      </a:lnTo>
                      <a:lnTo>
                        <a:pt x="697" y="875"/>
                      </a:lnTo>
                      <a:lnTo>
                        <a:pt x="681" y="876"/>
                      </a:lnTo>
                      <a:lnTo>
                        <a:pt x="681" y="876"/>
                      </a:lnTo>
                      <a:lnTo>
                        <a:pt x="666" y="875"/>
                      </a:lnTo>
                      <a:lnTo>
                        <a:pt x="651" y="873"/>
                      </a:lnTo>
                      <a:lnTo>
                        <a:pt x="637" y="869"/>
                      </a:lnTo>
                      <a:lnTo>
                        <a:pt x="623" y="864"/>
                      </a:lnTo>
                      <a:lnTo>
                        <a:pt x="611" y="858"/>
                      </a:lnTo>
                      <a:lnTo>
                        <a:pt x="598" y="850"/>
                      </a:lnTo>
                      <a:lnTo>
                        <a:pt x="587" y="841"/>
                      </a:lnTo>
                      <a:lnTo>
                        <a:pt x="576" y="832"/>
                      </a:lnTo>
                      <a:lnTo>
                        <a:pt x="576" y="832"/>
                      </a:lnTo>
                      <a:lnTo>
                        <a:pt x="568" y="822"/>
                      </a:lnTo>
                      <a:lnTo>
                        <a:pt x="559" y="812"/>
                      </a:lnTo>
                      <a:lnTo>
                        <a:pt x="552" y="803"/>
                      </a:lnTo>
                      <a:lnTo>
                        <a:pt x="547" y="790"/>
                      </a:lnTo>
                      <a:lnTo>
                        <a:pt x="541" y="779"/>
                      </a:lnTo>
                      <a:lnTo>
                        <a:pt x="539" y="767"/>
                      </a:lnTo>
                      <a:lnTo>
                        <a:pt x="534" y="754"/>
                      </a:lnTo>
                      <a:lnTo>
                        <a:pt x="533" y="742"/>
                      </a:lnTo>
                      <a:lnTo>
                        <a:pt x="446" y="808"/>
                      </a:lnTo>
                      <a:lnTo>
                        <a:pt x="446" y="808"/>
                      </a:lnTo>
                      <a:lnTo>
                        <a:pt x="442" y="812"/>
                      </a:lnTo>
                      <a:lnTo>
                        <a:pt x="436" y="815"/>
                      </a:lnTo>
                      <a:lnTo>
                        <a:pt x="429" y="815"/>
                      </a:lnTo>
                      <a:lnTo>
                        <a:pt x="424" y="814"/>
                      </a:lnTo>
                      <a:lnTo>
                        <a:pt x="418" y="811"/>
                      </a:lnTo>
                      <a:lnTo>
                        <a:pt x="414" y="807"/>
                      </a:lnTo>
                      <a:lnTo>
                        <a:pt x="411" y="800"/>
                      </a:lnTo>
                      <a:lnTo>
                        <a:pt x="410" y="790"/>
                      </a:lnTo>
                      <a:lnTo>
                        <a:pt x="410" y="749"/>
                      </a:lnTo>
                      <a:lnTo>
                        <a:pt x="410" y="749"/>
                      </a:lnTo>
                      <a:close/>
                      <a:moveTo>
                        <a:pt x="443" y="176"/>
                      </a:moveTo>
                      <a:lnTo>
                        <a:pt x="443" y="176"/>
                      </a:lnTo>
                      <a:lnTo>
                        <a:pt x="421" y="183"/>
                      </a:lnTo>
                      <a:lnTo>
                        <a:pt x="399" y="192"/>
                      </a:lnTo>
                      <a:lnTo>
                        <a:pt x="377" y="203"/>
                      </a:lnTo>
                      <a:lnTo>
                        <a:pt x="357" y="215"/>
                      </a:lnTo>
                      <a:lnTo>
                        <a:pt x="336" y="228"/>
                      </a:lnTo>
                      <a:lnTo>
                        <a:pt x="318" y="243"/>
                      </a:lnTo>
                      <a:lnTo>
                        <a:pt x="300" y="261"/>
                      </a:lnTo>
                      <a:lnTo>
                        <a:pt x="282" y="279"/>
                      </a:lnTo>
                      <a:lnTo>
                        <a:pt x="282" y="279"/>
                      </a:lnTo>
                      <a:lnTo>
                        <a:pt x="267" y="298"/>
                      </a:lnTo>
                      <a:lnTo>
                        <a:pt x="252" y="319"/>
                      </a:lnTo>
                      <a:lnTo>
                        <a:pt x="238" y="341"/>
                      </a:lnTo>
                      <a:lnTo>
                        <a:pt x="225" y="365"/>
                      </a:lnTo>
                      <a:lnTo>
                        <a:pt x="214" y="390"/>
                      </a:lnTo>
                      <a:lnTo>
                        <a:pt x="205" y="415"/>
                      </a:lnTo>
                      <a:lnTo>
                        <a:pt x="196" y="441"/>
                      </a:lnTo>
                      <a:lnTo>
                        <a:pt x="189" y="469"/>
                      </a:lnTo>
                      <a:lnTo>
                        <a:pt x="235" y="480"/>
                      </a:lnTo>
                      <a:lnTo>
                        <a:pt x="235" y="480"/>
                      </a:lnTo>
                      <a:lnTo>
                        <a:pt x="243" y="483"/>
                      </a:lnTo>
                      <a:lnTo>
                        <a:pt x="248" y="487"/>
                      </a:lnTo>
                      <a:lnTo>
                        <a:pt x="252" y="492"/>
                      </a:lnTo>
                      <a:lnTo>
                        <a:pt x="253" y="498"/>
                      </a:lnTo>
                      <a:lnTo>
                        <a:pt x="253" y="503"/>
                      </a:lnTo>
                      <a:lnTo>
                        <a:pt x="250" y="510"/>
                      </a:lnTo>
                      <a:lnTo>
                        <a:pt x="248" y="516"/>
                      </a:lnTo>
                      <a:lnTo>
                        <a:pt x="243" y="520"/>
                      </a:lnTo>
                      <a:lnTo>
                        <a:pt x="176" y="577"/>
                      </a:lnTo>
                      <a:lnTo>
                        <a:pt x="176" y="577"/>
                      </a:lnTo>
                      <a:lnTo>
                        <a:pt x="187" y="580"/>
                      </a:lnTo>
                      <a:lnTo>
                        <a:pt x="198" y="582"/>
                      </a:lnTo>
                      <a:lnTo>
                        <a:pt x="209" y="586"/>
                      </a:lnTo>
                      <a:lnTo>
                        <a:pt x="219" y="592"/>
                      </a:lnTo>
                      <a:lnTo>
                        <a:pt x="228" y="598"/>
                      </a:lnTo>
                      <a:lnTo>
                        <a:pt x="238" y="603"/>
                      </a:lnTo>
                      <a:lnTo>
                        <a:pt x="246" y="610"/>
                      </a:lnTo>
                      <a:lnTo>
                        <a:pt x="255" y="618"/>
                      </a:lnTo>
                      <a:lnTo>
                        <a:pt x="255" y="618"/>
                      </a:lnTo>
                      <a:lnTo>
                        <a:pt x="263" y="627"/>
                      </a:lnTo>
                      <a:lnTo>
                        <a:pt x="270" y="636"/>
                      </a:lnTo>
                      <a:lnTo>
                        <a:pt x="277" y="646"/>
                      </a:lnTo>
                      <a:lnTo>
                        <a:pt x="282" y="657"/>
                      </a:lnTo>
                      <a:lnTo>
                        <a:pt x="288" y="668"/>
                      </a:lnTo>
                      <a:lnTo>
                        <a:pt x="292" y="679"/>
                      </a:lnTo>
                      <a:lnTo>
                        <a:pt x="295" y="692"/>
                      </a:lnTo>
                      <a:lnTo>
                        <a:pt x="298" y="704"/>
                      </a:lnTo>
                      <a:lnTo>
                        <a:pt x="410" y="704"/>
                      </a:lnTo>
                      <a:lnTo>
                        <a:pt x="410" y="660"/>
                      </a:lnTo>
                      <a:lnTo>
                        <a:pt x="410" y="660"/>
                      </a:lnTo>
                      <a:lnTo>
                        <a:pt x="411" y="652"/>
                      </a:lnTo>
                      <a:lnTo>
                        <a:pt x="414" y="646"/>
                      </a:lnTo>
                      <a:lnTo>
                        <a:pt x="418" y="642"/>
                      </a:lnTo>
                      <a:lnTo>
                        <a:pt x="422" y="639"/>
                      </a:lnTo>
                      <a:lnTo>
                        <a:pt x="428" y="638"/>
                      </a:lnTo>
                      <a:lnTo>
                        <a:pt x="435" y="638"/>
                      </a:lnTo>
                      <a:lnTo>
                        <a:pt x="440" y="641"/>
                      </a:lnTo>
                      <a:lnTo>
                        <a:pt x="446" y="643"/>
                      </a:lnTo>
                      <a:lnTo>
                        <a:pt x="533" y="711"/>
                      </a:lnTo>
                      <a:lnTo>
                        <a:pt x="533" y="711"/>
                      </a:lnTo>
                      <a:lnTo>
                        <a:pt x="534" y="697"/>
                      </a:lnTo>
                      <a:lnTo>
                        <a:pt x="537" y="685"/>
                      </a:lnTo>
                      <a:lnTo>
                        <a:pt x="541" y="672"/>
                      </a:lnTo>
                      <a:lnTo>
                        <a:pt x="547" y="660"/>
                      </a:lnTo>
                      <a:lnTo>
                        <a:pt x="552" y="649"/>
                      </a:lnTo>
                      <a:lnTo>
                        <a:pt x="559" y="638"/>
                      </a:lnTo>
                      <a:lnTo>
                        <a:pt x="568" y="628"/>
                      </a:lnTo>
                      <a:lnTo>
                        <a:pt x="576" y="618"/>
                      </a:lnTo>
                      <a:lnTo>
                        <a:pt x="576" y="618"/>
                      </a:lnTo>
                      <a:lnTo>
                        <a:pt x="584" y="610"/>
                      </a:lnTo>
                      <a:lnTo>
                        <a:pt x="594" y="603"/>
                      </a:lnTo>
                      <a:lnTo>
                        <a:pt x="604" y="596"/>
                      </a:lnTo>
                      <a:lnTo>
                        <a:pt x="613" y="591"/>
                      </a:lnTo>
                      <a:lnTo>
                        <a:pt x="625" y="585"/>
                      </a:lnTo>
                      <a:lnTo>
                        <a:pt x="636" y="581"/>
                      </a:lnTo>
                      <a:lnTo>
                        <a:pt x="647" y="578"/>
                      </a:lnTo>
                      <a:lnTo>
                        <a:pt x="659" y="575"/>
                      </a:lnTo>
                      <a:lnTo>
                        <a:pt x="659" y="427"/>
                      </a:lnTo>
                      <a:lnTo>
                        <a:pt x="616" y="427"/>
                      </a:lnTo>
                      <a:lnTo>
                        <a:pt x="616" y="427"/>
                      </a:lnTo>
                      <a:lnTo>
                        <a:pt x="608" y="426"/>
                      </a:lnTo>
                      <a:lnTo>
                        <a:pt x="602" y="423"/>
                      </a:lnTo>
                      <a:lnTo>
                        <a:pt x="598" y="419"/>
                      </a:lnTo>
                      <a:lnTo>
                        <a:pt x="595" y="413"/>
                      </a:lnTo>
                      <a:lnTo>
                        <a:pt x="594" y="406"/>
                      </a:lnTo>
                      <a:lnTo>
                        <a:pt x="594" y="399"/>
                      </a:lnTo>
                      <a:lnTo>
                        <a:pt x="595" y="394"/>
                      </a:lnTo>
                      <a:lnTo>
                        <a:pt x="600" y="388"/>
                      </a:lnTo>
                      <a:lnTo>
                        <a:pt x="666" y="302"/>
                      </a:lnTo>
                      <a:lnTo>
                        <a:pt x="666" y="302"/>
                      </a:lnTo>
                      <a:lnTo>
                        <a:pt x="669" y="300"/>
                      </a:lnTo>
                      <a:lnTo>
                        <a:pt x="476" y="300"/>
                      </a:lnTo>
                      <a:lnTo>
                        <a:pt x="476" y="300"/>
                      </a:lnTo>
                      <a:lnTo>
                        <a:pt x="469" y="298"/>
                      </a:lnTo>
                      <a:lnTo>
                        <a:pt x="464" y="297"/>
                      </a:lnTo>
                      <a:lnTo>
                        <a:pt x="457" y="294"/>
                      </a:lnTo>
                      <a:lnTo>
                        <a:pt x="453" y="290"/>
                      </a:lnTo>
                      <a:lnTo>
                        <a:pt x="449" y="286"/>
                      </a:lnTo>
                      <a:lnTo>
                        <a:pt x="446" y="280"/>
                      </a:lnTo>
                      <a:lnTo>
                        <a:pt x="443" y="273"/>
                      </a:lnTo>
                      <a:lnTo>
                        <a:pt x="443" y="266"/>
                      </a:lnTo>
                      <a:lnTo>
                        <a:pt x="443" y="176"/>
                      </a:lnTo>
                      <a:lnTo>
                        <a:pt x="443" y="176"/>
                      </a:lnTo>
                      <a:close/>
                      <a:moveTo>
                        <a:pt x="764" y="67"/>
                      </a:moveTo>
                      <a:lnTo>
                        <a:pt x="510" y="67"/>
                      </a:lnTo>
                      <a:lnTo>
                        <a:pt x="510" y="233"/>
                      </a:lnTo>
                      <a:lnTo>
                        <a:pt x="764" y="233"/>
                      </a:lnTo>
                      <a:lnTo>
                        <a:pt x="764" y="67"/>
                      </a:lnTo>
                      <a:lnTo>
                        <a:pt x="764" y="67"/>
                      </a:lnTo>
                      <a:close/>
                      <a:moveTo>
                        <a:pt x="741" y="665"/>
                      </a:moveTo>
                      <a:lnTo>
                        <a:pt x="741" y="665"/>
                      </a:lnTo>
                      <a:lnTo>
                        <a:pt x="728" y="656"/>
                      </a:lnTo>
                      <a:lnTo>
                        <a:pt x="715" y="647"/>
                      </a:lnTo>
                      <a:lnTo>
                        <a:pt x="706" y="645"/>
                      </a:lnTo>
                      <a:lnTo>
                        <a:pt x="698" y="642"/>
                      </a:lnTo>
                      <a:lnTo>
                        <a:pt x="690" y="641"/>
                      </a:lnTo>
                      <a:lnTo>
                        <a:pt x="681" y="641"/>
                      </a:lnTo>
                      <a:lnTo>
                        <a:pt x="681" y="641"/>
                      </a:lnTo>
                      <a:lnTo>
                        <a:pt x="673" y="641"/>
                      </a:lnTo>
                      <a:lnTo>
                        <a:pt x="665" y="642"/>
                      </a:lnTo>
                      <a:lnTo>
                        <a:pt x="656" y="645"/>
                      </a:lnTo>
                      <a:lnTo>
                        <a:pt x="649" y="647"/>
                      </a:lnTo>
                      <a:lnTo>
                        <a:pt x="634" y="656"/>
                      </a:lnTo>
                      <a:lnTo>
                        <a:pt x="623" y="665"/>
                      </a:lnTo>
                      <a:lnTo>
                        <a:pt x="623" y="665"/>
                      </a:lnTo>
                      <a:lnTo>
                        <a:pt x="612" y="678"/>
                      </a:lnTo>
                      <a:lnTo>
                        <a:pt x="605" y="692"/>
                      </a:lnTo>
                      <a:lnTo>
                        <a:pt x="600" y="708"/>
                      </a:lnTo>
                      <a:lnTo>
                        <a:pt x="598" y="717"/>
                      </a:lnTo>
                      <a:lnTo>
                        <a:pt x="598" y="725"/>
                      </a:lnTo>
                      <a:lnTo>
                        <a:pt x="598" y="725"/>
                      </a:lnTo>
                      <a:lnTo>
                        <a:pt x="598" y="733"/>
                      </a:lnTo>
                      <a:lnTo>
                        <a:pt x="600" y="742"/>
                      </a:lnTo>
                      <a:lnTo>
                        <a:pt x="605" y="758"/>
                      </a:lnTo>
                      <a:lnTo>
                        <a:pt x="612" y="772"/>
                      </a:lnTo>
                      <a:lnTo>
                        <a:pt x="623" y="785"/>
                      </a:lnTo>
                      <a:lnTo>
                        <a:pt x="623" y="785"/>
                      </a:lnTo>
                      <a:lnTo>
                        <a:pt x="634" y="796"/>
                      </a:lnTo>
                      <a:lnTo>
                        <a:pt x="649" y="803"/>
                      </a:lnTo>
                      <a:lnTo>
                        <a:pt x="656" y="805"/>
                      </a:lnTo>
                      <a:lnTo>
                        <a:pt x="665" y="808"/>
                      </a:lnTo>
                      <a:lnTo>
                        <a:pt x="673" y="810"/>
                      </a:lnTo>
                      <a:lnTo>
                        <a:pt x="681" y="810"/>
                      </a:lnTo>
                      <a:lnTo>
                        <a:pt x="681" y="810"/>
                      </a:lnTo>
                      <a:lnTo>
                        <a:pt x="690" y="810"/>
                      </a:lnTo>
                      <a:lnTo>
                        <a:pt x="698" y="808"/>
                      </a:lnTo>
                      <a:lnTo>
                        <a:pt x="706" y="805"/>
                      </a:lnTo>
                      <a:lnTo>
                        <a:pt x="715" y="803"/>
                      </a:lnTo>
                      <a:lnTo>
                        <a:pt x="728" y="796"/>
                      </a:lnTo>
                      <a:lnTo>
                        <a:pt x="741" y="785"/>
                      </a:lnTo>
                      <a:lnTo>
                        <a:pt x="741" y="785"/>
                      </a:lnTo>
                      <a:lnTo>
                        <a:pt x="751" y="772"/>
                      </a:lnTo>
                      <a:lnTo>
                        <a:pt x="759" y="758"/>
                      </a:lnTo>
                      <a:lnTo>
                        <a:pt x="763" y="742"/>
                      </a:lnTo>
                      <a:lnTo>
                        <a:pt x="764" y="733"/>
                      </a:lnTo>
                      <a:lnTo>
                        <a:pt x="764" y="725"/>
                      </a:lnTo>
                      <a:lnTo>
                        <a:pt x="764" y="725"/>
                      </a:lnTo>
                      <a:lnTo>
                        <a:pt x="764" y="717"/>
                      </a:lnTo>
                      <a:lnTo>
                        <a:pt x="763" y="708"/>
                      </a:lnTo>
                      <a:lnTo>
                        <a:pt x="759" y="692"/>
                      </a:lnTo>
                      <a:lnTo>
                        <a:pt x="751" y="678"/>
                      </a:lnTo>
                      <a:lnTo>
                        <a:pt x="741" y="665"/>
                      </a:lnTo>
                      <a:lnTo>
                        <a:pt x="741" y="665"/>
                      </a:lnTo>
                      <a:close/>
                      <a:moveTo>
                        <a:pt x="207" y="665"/>
                      </a:moveTo>
                      <a:lnTo>
                        <a:pt x="207" y="665"/>
                      </a:lnTo>
                      <a:lnTo>
                        <a:pt x="196" y="656"/>
                      </a:lnTo>
                      <a:lnTo>
                        <a:pt x="181" y="647"/>
                      </a:lnTo>
                      <a:lnTo>
                        <a:pt x="174" y="645"/>
                      </a:lnTo>
                      <a:lnTo>
                        <a:pt x="166" y="642"/>
                      </a:lnTo>
                      <a:lnTo>
                        <a:pt x="158" y="641"/>
                      </a:lnTo>
                      <a:lnTo>
                        <a:pt x="149" y="641"/>
                      </a:lnTo>
                      <a:lnTo>
                        <a:pt x="149" y="641"/>
                      </a:lnTo>
                      <a:lnTo>
                        <a:pt x="141" y="641"/>
                      </a:lnTo>
                      <a:lnTo>
                        <a:pt x="133" y="642"/>
                      </a:lnTo>
                      <a:lnTo>
                        <a:pt x="124" y="645"/>
                      </a:lnTo>
                      <a:lnTo>
                        <a:pt x="116" y="647"/>
                      </a:lnTo>
                      <a:lnTo>
                        <a:pt x="102" y="656"/>
                      </a:lnTo>
                      <a:lnTo>
                        <a:pt x="90" y="665"/>
                      </a:lnTo>
                      <a:lnTo>
                        <a:pt x="90" y="665"/>
                      </a:lnTo>
                      <a:lnTo>
                        <a:pt x="80" y="678"/>
                      </a:lnTo>
                      <a:lnTo>
                        <a:pt x="72" y="692"/>
                      </a:lnTo>
                      <a:lnTo>
                        <a:pt x="68" y="708"/>
                      </a:lnTo>
                      <a:lnTo>
                        <a:pt x="66" y="717"/>
                      </a:lnTo>
                      <a:lnTo>
                        <a:pt x="66" y="725"/>
                      </a:lnTo>
                      <a:lnTo>
                        <a:pt x="66" y="725"/>
                      </a:lnTo>
                      <a:lnTo>
                        <a:pt x="66" y="733"/>
                      </a:lnTo>
                      <a:lnTo>
                        <a:pt x="68" y="742"/>
                      </a:lnTo>
                      <a:lnTo>
                        <a:pt x="72" y="758"/>
                      </a:lnTo>
                      <a:lnTo>
                        <a:pt x="80" y="772"/>
                      </a:lnTo>
                      <a:lnTo>
                        <a:pt x="90" y="785"/>
                      </a:lnTo>
                      <a:lnTo>
                        <a:pt x="90" y="785"/>
                      </a:lnTo>
                      <a:lnTo>
                        <a:pt x="102" y="796"/>
                      </a:lnTo>
                      <a:lnTo>
                        <a:pt x="116" y="803"/>
                      </a:lnTo>
                      <a:lnTo>
                        <a:pt x="124" y="805"/>
                      </a:lnTo>
                      <a:lnTo>
                        <a:pt x="133" y="808"/>
                      </a:lnTo>
                      <a:lnTo>
                        <a:pt x="141" y="810"/>
                      </a:lnTo>
                      <a:lnTo>
                        <a:pt x="149" y="810"/>
                      </a:lnTo>
                      <a:lnTo>
                        <a:pt x="149" y="810"/>
                      </a:lnTo>
                      <a:lnTo>
                        <a:pt x="158" y="810"/>
                      </a:lnTo>
                      <a:lnTo>
                        <a:pt x="166" y="808"/>
                      </a:lnTo>
                      <a:lnTo>
                        <a:pt x="174" y="805"/>
                      </a:lnTo>
                      <a:lnTo>
                        <a:pt x="181" y="803"/>
                      </a:lnTo>
                      <a:lnTo>
                        <a:pt x="196" y="796"/>
                      </a:lnTo>
                      <a:lnTo>
                        <a:pt x="207" y="785"/>
                      </a:lnTo>
                      <a:lnTo>
                        <a:pt x="207" y="785"/>
                      </a:lnTo>
                      <a:lnTo>
                        <a:pt x="219" y="772"/>
                      </a:lnTo>
                      <a:lnTo>
                        <a:pt x="225" y="758"/>
                      </a:lnTo>
                      <a:lnTo>
                        <a:pt x="231" y="742"/>
                      </a:lnTo>
                      <a:lnTo>
                        <a:pt x="232" y="733"/>
                      </a:lnTo>
                      <a:lnTo>
                        <a:pt x="232" y="725"/>
                      </a:lnTo>
                      <a:lnTo>
                        <a:pt x="232" y="725"/>
                      </a:lnTo>
                      <a:lnTo>
                        <a:pt x="232" y="717"/>
                      </a:lnTo>
                      <a:lnTo>
                        <a:pt x="231" y="708"/>
                      </a:lnTo>
                      <a:lnTo>
                        <a:pt x="225" y="692"/>
                      </a:lnTo>
                      <a:lnTo>
                        <a:pt x="219" y="678"/>
                      </a:lnTo>
                      <a:lnTo>
                        <a:pt x="207" y="665"/>
                      </a:lnTo>
                      <a:lnTo>
                        <a:pt x="207" y="66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sp>
          <p:nvSpPr>
            <p:cNvPr id="116" name="Isosceles Triangle 9">
              <a:extLst>
                <a:ext uri="{FF2B5EF4-FFF2-40B4-BE49-F238E27FC236}">
                  <a16:creationId xmlns:a16="http://schemas.microsoft.com/office/drawing/2014/main" id="{B54B01E9-337B-86DF-6D5A-207A6C9653F6}"/>
                </a:ext>
              </a:extLst>
            </p:cNvPr>
            <p:cNvSpPr/>
            <p:nvPr/>
          </p:nvSpPr>
          <p:spPr>
            <a:xfrm rot="10800000">
              <a:off x="10068164" y="2593353"/>
              <a:ext cx="285750" cy="184982"/>
            </a:xfrm>
            <a:prstGeom prst="triangle">
              <a:avLst/>
            </a:prstGeom>
            <a:solidFill>
              <a:srgbClr val="2980B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3F3F3F"/>
                </a:solidFill>
                <a:effectLst/>
                <a:uLnTx/>
                <a:uFillTx/>
                <a:latin typeface="Lato Light"/>
                <a:ea typeface="+mn-ea"/>
                <a:cs typeface="+mn-cs"/>
              </a:endParaRPr>
            </a:p>
          </p:txBody>
        </p:sp>
      </p:grpSp>
      <p:grpSp>
        <p:nvGrpSpPr>
          <p:cNvPr id="119" name="Gruppo 118">
            <a:extLst>
              <a:ext uri="{FF2B5EF4-FFF2-40B4-BE49-F238E27FC236}">
                <a16:creationId xmlns:a16="http://schemas.microsoft.com/office/drawing/2014/main" id="{ABA0D07C-AF47-2E9C-0646-1D5F4BD6C9D2}"/>
              </a:ext>
            </a:extLst>
          </p:cNvPr>
          <p:cNvGrpSpPr/>
          <p:nvPr/>
        </p:nvGrpSpPr>
        <p:grpSpPr>
          <a:xfrm>
            <a:off x="8964945" y="4517878"/>
            <a:ext cx="2813574" cy="1180177"/>
            <a:chOff x="8964945" y="4530520"/>
            <a:chExt cx="2813574" cy="1167536"/>
          </a:xfrm>
        </p:grpSpPr>
        <p:grpSp>
          <p:nvGrpSpPr>
            <p:cNvPr id="114" name="Gruppo 113">
              <a:extLst>
                <a:ext uri="{FF2B5EF4-FFF2-40B4-BE49-F238E27FC236}">
                  <a16:creationId xmlns:a16="http://schemas.microsoft.com/office/drawing/2014/main" id="{44D927C2-AC54-B24E-ABBE-BD6EA1C396E2}"/>
                </a:ext>
              </a:extLst>
            </p:cNvPr>
            <p:cNvGrpSpPr/>
            <p:nvPr/>
          </p:nvGrpSpPr>
          <p:grpSpPr>
            <a:xfrm>
              <a:off x="8964945" y="4530520"/>
              <a:ext cx="2813574" cy="1002469"/>
              <a:chOff x="8964945" y="4530520"/>
              <a:chExt cx="2813574" cy="1002469"/>
            </a:xfrm>
          </p:grpSpPr>
          <p:sp>
            <p:nvSpPr>
              <p:cNvPr id="55" name="Rectangle 55">
                <a:extLst>
                  <a:ext uri="{FF2B5EF4-FFF2-40B4-BE49-F238E27FC236}">
                    <a16:creationId xmlns:a16="http://schemas.microsoft.com/office/drawing/2014/main" id="{5BD12713-6A52-96C3-31D6-89BD084B75CE}"/>
                  </a:ext>
                </a:extLst>
              </p:cNvPr>
              <p:cNvSpPr/>
              <p:nvPr/>
            </p:nvSpPr>
            <p:spPr>
              <a:xfrm>
                <a:off x="8964945" y="4530520"/>
                <a:ext cx="2524800" cy="1002469"/>
              </a:xfrm>
              <a:prstGeom prst="rect">
                <a:avLst/>
              </a:prstGeom>
              <a:solidFill>
                <a:srgbClr val="F39C1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3F3F3F"/>
                  </a:solidFill>
                  <a:effectLst/>
                  <a:uLnTx/>
                  <a:uFillTx/>
                  <a:latin typeface="Lato Light"/>
                  <a:ea typeface="+mn-ea"/>
                  <a:cs typeface="+mn-cs"/>
                </a:endParaRPr>
              </a:p>
            </p:txBody>
          </p:sp>
          <p:sp>
            <p:nvSpPr>
              <p:cNvPr id="64" name="Oval 61">
                <a:extLst>
                  <a:ext uri="{FF2B5EF4-FFF2-40B4-BE49-F238E27FC236}">
                    <a16:creationId xmlns:a16="http://schemas.microsoft.com/office/drawing/2014/main" id="{82043F24-78E0-1D6C-F406-8B2598BD3B0B}"/>
                  </a:ext>
                </a:extLst>
              </p:cNvPr>
              <p:cNvSpPr>
                <a:spLocks noChangeAspect="1"/>
              </p:cNvSpPr>
              <p:nvPr/>
            </p:nvSpPr>
            <p:spPr>
              <a:xfrm>
                <a:off x="11196828" y="4887085"/>
                <a:ext cx="581691" cy="582177"/>
              </a:xfrm>
              <a:prstGeom prst="ellipse">
                <a:avLst/>
              </a:prstGeom>
              <a:solidFill>
                <a:srgbClr val="3F3F3F"/>
              </a:solidFill>
              <a:ln w="38100" cap="flat" cmpd="sng" algn="ctr">
                <a:solidFill>
                  <a:srgbClr val="F39C1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 b="1" i="0" u="none" strike="noStrike" kern="0" cap="none" spc="0" normalizeH="0" baseline="0" noProof="0" dirty="0">
                  <a:ln>
                    <a:noFill/>
                  </a:ln>
                  <a:solidFill>
                    <a:srgbClr val="3F3F3F"/>
                  </a:solidFill>
                  <a:effectLst/>
                  <a:uLnTx/>
                  <a:uFillTx/>
                  <a:latin typeface="Lato"/>
                  <a:ea typeface="+mn-ea"/>
                  <a:cs typeface="+mn-cs"/>
                </a:endParaRPr>
              </a:p>
            </p:txBody>
          </p:sp>
          <p:sp>
            <p:nvSpPr>
              <p:cNvPr id="74" name="TextBox 44">
                <a:extLst>
                  <a:ext uri="{FF2B5EF4-FFF2-40B4-BE49-F238E27FC236}">
                    <a16:creationId xmlns:a16="http://schemas.microsoft.com/office/drawing/2014/main" id="{1660BF1D-EA86-03A5-D930-A1AD26B15E5D}"/>
                  </a:ext>
                </a:extLst>
              </p:cNvPr>
              <p:cNvSpPr txBox="1"/>
              <p:nvPr/>
            </p:nvSpPr>
            <p:spPr>
              <a:xfrm>
                <a:off x="9014174" y="4670120"/>
                <a:ext cx="1284056" cy="216110"/>
              </a:xfrm>
              <a:prstGeom prst="rect">
                <a:avLst/>
              </a:prstGeom>
              <a:noFill/>
            </p:spPr>
            <p:txBody>
              <a:bodyPr wrap="none" lIns="54000" tIns="27000" rIns="54000" bIns="27000" rtlCol="0" anchor="t">
                <a:spAutoFit/>
              </a:bodyPr>
              <a:lstStyle/>
              <a:p>
                <a:pPr algn="ctr"/>
                <a:r>
                  <a:rPr lang="en-US" sz="1050" b="1" dirty="0">
                    <a:solidFill>
                      <a:srgbClr val="FFFFFF"/>
                    </a:solidFill>
                    <a:latin typeface="Lato"/>
                  </a:rPr>
                  <a:t>RANKING E AUDIT</a:t>
                </a:r>
                <a:endParaRPr lang="id-ID" sz="1050" b="1" dirty="0">
                  <a:solidFill>
                    <a:srgbClr val="FFFFFF"/>
                  </a:solidFill>
                  <a:latin typeface="Lato"/>
                </a:endParaRPr>
              </a:p>
            </p:txBody>
          </p:sp>
          <p:sp>
            <p:nvSpPr>
              <p:cNvPr id="75" name="Rectangle 45">
                <a:extLst>
                  <a:ext uri="{FF2B5EF4-FFF2-40B4-BE49-F238E27FC236}">
                    <a16:creationId xmlns:a16="http://schemas.microsoft.com/office/drawing/2014/main" id="{DF75C2AD-16ED-F516-6E7A-A659ADE423A1}"/>
                  </a:ext>
                </a:extLst>
              </p:cNvPr>
              <p:cNvSpPr/>
              <p:nvPr/>
            </p:nvSpPr>
            <p:spPr>
              <a:xfrm>
                <a:off x="9014174" y="4849606"/>
                <a:ext cx="2076797" cy="507831"/>
              </a:xfrm>
              <a:prstGeom prst="rect">
                <a:avLst/>
              </a:prstGeom>
            </p:spPr>
            <p:txBody>
              <a:bodyPr wrap="square">
                <a:spAutoFit/>
              </a:bodyPr>
              <a:lstStyle/>
              <a:p>
                <a:pPr algn="just"/>
                <a:r>
                  <a:rPr lang="it-IT" sz="900" dirty="0">
                    <a:solidFill>
                      <a:srgbClr val="FFFFFF"/>
                    </a:solidFill>
                    <a:latin typeface="Calibri" panose="020F0502020204030204" pitchFamily="34" charset="0"/>
                    <a:cs typeface="Calibri" panose="020F0502020204030204" pitchFamily="34" charset="0"/>
                  </a:rPr>
                  <a:t>Le professioni vengono ordinate per pertinenza e analizzate per potenziali </a:t>
                </a:r>
                <a:r>
                  <a:rPr lang="it-IT" sz="900" dirty="0" err="1">
                    <a:solidFill>
                      <a:srgbClr val="FFFFFF"/>
                    </a:solidFill>
                    <a:latin typeface="Calibri" panose="020F0502020204030204" pitchFamily="34" charset="0"/>
                    <a:cs typeface="Calibri" panose="020F0502020204030204" pitchFamily="34" charset="0"/>
                  </a:rPr>
                  <a:t>bias</a:t>
                </a:r>
                <a:r>
                  <a:rPr lang="it-IT" sz="900" dirty="0">
                    <a:solidFill>
                      <a:srgbClr val="FFFFFF"/>
                    </a:solidFill>
                    <a:latin typeface="Calibri" panose="020F0502020204030204" pitchFamily="34" charset="0"/>
                    <a:cs typeface="Calibri" panose="020F0502020204030204" pitchFamily="34" charset="0"/>
                  </a:rPr>
                  <a:t>.</a:t>
                </a:r>
              </a:p>
            </p:txBody>
          </p:sp>
          <p:sp>
            <p:nvSpPr>
              <p:cNvPr id="84" name="Freeform 10">
                <a:extLst>
                  <a:ext uri="{FF2B5EF4-FFF2-40B4-BE49-F238E27FC236}">
                    <a16:creationId xmlns:a16="http://schemas.microsoft.com/office/drawing/2014/main" id="{78DD7836-D329-BD10-732A-C304075CCEA4}"/>
                  </a:ext>
                </a:extLst>
              </p:cNvPr>
              <p:cNvSpPr>
                <a:spLocks noEditPoints="1"/>
              </p:cNvSpPr>
              <p:nvPr/>
            </p:nvSpPr>
            <p:spPr bwMode="auto">
              <a:xfrm>
                <a:off x="11356235" y="5084686"/>
                <a:ext cx="286940" cy="144066"/>
              </a:xfrm>
              <a:custGeom>
                <a:avLst/>
                <a:gdLst>
                  <a:gd name="T0" fmla="*/ 112 w 120"/>
                  <a:gd name="T1" fmla="*/ 39 h 60"/>
                  <a:gd name="T2" fmla="*/ 116 w 120"/>
                  <a:gd name="T3" fmla="*/ 28 h 60"/>
                  <a:gd name="T4" fmla="*/ 100 w 120"/>
                  <a:gd name="T5" fmla="*/ 12 h 60"/>
                  <a:gd name="T6" fmla="*/ 84 w 120"/>
                  <a:gd name="T7" fmla="*/ 28 h 60"/>
                  <a:gd name="T8" fmla="*/ 89 w 120"/>
                  <a:gd name="T9" fmla="*/ 39 h 60"/>
                  <a:gd name="T10" fmla="*/ 84 w 120"/>
                  <a:gd name="T11" fmla="*/ 44 h 60"/>
                  <a:gd name="T12" fmla="*/ 73 w 120"/>
                  <a:gd name="T13" fmla="*/ 35 h 60"/>
                  <a:gd name="T14" fmla="*/ 80 w 120"/>
                  <a:gd name="T15" fmla="*/ 20 h 60"/>
                  <a:gd name="T16" fmla="*/ 60 w 120"/>
                  <a:gd name="T17" fmla="*/ 0 h 60"/>
                  <a:gd name="T18" fmla="*/ 40 w 120"/>
                  <a:gd name="T19" fmla="*/ 20 h 60"/>
                  <a:gd name="T20" fmla="*/ 48 w 120"/>
                  <a:gd name="T21" fmla="*/ 35 h 60"/>
                  <a:gd name="T22" fmla="*/ 37 w 120"/>
                  <a:gd name="T23" fmla="*/ 44 h 60"/>
                  <a:gd name="T24" fmla="*/ 32 w 120"/>
                  <a:gd name="T25" fmla="*/ 39 h 60"/>
                  <a:gd name="T26" fmla="*/ 36 w 120"/>
                  <a:gd name="T27" fmla="*/ 28 h 60"/>
                  <a:gd name="T28" fmla="*/ 20 w 120"/>
                  <a:gd name="T29" fmla="*/ 12 h 60"/>
                  <a:gd name="T30" fmla="*/ 4 w 120"/>
                  <a:gd name="T31" fmla="*/ 28 h 60"/>
                  <a:gd name="T32" fmla="*/ 9 w 120"/>
                  <a:gd name="T33" fmla="*/ 39 h 60"/>
                  <a:gd name="T34" fmla="*/ 0 w 120"/>
                  <a:gd name="T35" fmla="*/ 56 h 60"/>
                  <a:gd name="T36" fmla="*/ 8 w 120"/>
                  <a:gd name="T37" fmla="*/ 56 h 60"/>
                  <a:gd name="T38" fmla="*/ 20 w 120"/>
                  <a:gd name="T39" fmla="*/ 44 h 60"/>
                  <a:gd name="T40" fmla="*/ 32 w 120"/>
                  <a:gd name="T41" fmla="*/ 56 h 60"/>
                  <a:gd name="T42" fmla="*/ 32 w 120"/>
                  <a:gd name="T43" fmla="*/ 60 h 60"/>
                  <a:gd name="T44" fmla="*/ 40 w 120"/>
                  <a:gd name="T45" fmla="*/ 60 h 60"/>
                  <a:gd name="T46" fmla="*/ 60 w 120"/>
                  <a:gd name="T47" fmla="*/ 40 h 60"/>
                  <a:gd name="T48" fmla="*/ 80 w 120"/>
                  <a:gd name="T49" fmla="*/ 60 h 60"/>
                  <a:gd name="T50" fmla="*/ 88 w 120"/>
                  <a:gd name="T51" fmla="*/ 60 h 60"/>
                  <a:gd name="T52" fmla="*/ 88 w 120"/>
                  <a:gd name="T53" fmla="*/ 56 h 60"/>
                  <a:gd name="T54" fmla="*/ 100 w 120"/>
                  <a:gd name="T55" fmla="*/ 44 h 60"/>
                  <a:gd name="T56" fmla="*/ 112 w 120"/>
                  <a:gd name="T57" fmla="*/ 56 h 60"/>
                  <a:gd name="T58" fmla="*/ 120 w 120"/>
                  <a:gd name="T59" fmla="*/ 56 h 60"/>
                  <a:gd name="T60" fmla="*/ 112 w 120"/>
                  <a:gd name="T61" fmla="*/ 39 h 60"/>
                  <a:gd name="T62" fmla="*/ 12 w 120"/>
                  <a:gd name="T63" fmla="*/ 28 h 60"/>
                  <a:gd name="T64" fmla="*/ 20 w 120"/>
                  <a:gd name="T65" fmla="*/ 20 h 60"/>
                  <a:gd name="T66" fmla="*/ 28 w 120"/>
                  <a:gd name="T67" fmla="*/ 28 h 60"/>
                  <a:gd name="T68" fmla="*/ 20 w 120"/>
                  <a:gd name="T69" fmla="*/ 36 h 60"/>
                  <a:gd name="T70" fmla="*/ 12 w 120"/>
                  <a:gd name="T71" fmla="*/ 28 h 60"/>
                  <a:gd name="T72" fmla="*/ 48 w 120"/>
                  <a:gd name="T73" fmla="*/ 20 h 60"/>
                  <a:gd name="T74" fmla="*/ 60 w 120"/>
                  <a:gd name="T75" fmla="*/ 8 h 60"/>
                  <a:gd name="T76" fmla="*/ 72 w 120"/>
                  <a:gd name="T77" fmla="*/ 20 h 60"/>
                  <a:gd name="T78" fmla="*/ 60 w 120"/>
                  <a:gd name="T79" fmla="*/ 32 h 60"/>
                  <a:gd name="T80" fmla="*/ 48 w 120"/>
                  <a:gd name="T81" fmla="*/ 20 h 60"/>
                  <a:gd name="T82" fmla="*/ 92 w 120"/>
                  <a:gd name="T83" fmla="*/ 28 h 60"/>
                  <a:gd name="T84" fmla="*/ 100 w 120"/>
                  <a:gd name="T85" fmla="*/ 20 h 60"/>
                  <a:gd name="T86" fmla="*/ 108 w 120"/>
                  <a:gd name="T87" fmla="*/ 28 h 60"/>
                  <a:gd name="T88" fmla="*/ 100 w 120"/>
                  <a:gd name="T89" fmla="*/ 36 h 60"/>
                  <a:gd name="T90" fmla="*/ 92 w 120"/>
                  <a:gd name="T91" fmla="*/ 2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 h="60">
                    <a:moveTo>
                      <a:pt x="112" y="39"/>
                    </a:moveTo>
                    <a:cubicBezTo>
                      <a:pt x="115" y="36"/>
                      <a:pt x="116" y="32"/>
                      <a:pt x="116" y="28"/>
                    </a:cubicBezTo>
                    <a:cubicBezTo>
                      <a:pt x="116" y="19"/>
                      <a:pt x="109" y="12"/>
                      <a:pt x="100" y="12"/>
                    </a:cubicBezTo>
                    <a:cubicBezTo>
                      <a:pt x="92" y="12"/>
                      <a:pt x="84" y="19"/>
                      <a:pt x="84" y="28"/>
                    </a:cubicBezTo>
                    <a:cubicBezTo>
                      <a:pt x="84" y="32"/>
                      <a:pt x="86" y="36"/>
                      <a:pt x="89" y="39"/>
                    </a:cubicBezTo>
                    <a:cubicBezTo>
                      <a:pt x="87" y="40"/>
                      <a:pt x="85" y="42"/>
                      <a:pt x="84" y="44"/>
                    </a:cubicBezTo>
                    <a:cubicBezTo>
                      <a:pt x="81" y="40"/>
                      <a:pt x="78" y="37"/>
                      <a:pt x="73" y="35"/>
                    </a:cubicBezTo>
                    <a:cubicBezTo>
                      <a:pt x="78" y="31"/>
                      <a:pt x="80" y="26"/>
                      <a:pt x="80" y="20"/>
                    </a:cubicBezTo>
                    <a:cubicBezTo>
                      <a:pt x="80" y="9"/>
                      <a:pt x="71" y="0"/>
                      <a:pt x="60" y="0"/>
                    </a:cubicBezTo>
                    <a:cubicBezTo>
                      <a:pt x="49" y="0"/>
                      <a:pt x="40" y="9"/>
                      <a:pt x="40" y="20"/>
                    </a:cubicBezTo>
                    <a:cubicBezTo>
                      <a:pt x="40" y="26"/>
                      <a:pt x="43" y="31"/>
                      <a:pt x="48" y="35"/>
                    </a:cubicBezTo>
                    <a:cubicBezTo>
                      <a:pt x="43" y="37"/>
                      <a:pt x="40" y="40"/>
                      <a:pt x="37" y="44"/>
                    </a:cubicBezTo>
                    <a:cubicBezTo>
                      <a:pt x="36" y="42"/>
                      <a:pt x="34" y="40"/>
                      <a:pt x="32" y="39"/>
                    </a:cubicBezTo>
                    <a:cubicBezTo>
                      <a:pt x="35" y="36"/>
                      <a:pt x="36" y="32"/>
                      <a:pt x="36" y="28"/>
                    </a:cubicBezTo>
                    <a:cubicBezTo>
                      <a:pt x="36" y="19"/>
                      <a:pt x="29" y="12"/>
                      <a:pt x="20" y="12"/>
                    </a:cubicBezTo>
                    <a:cubicBezTo>
                      <a:pt x="12" y="12"/>
                      <a:pt x="4" y="19"/>
                      <a:pt x="4" y="28"/>
                    </a:cubicBezTo>
                    <a:cubicBezTo>
                      <a:pt x="4" y="32"/>
                      <a:pt x="6" y="36"/>
                      <a:pt x="9" y="39"/>
                    </a:cubicBezTo>
                    <a:cubicBezTo>
                      <a:pt x="4" y="43"/>
                      <a:pt x="0" y="49"/>
                      <a:pt x="0" y="56"/>
                    </a:cubicBezTo>
                    <a:cubicBezTo>
                      <a:pt x="8" y="56"/>
                      <a:pt x="8" y="56"/>
                      <a:pt x="8" y="56"/>
                    </a:cubicBezTo>
                    <a:cubicBezTo>
                      <a:pt x="8" y="49"/>
                      <a:pt x="14" y="44"/>
                      <a:pt x="20" y="44"/>
                    </a:cubicBezTo>
                    <a:cubicBezTo>
                      <a:pt x="27" y="44"/>
                      <a:pt x="32" y="49"/>
                      <a:pt x="32" y="56"/>
                    </a:cubicBezTo>
                    <a:cubicBezTo>
                      <a:pt x="32" y="60"/>
                      <a:pt x="32" y="60"/>
                      <a:pt x="32" y="60"/>
                    </a:cubicBezTo>
                    <a:cubicBezTo>
                      <a:pt x="40" y="60"/>
                      <a:pt x="40" y="60"/>
                      <a:pt x="40" y="60"/>
                    </a:cubicBezTo>
                    <a:cubicBezTo>
                      <a:pt x="40" y="49"/>
                      <a:pt x="49" y="40"/>
                      <a:pt x="60" y="40"/>
                    </a:cubicBezTo>
                    <a:cubicBezTo>
                      <a:pt x="71" y="40"/>
                      <a:pt x="80" y="49"/>
                      <a:pt x="80" y="60"/>
                    </a:cubicBezTo>
                    <a:cubicBezTo>
                      <a:pt x="88" y="60"/>
                      <a:pt x="88" y="60"/>
                      <a:pt x="88" y="60"/>
                    </a:cubicBezTo>
                    <a:cubicBezTo>
                      <a:pt x="88" y="56"/>
                      <a:pt x="88" y="56"/>
                      <a:pt x="88" y="56"/>
                    </a:cubicBezTo>
                    <a:cubicBezTo>
                      <a:pt x="88" y="49"/>
                      <a:pt x="94" y="44"/>
                      <a:pt x="100" y="44"/>
                    </a:cubicBezTo>
                    <a:cubicBezTo>
                      <a:pt x="107" y="44"/>
                      <a:pt x="112" y="49"/>
                      <a:pt x="112" y="56"/>
                    </a:cubicBezTo>
                    <a:cubicBezTo>
                      <a:pt x="120" y="56"/>
                      <a:pt x="120" y="56"/>
                      <a:pt x="120" y="56"/>
                    </a:cubicBezTo>
                    <a:cubicBezTo>
                      <a:pt x="120" y="49"/>
                      <a:pt x="117" y="43"/>
                      <a:pt x="112" y="39"/>
                    </a:cubicBezTo>
                    <a:close/>
                    <a:moveTo>
                      <a:pt x="12" y="28"/>
                    </a:moveTo>
                    <a:cubicBezTo>
                      <a:pt x="12" y="23"/>
                      <a:pt x="16" y="20"/>
                      <a:pt x="20" y="20"/>
                    </a:cubicBezTo>
                    <a:cubicBezTo>
                      <a:pt x="25" y="20"/>
                      <a:pt x="28" y="23"/>
                      <a:pt x="28" y="28"/>
                    </a:cubicBezTo>
                    <a:cubicBezTo>
                      <a:pt x="28" y="32"/>
                      <a:pt x="25" y="36"/>
                      <a:pt x="20" y="36"/>
                    </a:cubicBezTo>
                    <a:cubicBezTo>
                      <a:pt x="16" y="36"/>
                      <a:pt x="12" y="32"/>
                      <a:pt x="12" y="28"/>
                    </a:cubicBezTo>
                    <a:close/>
                    <a:moveTo>
                      <a:pt x="48" y="20"/>
                    </a:moveTo>
                    <a:cubicBezTo>
                      <a:pt x="48" y="13"/>
                      <a:pt x="54" y="8"/>
                      <a:pt x="60" y="8"/>
                    </a:cubicBezTo>
                    <a:cubicBezTo>
                      <a:pt x="67" y="8"/>
                      <a:pt x="72" y="13"/>
                      <a:pt x="72" y="20"/>
                    </a:cubicBezTo>
                    <a:cubicBezTo>
                      <a:pt x="72" y="26"/>
                      <a:pt x="67" y="32"/>
                      <a:pt x="60" y="32"/>
                    </a:cubicBezTo>
                    <a:cubicBezTo>
                      <a:pt x="54" y="32"/>
                      <a:pt x="48" y="26"/>
                      <a:pt x="48" y="20"/>
                    </a:cubicBezTo>
                    <a:close/>
                    <a:moveTo>
                      <a:pt x="92" y="28"/>
                    </a:moveTo>
                    <a:cubicBezTo>
                      <a:pt x="92" y="23"/>
                      <a:pt x="96" y="20"/>
                      <a:pt x="100" y="20"/>
                    </a:cubicBezTo>
                    <a:cubicBezTo>
                      <a:pt x="105" y="20"/>
                      <a:pt x="108" y="23"/>
                      <a:pt x="108" y="28"/>
                    </a:cubicBezTo>
                    <a:cubicBezTo>
                      <a:pt x="108" y="32"/>
                      <a:pt x="105" y="36"/>
                      <a:pt x="100" y="36"/>
                    </a:cubicBezTo>
                    <a:cubicBezTo>
                      <a:pt x="96" y="36"/>
                      <a:pt x="92" y="32"/>
                      <a:pt x="92" y="28"/>
                    </a:cubicBezTo>
                    <a:close/>
                  </a:path>
                </a:pathLst>
              </a:custGeom>
              <a:solidFill>
                <a:srgbClr val="F39C12"/>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Lato Light"/>
                </a:endParaRPr>
              </a:p>
            </p:txBody>
          </p:sp>
        </p:grpSp>
        <p:sp>
          <p:nvSpPr>
            <p:cNvPr id="118" name="Isosceles Triangle 6">
              <a:extLst>
                <a:ext uri="{FF2B5EF4-FFF2-40B4-BE49-F238E27FC236}">
                  <a16:creationId xmlns:a16="http://schemas.microsoft.com/office/drawing/2014/main" id="{A2FF3335-D2F0-5016-C648-EA24FD4A1403}"/>
                </a:ext>
              </a:extLst>
            </p:cNvPr>
            <p:cNvSpPr/>
            <p:nvPr/>
          </p:nvSpPr>
          <p:spPr>
            <a:xfrm rot="10800000">
              <a:off x="10074939" y="5513074"/>
              <a:ext cx="285750" cy="184982"/>
            </a:xfrm>
            <a:prstGeom prst="triangle">
              <a:avLst/>
            </a:prstGeom>
            <a:solidFill>
              <a:srgbClr val="F39C1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3F3F3F"/>
                </a:solidFill>
                <a:effectLst/>
                <a:uLnTx/>
                <a:uFillTx/>
                <a:latin typeface="Lato Light"/>
                <a:ea typeface="+mn-ea"/>
                <a:cs typeface="+mn-cs"/>
              </a:endParaRPr>
            </a:p>
          </p:txBody>
        </p:sp>
      </p:grpSp>
      <p:grpSp>
        <p:nvGrpSpPr>
          <p:cNvPr id="79" name="Gruppo 78">
            <a:extLst>
              <a:ext uri="{FF2B5EF4-FFF2-40B4-BE49-F238E27FC236}">
                <a16:creationId xmlns:a16="http://schemas.microsoft.com/office/drawing/2014/main" id="{11396918-2C5E-965A-FDE6-040B581FE1EA}"/>
              </a:ext>
            </a:extLst>
          </p:cNvPr>
          <p:cNvGrpSpPr/>
          <p:nvPr/>
        </p:nvGrpSpPr>
        <p:grpSpPr>
          <a:xfrm>
            <a:off x="8964945" y="3624879"/>
            <a:ext cx="2776730" cy="1075566"/>
            <a:chOff x="8964945" y="3624879"/>
            <a:chExt cx="2776730" cy="1075566"/>
          </a:xfrm>
        </p:grpSpPr>
        <p:sp>
          <p:nvSpPr>
            <p:cNvPr id="57" name="Rectangle 5">
              <a:extLst>
                <a:ext uri="{FF2B5EF4-FFF2-40B4-BE49-F238E27FC236}">
                  <a16:creationId xmlns:a16="http://schemas.microsoft.com/office/drawing/2014/main" id="{A128DC5F-F9A9-9C1F-FD5D-47E56255F8C9}"/>
                </a:ext>
              </a:extLst>
            </p:cNvPr>
            <p:cNvSpPr/>
            <p:nvPr/>
          </p:nvSpPr>
          <p:spPr>
            <a:xfrm>
              <a:off x="8964945" y="3624879"/>
              <a:ext cx="2515663" cy="909876"/>
            </a:xfrm>
            <a:prstGeom prst="rect">
              <a:avLst/>
            </a:prstGeom>
            <a:solidFill>
              <a:srgbClr val="9BBB5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3F3F3F"/>
                </a:solidFill>
                <a:effectLst/>
                <a:uLnTx/>
                <a:uFillTx/>
                <a:latin typeface="Lato Light"/>
                <a:ea typeface="+mn-ea"/>
                <a:cs typeface="+mn-cs"/>
              </a:endParaRPr>
            </a:p>
          </p:txBody>
        </p:sp>
        <p:sp>
          <p:nvSpPr>
            <p:cNvPr id="66" name="Oval 29">
              <a:extLst>
                <a:ext uri="{FF2B5EF4-FFF2-40B4-BE49-F238E27FC236}">
                  <a16:creationId xmlns:a16="http://schemas.microsoft.com/office/drawing/2014/main" id="{3EC99C80-B968-F924-397B-AE2E881F381B}"/>
                </a:ext>
              </a:extLst>
            </p:cNvPr>
            <p:cNvSpPr>
              <a:spLocks noChangeAspect="1"/>
            </p:cNvSpPr>
            <p:nvPr/>
          </p:nvSpPr>
          <p:spPr>
            <a:xfrm>
              <a:off x="11159984" y="3901804"/>
              <a:ext cx="581691" cy="582177"/>
            </a:xfrm>
            <a:prstGeom prst="ellipse">
              <a:avLst/>
            </a:prstGeom>
            <a:solidFill>
              <a:srgbClr val="3F3F3F"/>
            </a:solidFill>
            <a:ln w="38100" cap="flat" cmpd="sng" algn="ctr">
              <a:solidFill>
                <a:srgbClr val="9BBB5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 b="1" i="0" u="none" strike="noStrike" kern="0" cap="none" spc="0" normalizeH="0" baseline="0" noProof="0" dirty="0">
                <a:ln>
                  <a:noFill/>
                </a:ln>
                <a:solidFill>
                  <a:srgbClr val="3F3F3F"/>
                </a:solidFill>
                <a:effectLst/>
                <a:uLnTx/>
                <a:uFillTx/>
                <a:latin typeface="Lato"/>
                <a:ea typeface="+mn-ea"/>
                <a:cs typeface="+mn-cs"/>
              </a:endParaRPr>
            </a:p>
          </p:txBody>
        </p:sp>
        <p:sp>
          <p:nvSpPr>
            <p:cNvPr id="72" name="TextBox 42">
              <a:extLst>
                <a:ext uri="{FF2B5EF4-FFF2-40B4-BE49-F238E27FC236}">
                  <a16:creationId xmlns:a16="http://schemas.microsoft.com/office/drawing/2014/main" id="{74FA59C2-9C98-20E5-F19F-CAB515385160}"/>
                </a:ext>
              </a:extLst>
            </p:cNvPr>
            <p:cNvSpPr txBox="1"/>
            <p:nvPr/>
          </p:nvSpPr>
          <p:spPr>
            <a:xfrm>
              <a:off x="9014174" y="3764479"/>
              <a:ext cx="1583818" cy="216110"/>
            </a:xfrm>
            <a:prstGeom prst="rect">
              <a:avLst/>
            </a:prstGeom>
            <a:noFill/>
          </p:spPr>
          <p:txBody>
            <a:bodyPr wrap="none" lIns="54000" tIns="27000" rIns="54000" bIns="27000" rtlCol="0" anchor="t">
              <a:spAutoFit/>
            </a:bodyPr>
            <a:lstStyle/>
            <a:p>
              <a:pPr algn="ctr"/>
              <a:r>
                <a:rPr lang="en-US" sz="1050" b="1" dirty="0">
                  <a:solidFill>
                    <a:srgbClr val="FFFFFF"/>
                  </a:solidFill>
                  <a:latin typeface="Lato"/>
                </a:rPr>
                <a:t>ARRICCHIMENTO DATI</a:t>
              </a:r>
              <a:endParaRPr lang="id-ID" sz="1050" b="1" dirty="0">
                <a:solidFill>
                  <a:srgbClr val="FFFFFF"/>
                </a:solidFill>
                <a:latin typeface="Lato"/>
              </a:endParaRPr>
            </a:p>
          </p:txBody>
        </p:sp>
        <p:sp>
          <p:nvSpPr>
            <p:cNvPr id="73" name="Rectangle 43">
              <a:extLst>
                <a:ext uri="{FF2B5EF4-FFF2-40B4-BE49-F238E27FC236}">
                  <a16:creationId xmlns:a16="http://schemas.microsoft.com/office/drawing/2014/main" id="{5BD9CA57-994A-AB4D-F949-5A5949D0250B}"/>
                </a:ext>
              </a:extLst>
            </p:cNvPr>
            <p:cNvSpPr/>
            <p:nvPr/>
          </p:nvSpPr>
          <p:spPr>
            <a:xfrm>
              <a:off x="9014174" y="3982876"/>
              <a:ext cx="2126316" cy="507831"/>
            </a:xfrm>
            <a:prstGeom prst="rect">
              <a:avLst/>
            </a:prstGeom>
          </p:spPr>
          <p:txBody>
            <a:bodyPr wrap="square">
              <a:spAutoFit/>
            </a:bodyPr>
            <a:lstStyle/>
            <a:p>
              <a:pPr algn="just"/>
              <a:r>
                <a:rPr lang="it-IT" sz="900" dirty="0">
                  <a:solidFill>
                    <a:srgbClr val="FFFFFF"/>
                  </a:solidFill>
                  <a:latin typeface="Calibri" panose="020F0502020204030204" pitchFamily="34" charset="0"/>
                  <a:cs typeface="Calibri" panose="020F0502020204030204" pitchFamily="34" charset="0"/>
                </a:rPr>
                <a:t>Le chiavi vengono usate per interrogare le API INAPP e recuperare le professioni associate.</a:t>
              </a:r>
              <a:endParaRPr lang="id-ID" sz="900" dirty="0">
                <a:solidFill>
                  <a:srgbClr val="FFFFFF"/>
                </a:solidFill>
                <a:latin typeface="Calibri" panose="020F0502020204030204" pitchFamily="34" charset="0"/>
                <a:cs typeface="Calibri" panose="020F0502020204030204" pitchFamily="34" charset="0"/>
              </a:endParaRPr>
            </a:p>
          </p:txBody>
        </p:sp>
        <p:grpSp>
          <p:nvGrpSpPr>
            <p:cNvPr id="99" name="Group 297">
              <a:extLst>
                <a:ext uri="{FF2B5EF4-FFF2-40B4-BE49-F238E27FC236}">
                  <a16:creationId xmlns:a16="http://schemas.microsoft.com/office/drawing/2014/main" id="{9F7512D9-94AD-5FCB-E8AD-8786381C8964}"/>
                </a:ext>
              </a:extLst>
            </p:cNvPr>
            <p:cNvGrpSpPr/>
            <p:nvPr/>
          </p:nvGrpSpPr>
          <p:grpSpPr>
            <a:xfrm>
              <a:off x="11312170" y="4037638"/>
              <a:ext cx="270902" cy="275592"/>
              <a:chOff x="3454400" y="4987925"/>
              <a:chExt cx="892175" cy="676275"/>
            </a:xfrm>
            <a:solidFill>
              <a:srgbClr val="9BBB59"/>
            </a:solidFill>
          </p:grpSpPr>
          <p:sp>
            <p:nvSpPr>
              <p:cNvPr id="100" name="Rectangle 45">
                <a:extLst>
                  <a:ext uri="{FF2B5EF4-FFF2-40B4-BE49-F238E27FC236}">
                    <a16:creationId xmlns:a16="http://schemas.microsoft.com/office/drawing/2014/main" id="{9062D623-89A9-C7A3-7E98-F5017DC6527E}"/>
                  </a:ext>
                </a:extLst>
              </p:cNvPr>
              <p:cNvSpPr>
                <a:spLocks noChangeArrowheads="1"/>
              </p:cNvSpPr>
              <p:nvPr/>
            </p:nvSpPr>
            <p:spPr bwMode="auto">
              <a:xfrm>
                <a:off x="3454400" y="5575300"/>
                <a:ext cx="892175" cy="889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1" name="Rectangle 46">
                <a:extLst>
                  <a:ext uri="{FF2B5EF4-FFF2-40B4-BE49-F238E27FC236}">
                    <a16:creationId xmlns:a16="http://schemas.microsoft.com/office/drawing/2014/main" id="{BBBF94F3-A0F6-9ABA-A65B-1F069DF941F9}"/>
                  </a:ext>
                </a:extLst>
              </p:cNvPr>
              <p:cNvSpPr>
                <a:spLocks noChangeArrowheads="1"/>
              </p:cNvSpPr>
              <p:nvPr/>
            </p:nvSpPr>
            <p:spPr bwMode="auto">
              <a:xfrm>
                <a:off x="3559175" y="5105194"/>
                <a:ext cx="171450" cy="403431"/>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2" name="Rectangle 47">
                <a:extLst>
                  <a:ext uri="{FF2B5EF4-FFF2-40B4-BE49-F238E27FC236}">
                    <a16:creationId xmlns:a16="http://schemas.microsoft.com/office/drawing/2014/main" id="{B465EF45-A646-83BE-5DD0-1EC834749EB7}"/>
                  </a:ext>
                </a:extLst>
              </p:cNvPr>
              <p:cNvSpPr>
                <a:spLocks noChangeArrowheads="1"/>
              </p:cNvSpPr>
              <p:nvPr/>
            </p:nvSpPr>
            <p:spPr bwMode="auto">
              <a:xfrm>
                <a:off x="3813175" y="5211208"/>
                <a:ext cx="174625" cy="29741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3" name="Rectangle 48">
                <a:extLst>
                  <a:ext uri="{FF2B5EF4-FFF2-40B4-BE49-F238E27FC236}">
                    <a16:creationId xmlns:a16="http://schemas.microsoft.com/office/drawing/2014/main" id="{3D2C9927-13E9-B056-59CC-4A202286810E}"/>
                  </a:ext>
                </a:extLst>
              </p:cNvPr>
              <p:cNvSpPr>
                <a:spLocks noChangeArrowheads="1"/>
              </p:cNvSpPr>
              <p:nvPr/>
            </p:nvSpPr>
            <p:spPr bwMode="auto">
              <a:xfrm>
                <a:off x="4070350" y="4987925"/>
                <a:ext cx="174625" cy="5207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grpSp>
        <p:sp>
          <p:nvSpPr>
            <p:cNvPr id="58" name="Isosceles Triangle 6">
              <a:extLst>
                <a:ext uri="{FF2B5EF4-FFF2-40B4-BE49-F238E27FC236}">
                  <a16:creationId xmlns:a16="http://schemas.microsoft.com/office/drawing/2014/main" id="{C50D9D5C-D477-8B40-322F-6374A4B5B518}"/>
                </a:ext>
              </a:extLst>
            </p:cNvPr>
            <p:cNvSpPr/>
            <p:nvPr/>
          </p:nvSpPr>
          <p:spPr>
            <a:xfrm rot="10800000">
              <a:off x="10074939" y="4515463"/>
              <a:ext cx="285750" cy="184982"/>
            </a:xfrm>
            <a:prstGeom prst="triangle">
              <a:avLst/>
            </a:prstGeom>
            <a:solidFill>
              <a:srgbClr val="9BBB5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3F3F3F"/>
                </a:solidFill>
                <a:effectLst/>
                <a:uLnTx/>
                <a:uFillTx/>
                <a:latin typeface="Lato Light"/>
                <a:ea typeface="+mn-ea"/>
                <a:cs typeface="+mn-cs"/>
              </a:endParaRPr>
            </a:p>
          </p:txBody>
        </p:sp>
      </p:grpSp>
    </p:spTree>
    <p:extLst>
      <p:ext uri="{BB962C8B-B14F-4D97-AF65-F5344CB8AC3E}">
        <p14:creationId xmlns:p14="http://schemas.microsoft.com/office/powerpoint/2010/main" val="3981140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22" presetClass="entr" presetSubtype="4" fill="hold" nodeType="withEffect">
                                  <p:stCondLst>
                                    <p:cond delay="500"/>
                                  </p:stCondLst>
                                  <p:childTnLst>
                                    <p:set>
                                      <p:cBhvr>
                                        <p:cTn id="9" dur="1" fill="hold">
                                          <p:stCondLst>
                                            <p:cond delay="0"/>
                                          </p:stCondLst>
                                        </p:cTn>
                                        <p:tgtEl>
                                          <p:spTgt spid="117"/>
                                        </p:tgtEl>
                                        <p:attrNameLst>
                                          <p:attrName>style.visibility</p:attrName>
                                        </p:attrNameLst>
                                      </p:cBhvr>
                                      <p:to>
                                        <p:strVal val="visible"/>
                                      </p:to>
                                    </p:set>
                                    <p:animEffect transition="in" filter="wipe(down)">
                                      <p:cBhvr>
                                        <p:cTn id="10" dur="1750"/>
                                        <p:tgtEl>
                                          <p:spTgt spid="117"/>
                                        </p:tgtEl>
                                      </p:cBhvr>
                                    </p:animEffect>
                                  </p:childTnLst>
                                </p:cTn>
                              </p:par>
                              <p:par>
                                <p:cTn id="11" presetID="22" presetClass="entr" presetSubtype="4" fill="hold" nodeType="withEffect">
                                  <p:stCondLst>
                                    <p:cond delay="1250"/>
                                  </p:stCondLst>
                                  <p:childTnLst>
                                    <p:set>
                                      <p:cBhvr>
                                        <p:cTn id="12" dur="1" fill="hold">
                                          <p:stCondLst>
                                            <p:cond delay="0"/>
                                          </p:stCondLst>
                                        </p:cTn>
                                        <p:tgtEl>
                                          <p:spTgt spid="112"/>
                                        </p:tgtEl>
                                        <p:attrNameLst>
                                          <p:attrName>style.visibility</p:attrName>
                                        </p:attrNameLst>
                                      </p:cBhvr>
                                      <p:to>
                                        <p:strVal val="visible"/>
                                      </p:to>
                                    </p:set>
                                    <p:animEffect transition="in" filter="wipe(down)">
                                      <p:cBhvr>
                                        <p:cTn id="13" dur="1750"/>
                                        <p:tgtEl>
                                          <p:spTgt spid="112"/>
                                        </p:tgtEl>
                                      </p:cBhvr>
                                    </p:animEffect>
                                  </p:childTnLst>
                                </p:cTn>
                              </p:par>
                              <p:par>
                                <p:cTn id="14" presetID="22" presetClass="entr" presetSubtype="4" fill="hold" nodeType="withEffect">
                                  <p:stCondLst>
                                    <p:cond delay="2750"/>
                                  </p:stCondLst>
                                  <p:childTnLst>
                                    <p:set>
                                      <p:cBhvr>
                                        <p:cTn id="15" dur="1" fill="hold">
                                          <p:stCondLst>
                                            <p:cond delay="0"/>
                                          </p:stCondLst>
                                        </p:cTn>
                                        <p:tgtEl>
                                          <p:spTgt spid="119"/>
                                        </p:tgtEl>
                                        <p:attrNameLst>
                                          <p:attrName>style.visibility</p:attrName>
                                        </p:attrNameLst>
                                      </p:cBhvr>
                                      <p:to>
                                        <p:strVal val="visible"/>
                                      </p:to>
                                    </p:set>
                                    <p:animEffect transition="in" filter="wipe(down)">
                                      <p:cBhvr>
                                        <p:cTn id="16" dur="1750"/>
                                        <p:tgtEl>
                                          <p:spTgt spid="119"/>
                                        </p:tgtEl>
                                      </p:cBhvr>
                                    </p:animEffect>
                                  </p:childTnLst>
                                </p:cTn>
                              </p:par>
                              <p:par>
                                <p:cTn id="17" presetID="22" presetClass="entr" presetSubtype="4" fill="hold" nodeType="withEffect">
                                  <p:stCondLst>
                                    <p:cond delay="3500"/>
                                  </p:stCondLst>
                                  <p:childTnLst>
                                    <p:set>
                                      <p:cBhvr>
                                        <p:cTn id="18" dur="1" fill="hold">
                                          <p:stCondLst>
                                            <p:cond delay="0"/>
                                          </p:stCondLst>
                                        </p:cTn>
                                        <p:tgtEl>
                                          <p:spTgt spid="115"/>
                                        </p:tgtEl>
                                        <p:attrNameLst>
                                          <p:attrName>style.visibility</p:attrName>
                                        </p:attrNameLst>
                                      </p:cBhvr>
                                      <p:to>
                                        <p:strVal val="visible"/>
                                      </p:to>
                                    </p:set>
                                    <p:animEffect transition="in" filter="wipe(down)">
                                      <p:cBhvr>
                                        <p:cTn id="19" dur="1750"/>
                                        <p:tgtEl>
                                          <p:spTgt spid="115"/>
                                        </p:tgtEl>
                                      </p:cBhvr>
                                    </p:animEffect>
                                  </p:childTnLst>
                                </p:cTn>
                              </p:par>
                              <p:par>
                                <p:cTn id="20" presetID="14" presetClass="entr" presetSubtype="10" fill="hold" nodeType="withEffect">
                                  <p:stCondLst>
                                    <p:cond delay="350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par>
                                <p:cTn id="23" presetID="22" presetClass="entr" presetSubtype="4" fill="hold" nodeType="withEffect">
                                  <p:stCondLst>
                                    <p:cond delay="2000"/>
                                  </p:stCondLst>
                                  <p:childTnLst>
                                    <p:set>
                                      <p:cBhvr>
                                        <p:cTn id="24" dur="1" fill="hold">
                                          <p:stCondLst>
                                            <p:cond delay="0"/>
                                          </p:stCondLst>
                                        </p:cTn>
                                        <p:tgtEl>
                                          <p:spTgt spid="79"/>
                                        </p:tgtEl>
                                        <p:attrNameLst>
                                          <p:attrName>style.visibility</p:attrName>
                                        </p:attrNameLst>
                                      </p:cBhvr>
                                      <p:to>
                                        <p:strVal val="visible"/>
                                      </p:to>
                                    </p:set>
                                    <p:animEffect transition="in" filter="wipe(down)">
                                      <p:cBhvr>
                                        <p:cTn id="25" dur="17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magine 5" descr="Immagine che contiene statua, uomo, arte, persona&#10;&#10;Il contenuto generato dall'IA potrebbe non essere corretto.">
            <a:extLst>
              <a:ext uri="{FF2B5EF4-FFF2-40B4-BE49-F238E27FC236}">
                <a16:creationId xmlns:a16="http://schemas.microsoft.com/office/drawing/2014/main" id="{BD82D2BD-DA54-E48A-A1A8-8A6EAB5F69D7}"/>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17942" b="7307"/>
          <a:stretch>
            <a:fillRect/>
          </a:stretch>
        </p:blipFill>
        <p:spPr>
          <a:xfrm>
            <a:off x="20" y="1"/>
            <a:ext cx="12191980" cy="6857999"/>
          </a:xfrm>
          <a:prstGeom prst="rect">
            <a:avLst/>
          </a:prstGeom>
        </p:spPr>
      </p:pic>
      <p:sp>
        <p:nvSpPr>
          <p:cNvPr id="7" name="Rettangolo 6">
            <a:extLst>
              <a:ext uri="{FF2B5EF4-FFF2-40B4-BE49-F238E27FC236}">
                <a16:creationId xmlns:a16="http://schemas.microsoft.com/office/drawing/2014/main" id="{F9D43FCC-ADFB-6182-4B60-B7610895A702}"/>
              </a:ext>
            </a:extLst>
          </p:cNvPr>
          <p:cNvSpPr/>
          <p:nvPr/>
        </p:nvSpPr>
        <p:spPr>
          <a:xfrm>
            <a:off x="1" y="0"/>
            <a:ext cx="12192000" cy="6858000"/>
          </a:xfrm>
          <a:prstGeom prst="rect">
            <a:avLst/>
          </a:prstGeom>
          <a:solidFill>
            <a:schemeClr val="tx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Title 1">
            <a:extLst>
              <a:ext uri="{FF2B5EF4-FFF2-40B4-BE49-F238E27FC236}">
                <a16:creationId xmlns:a16="http://schemas.microsoft.com/office/drawing/2014/main" id="{B8565412-2F65-5B84-6713-B1A726B331CD}"/>
              </a:ext>
            </a:extLst>
          </p:cNvPr>
          <p:cNvSpPr>
            <a:spLocks noGrp="1"/>
          </p:cNvSpPr>
          <p:nvPr/>
        </p:nvSpPr>
        <p:spPr>
          <a:xfrm>
            <a:off x="12157" y="19049"/>
            <a:ext cx="5750468" cy="828675"/>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r>
              <a:rPr lang="it-IT" sz="2800" cap="none" dirty="0">
                <a:solidFill>
                  <a:schemeClr val="bg1"/>
                </a:solidFill>
              </a:rPr>
              <a:t>IL MOTORE COGNITIVO: </a:t>
            </a:r>
          </a:p>
          <a:p>
            <a:r>
              <a:rPr lang="it-IT" sz="2800" cap="none" dirty="0">
                <a:solidFill>
                  <a:schemeClr val="bg1"/>
                </a:solidFill>
              </a:rPr>
              <a:t>GLI AGENTI LLM SPECIALIZZATI</a:t>
            </a:r>
          </a:p>
        </p:txBody>
      </p:sp>
      <p:sp>
        <p:nvSpPr>
          <p:cNvPr id="10" name="CasellaDiTesto 9">
            <a:extLst>
              <a:ext uri="{FF2B5EF4-FFF2-40B4-BE49-F238E27FC236}">
                <a16:creationId xmlns:a16="http://schemas.microsoft.com/office/drawing/2014/main" id="{8F890CB2-183E-B221-885E-757B1F57134D}"/>
              </a:ext>
            </a:extLst>
          </p:cNvPr>
          <p:cNvSpPr txBox="1"/>
          <p:nvPr/>
        </p:nvSpPr>
        <p:spPr>
          <a:xfrm>
            <a:off x="587173" y="940098"/>
            <a:ext cx="3187160" cy="369332"/>
          </a:xfrm>
          <a:prstGeom prst="rect">
            <a:avLst/>
          </a:prstGeom>
          <a:solidFill>
            <a:sysClr val="window" lastClr="FFFFFF"/>
          </a:solidFill>
          <a:effectLst>
            <a:softEdge rad="127000"/>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black"/>
                </a:solidFill>
                <a:latin typeface="Calibri" panose="020F0502020204030204" pitchFamily="34" charset="0"/>
                <a:cs typeface="Calibri" panose="020F0502020204030204" pitchFamily="34" charset="0"/>
              </a:rPr>
              <a:t>Tre Agenti per Tre compiti</a:t>
            </a:r>
            <a:endParaRPr kumimoji="0" lang="it-IT" sz="1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grpSp>
        <p:nvGrpSpPr>
          <p:cNvPr id="4" name="Gruppo 3">
            <a:extLst>
              <a:ext uri="{FF2B5EF4-FFF2-40B4-BE49-F238E27FC236}">
                <a16:creationId xmlns:a16="http://schemas.microsoft.com/office/drawing/2014/main" id="{8066E2E9-F650-6BC4-3801-3C0A8B7EB474}"/>
              </a:ext>
            </a:extLst>
          </p:cNvPr>
          <p:cNvGrpSpPr/>
          <p:nvPr/>
        </p:nvGrpSpPr>
        <p:grpSpPr>
          <a:xfrm>
            <a:off x="1286869" y="1507790"/>
            <a:ext cx="2855850" cy="2536223"/>
            <a:chOff x="1286869" y="1507790"/>
            <a:chExt cx="2855850" cy="2536223"/>
          </a:xfrm>
        </p:grpSpPr>
        <p:sp>
          <p:nvSpPr>
            <p:cNvPr id="20" name="Ovale 19">
              <a:extLst>
                <a:ext uri="{FF2B5EF4-FFF2-40B4-BE49-F238E27FC236}">
                  <a16:creationId xmlns:a16="http://schemas.microsoft.com/office/drawing/2014/main" id="{60DDB291-BA1B-A768-D709-B5AD464F1171}"/>
                </a:ext>
              </a:extLst>
            </p:cNvPr>
            <p:cNvSpPr/>
            <p:nvPr/>
          </p:nvSpPr>
          <p:spPr>
            <a:xfrm>
              <a:off x="1286869" y="1507790"/>
              <a:ext cx="2855850" cy="253622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it-IT"/>
            </a:p>
          </p:txBody>
        </p:sp>
        <p:pic>
          <p:nvPicPr>
            <p:cNvPr id="14" name="Immagine 13" descr="Immagine che contiene robot, cartone animato, giocattolo&#10;&#10;Il contenuto generato dall'IA potrebbe non essere corretto.">
              <a:extLst>
                <a:ext uri="{FF2B5EF4-FFF2-40B4-BE49-F238E27FC236}">
                  <a16:creationId xmlns:a16="http://schemas.microsoft.com/office/drawing/2014/main" id="{C9B989D6-7A1A-F2EA-596F-4E23D263865E}"/>
                </a:ext>
              </a:extLst>
            </p:cNvPr>
            <p:cNvPicPr>
              <a:picLocks noChangeAspect="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488326" y="1666825"/>
              <a:ext cx="2497756" cy="2196000"/>
            </a:xfrm>
            <a:prstGeom prst="ellipse">
              <a:avLst/>
            </a:prstGeom>
          </p:spPr>
        </p:pic>
      </p:grpSp>
      <p:grpSp>
        <p:nvGrpSpPr>
          <p:cNvPr id="3" name="Gruppo 2">
            <a:extLst>
              <a:ext uri="{FF2B5EF4-FFF2-40B4-BE49-F238E27FC236}">
                <a16:creationId xmlns:a16="http://schemas.microsoft.com/office/drawing/2014/main" id="{B84A089B-852A-7211-934A-8A051AE334EB}"/>
              </a:ext>
            </a:extLst>
          </p:cNvPr>
          <p:cNvGrpSpPr/>
          <p:nvPr/>
        </p:nvGrpSpPr>
        <p:grpSpPr>
          <a:xfrm>
            <a:off x="4570301" y="1496713"/>
            <a:ext cx="2855850" cy="2536223"/>
            <a:chOff x="4570301" y="1496713"/>
            <a:chExt cx="2855850" cy="2536223"/>
          </a:xfrm>
        </p:grpSpPr>
        <p:sp>
          <p:nvSpPr>
            <p:cNvPr id="21" name="Ovale 20">
              <a:extLst>
                <a:ext uri="{FF2B5EF4-FFF2-40B4-BE49-F238E27FC236}">
                  <a16:creationId xmlns:a16="http://schemas.microsoft.com/office/drawing/2014/main" id="{940D1E5D-44E9-E35F-8631-9134338683FB}"/>
                </a:ext>
              </a:extLst>
            </p:cNvPr>
            <p:cNvSpPr/>
            <p:nvPr/>
          </p:nvSpPr>
          <p:spPr>
            <a:xfrm>
              <a:off x="4570301" y="1496713"/>
              <a:ext cx="2855850" cy="253622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it-IT"/>
            </a:p>
          </p:txBody>
        </p:sp>
        <p:pic>
          <p:nvPicPr>
            <p:cNvPr id="16" name="Immagine 15" descr="Immagine che contiene robot, cartone animato, giocattolo&#10;&#10;Il contenuto generato dall'IA potrebbe non essere corretto.">
              <a:extLst>
                <a:ext uri="{FF2B5EF4-FFF2-40B4-BE49-F238E27FC236}">
                  <a16:creationId xmlns:a16="http://schemas.microsoft.com/office/drawing/2014/main" id="{4828F12A-9019-4A04-B67D-7E4F822A6055}"/>
                </a:ext>
              </a:extLst>
            </p:cNvPr>
            <p:cNvPicPr>
              <a:picLocks noChangeAspect="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4749348" y="1666825"/>
              <a:ext cx="2497756" cy="2196000"/>
            </a:xfrm>
            <a:prstGeom prst="ellipse">
              <a:avLst/>
            </a:prstGeom>
          </p:spPr>
        </p:pic>
      </p:grpSp>
      <p:grpSp>
        <p:nvGrpSpPr>
          <p:cNvPr id="2" name="Gruppo 1">
            <a:extLst>
              <a:ext uri="{FF2B5EF4-FFF2-40B4-BE49-F238E27FC236}">
                <a16:creationId xmlns:a16="http://schemas.microsoft.com/office/drawing/2014/main" id="{A63C9CB4-C44F-A1AA-0F76-EEA77B45134D}"/>
              </a:ext>
            </a:extLst>
          </p:cNvPr>
          <p:cNvGrpSpPr/>
          <p:nvPr/>
        </p:nvGrpSpPr>
        <p:grpSpPr>
          <a:xfrm>
            <a:off x="7821595" y="1498062"/>
            <a:ext cx="2855850" cy="2536223"/>
            <a:chOff x="7821595" y="1498062"/>
            <a:chExt cx="2855850" cy="2536223"/>
          </a:xfrm>
        </p:grpSpPr>
        <p:sp>
          <p:nvSpPr>
            <p:cNvPr id="22" name="Ovale 21">
              <a:extLst>
                <a:ext uri="{FF2B5EF4-FFF2-40B4-BE49-F238E27FC236}">
                  <a16:creationId xmlns:a16="http://schemas.microsoft.com/office/drawing/2014/main" id="{4B57F954-2B11-F208-2975-0569B45346F1}"/>
                </a:ext>
              </a:extLst>
            </p:cNvPr>
            <p:cNvSpPr/>
            <p:nvPr/>
          </p:nvSpPr>
          <p:spPr>
            <a:xfrm>
              <a:off x="7821595" y="1498062"/>
              <a:ext cx="2855850" cy="2536223"/>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it-IT"/>
            </a:p>
          </p:txBody>
        </p:sp>
        <p:pic>
          <p:nvPicPr>
            <p:cNvPr id="18" name="Immagine 17" descr="Immagine che contiene robot, cartone animato, giocattolo&#10;&#10;Il contenuto generato dall'IA potrebbe non essere corretto.">
              <a:extLst>
                <a:ext uri="{FF2B5EF4-FFF2-40B4-BE49-F238E27FC236}">
                  <a16:creationId xmlns:a16="http://schemas.microsoft.com/office/drawing/2014/main" id="{CA6FF224-1EE6-E9D0-500C-949790757D90}"/>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8010370" y="1666825"/>
              <a:ext cx="2497756" cy="2196000"/>
            </a:xfrm>
            <a:prstGeom prst="ellipse">
              <a:avLst/>
            </a:prstGeom>
          </p:spPr>
        </p:pic>
      </p:grpSp>
      <p:grpSp>
        <p:nvGrpSpPr>
          <p:cNvPr id="5" name="Gruppo 4">
            <a:extLst>
              <a:ext uri="{FF2B5EF4-FFF2-40B4-BE49-F238E27FC236}">
                <a16:creationId xmlns:a16="http://schemas.microsoft.com/office/drawing/2014/main" id="{B8DD5B2D-1AD9-5371-C2F7-AEC698C8D2F9}"/>
              </a:ext>
            </a:extLst>
          </p:cNvPr>
          <p:cNvGrpSpPr/>
          <p:nvPr/>
        </p:nvGrpSpPr>
        <p:grpSpPr>
          <a:xfrm>
            <a:off x="1286869" y="4153714"/>
            <a:ext cx="2855850" cy="703554"/>
            <a:chOff x="1286869" y="4153714"/>
            <a:chExt cx="2855850" cy="703554"/>
          </a:xfrm>
        </p:grpSpPr>
        <p:sp>
          <p:nvSpPr>
            <p:cNvPr id="27" name="Rettangolo 26">
              <a:extLst>
                <a:ext uri="{FF2B5EF4-FFF2-40B4-BE49-F238E27FC236}">
                  <a16:creationId xmlns:a16="http://schemas.microsoft.com/office/drawing/2014/main" id="{625D9E4C-DBD2-8F28-238C-416ACDBEBBB3}"/>
                </a:ext>
              </a:extLst>
            </p:cNvPr>
            <p:cNvSpPr/>
            <p:nvPr/>
          </p:nvSpPr>
          <p:spPr>
            <a:xfrm>
              <a:off x="1556422" y="4153714"/>
              <a:ext cx="2286007" cy="703554"/>
            </a:xfrm>
            <a:prstGeom prst="rect">
              <a:avLst/>
            </a:prstGeom>
            <a:ln>
              <a:noFill/>
            </a:ln>
            <a:effectLst>
              <a:softEdge rad="1270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it-IT"/>
            </a:p>
          </p:txBody>
        </p:sp>
        <p:sp>
          <p:nvSpPr>
            <p:cNvPr id="24" name="CasellaDiTesto 23">
              <a:extLst>
                <a:ext uri="{FF2B5EF4-FFF2-40B4-BE49-F238E27FC236}">
                  <a16:creationId xmlns:a16="http://schemas.microsoft.com/office/drawing/2014/main" id="{3BEEBBA4-9885-9F8E-2E8C-E31C682D9706}"/>
                </a:ext>
              </a:extLst>
            </p:cNvPr>
            <p:cNvSpPr txBox="1"/>
            <p:nvPr/>
          </p:nvSpPr>
          <p:spPr>
            <a:xfrm>
              <a:off x="1286869" y="4214125"/>
              <a:ext cx="2855850" cy="584775"/>
            </a:xfrm>
            <a:prstGeom prst="rect">
              <a:avLst/>
            </a:prstGeom>
            <a:noFill/>
          </p:spPr>
          <p:txBody>
            <a:bodyPr wrap="square">
              <a:spAutoFit/>
            </a:bodyPr>
            <a:lstStyle/>
            <a:p>
              <a:pPr algn="ctr"/>
              <a:r>
                <a:rPr lang="it-IT" sz="1600" b="1" dirty="0">
                  <a:latin typeface="Calibri" panose="020F0502020204030204" pitchFamily="34" charset="0"/>
                  <a:cs typeface="Calibri" panose="020F0502020204030204" pitchFamily="34" charset="0"/>
                </a:rPr>
                <a:t>L'Agente "Traduttore" </a:t>
              </a:r>
            </a:p>
            <a:p>
              <a:pPr algn="ctr"/>
              <a:r>
                <a:rPr lang="it-IT" sz="1600" b="1" dirty="0">
                  <a:latin typeface="Calibri" panose="020F0502020204030204" pitchFamily="34" charset="0"/>
                  <a:cs typeface="Calibri" panose="020F0502020204030204" pitchFamily="34" charset="0"/>
                </a:rPr>
                <a:t>(Profilazione)</a:t>
              </a:r>
            </a:p>
          </p:txBody>
        </p:sp>
      </p:grpSp>
      <p:grpSp>
        <p:nvGrpSpPr>
          <p:cNvPr id="11" name="Gruppo 10">
            <a:extLst>
              <a:ext uri="{FF2B5EF4-FFF2-40B4-BE49-F238E27FC236}">
                <a16:creationId xmlns:a16="http://schemas.microsoft.com/office/drawing/2014/main" id="{E1328989-2496-8F57-364E-AFCECCF8F30B}"/>
              </a:ext>
            </a:extLst>
          </p:cNvPr>
          <p:cNvGrpSpPr/>
          <p:nvPr/>
        </p:nvGrpSpPr>
        <p:grpSpPr>
          <a:xfrm>
            <a:off x="4570301" y="4153714"/>
            <a:ext cx="2855850" cy="703554"/>
            <a:chOff x="4570301" y="4153714"/>
            <a:chExt cx="2855850" cy="703554"/>
          </a:xfrm>
        </p:grpSpPr>
        <p:sp>
          <p:nvSpPr>
            <p:cNvPr id="28" name="Rettangolo 27">
              <a:extLst>
                <a:ext uri="{FF2B5EF4-FFF2-40B4-BE49-F238E27FC236}">
                  <a16:creationId xmlns:a16="http://schemas.microsoft.com/office/drawing/2014/main" id="{2C3F50A7-DE78-C433-8083-24E43E816501}"/>
                </a:ext>
              </a:extLst>
            </p:cNvPr>
            <p:cNvSpPr/>
            <p:nvPr/>
          </p:nvSpPr>
          <p:spPr>
            <a:xfrm>
              <a:off x="4839153" y="4153714"/>
              <a:ext cx="2286007" cy="703554"/>
            </a:xfrm>
            <a:prstGeom prst="rect">
              <a:avLst/>
            </a:prstGeom>
            <a:solidFill>
              <a:srgbClr val="0F9ED5"/>
            </a:solidFill>
            <a:ln>
              <a:noFill/>
            </a:ln>
            <a:effectLst>
              <a:softEdge rad="1270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it-IT"/>
            </a:p>
          </p:txBody>
        </p:sp>
        <p:sp>
          <p:nvSpPr>
            <p:cNvPr id="25" name="CasellaDiTesto 24">
              <a:extLst>
                <a:ext uri="{FF2B5EF4-FFF2-40B4-BE49-F238E27FC236}">
                  <a16:creationId xmlns:a16="http://schemas.microsoft.com/office/drawing/2014/main" id="{990AECA3-8958-E0D6-C025-5B007400C342}"/>
                </a:ext>
              </a:extLst>
            </p:cNvPr>
            <p:cNvSpPr txBox="1"/>
            <p:nvPr/>
          </p:nvSpPr>
          <p:spPr>
            <a:xfrm>
              <a:off x="4570301" y="4214124"/>
              <a:ext cx="2855850" cy="584775"/>
            </a:xfrm>
            <a:prstGeom prst="rect">
              <a:avLst/>
            </a:prstGeom>
            <a:noFill/>
          </p:spPr>
          <p:txBody>
            <a:bodyPr wrap="square">
              <a:spAutoFit/>
            </a:bodyPr>
            <a:lstStyle/>
            <a:p>
              <a:pPr algn="ctr"/>
              <a:r>
                <a:rPr lang="it-IT" sz="1600" b="1" dirty="0">
                  <a:latin typeface="Calibri" panose="020F0502020204030204" pitchFamily="34" charset="0"/>
                  <a:cs typeface="Calibri" panose="020F0502020204030204" pitchFamily="34" charset="0"/>
                </a:rPr>
                <a:t>L'Agente "Consulente" (Ranking)</a:t>
              </a:r>
            </a:p>
          </p:txBody>
        </p:sp>
      </p:grpSp>
      <p:grpSp>
        <p:nvGrpSpPr>
          <p:cNvPr id="9" name="Gruppo 8">
            <a:extLst>
              <a:ext uri="{FF2B5EF4-FFF2-40B4-BE49-F238E27FC236}">
                <a16:creationId xmlns:a16="http://schemas.microsoft.com/office/drawing/2014/main" id="{DBDB361C-862E-3712-8CC5-E3B4CC5127A6}"/>
              </a:ext>
            </a:extLst>
          </p:cNvPr>
          <p:cNvGrpSpPr/>
          <p:nvPr/>
        </p:nvGrpSpPr>
        <p:grpSpPr>
          <a:xfrm>
            <a:off x="7821595" y="4153714"/>
            <a:ext cx="2855850" cy="703554"/>
            <a:chOff x="7821595" y="4153714"/>
            <a:chExt cx="2855850" cy="703554"/>
          </a:xfrm>
        </p:grpSpPr>
        <p:sp>
          <p:nvSpPr>
            <p:cNvPr id="29" name="Rettangolo 28">
              <a:extLst>
                <a:ext uri="{FF2B5EF4-FFF2-40B4-BE49-F238E27FC236}">
                  <a16:creationId xmlns:a16="http://schemas.microsoft.com/office/drawing/2014/main" id="{8419097B-52D4-F216-84A5-550F33C0597C}"/>
                </a:ext>
              </a:extLst>
            </p:cNvPr>
            <p:cNvSpPr/>
            <p:nvPr/>
          </p:nvSpPr>
          <p:spPr>
            <a:xfrm>
              <a:off x="7995984" y="4153714"/>
              <a:ext cx="2561770" cy="703554"/>
            </a:xfrm>
            <a:prstGeom prst="rect">
              <a:avLst/>
            </a:prstGeom>
            <a:solidFill>
              <a:srgbClr val="4EA72E"/>
            </a:solidFill>
            <a:ln>
              <a:noFill/>
            </a:ln>
            <a:effectLst>
              <a:softEdge rad="1270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it-IT"/>
            </a:p>
          </p:txBody>
        </p:sp>
        <p:sp>
          <p:nvSpPr>
            <p:cNvPr id="26" name="CasellaDiTesto 25">
              <a:extLst>
                <a:ext uri="{FF2B5EF4-FFF2-40B4-BE49-F238E27FC236}">
                  <a16:creationId xmlns:a16="http://schemas.microsoft.com/office/drawing/2014/main" id="{E6131F1A-F3F5-0CB4-D580-31875106856C}"/>
                </a:ext>
              </a:extLst>
            </p:cNvPr>
            <p:cNvSpPr txBox="1"/>
            <p:nvPr/>
          </p:nvSpPr>
          <p:spPr>
            <a:xfrm>
              <a:off x="7821595" y="4214124"/>
              <a:ext cx="2855850" cy="584775"/>
            </a:xfrm>
            <a:prstGeom prst="rect">
              <a:avLst/>
            </a:prstGeom>
            <a:noFill/>
          </p:spPr>
          <p:txBody>
            <a:bodyPr wrap="square">
              <a:spAutoFit/>
            </a:bodyPr>
            <a:lstStyle/>
            <a:p>
              <a:pPr algn="ctr"/>
              <a:r>
                <a:rPr lang="it-IT" sz="1600" b="1" dirty="0">
                  <a:latin typeface="Calibri" panose="020F0502020204030204" pitchFamily="34" charset="0"/>
                  <a:cs typeface="Calibri" panose="020F0502020204030204" pitchFamily="34" charset="0"/>
                </a:rPr>
                <a:t>L'Agente "Revisore Etico" (Audit)</a:t>
              </a:r>
            </a:p>
          </p:txBody>
        </p:sp>
      </p:grpSp>
      <p:sp>
        <p:nvSpPr>
          <p:cNvPr id="31" name="CasellaDiTesto 30">
            <a:extLst>
              <a:ext uri="{FF2B5EF4-FFF2-40B4-BE49-F238E27FC236}">
                <a16:creationId xmlns:a16="http://schemas.microsoft.com/office/drawing/2014/main" id="{FB529DE1-8C48-3D8A-4916-E9DE63F7C78C}"/>
              </a:ext>
            </a:extLst>
          </p:cNvPr>
          <p:cNvSpPr txBox="1"/>
          <p:nvPr/>
        </p:nvSpPr>
        <p:spPr>
          <a:xfrm>
            <a:off x="1277141" y="5071030"/>
            <a:ext cx="2855850" cy="1015663"/>
          </a:xfrm>
          <a:prstGeom prst="rect">
            <a:avLst/>
          </a:prstGeom>
          <a:noFill/>
        </p:spPr>
        <p:txBody>
          <a:bodyPr wrap="square">
            <a:spAutoFit/>
          </a:bodyPr>
          <a:lstStyle/>
          <a:p>
            <a:pPr marL="171450" indent="-171450">
              <a:buFont typeface="Wingdings" panose="05000000000000000000" pitchFamily="2" charset="2"/>
              <a:buChar char="ü"/>
            </a:pPr>
            <a:r>
              <a:rPr kumimoji="0" lang="it-IT" sz="1200" b="1" i="1" u="none" strike="noStrike" kern="1200" cap="none" spc="0" normalizeH="0" baseline="0" noProof="0" dirty="0">
                <a:ln>
                  <a:noFill/>
                </a:ln>
                <a:solidFill>
                  <a:schemeClr val="tx2">
                    <a:lumMod val="10000"/>
                  </a:schemeClr>
                </a:solidFill>
                <a:effectLst/>
                <a:uLnTx/>
                <a:uFillTx/>
                <a:latin typeface="Calibri" panose="020F0502020204030204" pitchFamily="34" charset="0"/>
                <a:cs typeface="Calibri" panose="020F0502020204030204" pitchFamily="34" charset="0"/>
              </a:rPr>
              <a:t>Analizza</a:t>
            </a:r>
            <a:r>
              <a:rPr kumimoji="0" lang="it-IT" sz="1200" b="0" i="0" u="none" strike="noStrike" kern="1200" cap="none" spc="0" normalizeH="0" baseline="0" noProof="0" dirty="0">
                <a:ln>
                  <a:noFill/>
                </a:ln>
                <a:solidFill>
                  <a:schemeClr val="tx2">
                    <a:lumMod val="10000"/>
                  </a:schemeClr>
                </a:solidFill>
                <a:effectLst/>
                <a:uLnTx/>
                <a:uFillTx/>
                <a:latin typeface="Calibri" panose="020F0502020204030204" pitchFamily="34" charset="0"/>
                <a:cs typeface="Calibri" panose="020F0502020204030204" pitchFamily="34" charset="0"/>
              </a:rPr>
              <a:t> il testo dell'utente</a:t>
            </a:r>
            <a:r>
              <a:rPr lang="it-IT" sz="1200" dirty="0">
                <a:solidFill>
                  <a:schemeClr val="tx2">
                    <a:lumMod val="10000"/>
                  </a:schemeClr>
                </a:solidFill>
                <a:latin typeface="Calibri" panose="020F0502020204030204" pitchFamily="34" charset="0"/>
                <a:cs typeface="Calibri" panose="020F0502020204030204" pitchFamily="34" charset="0"/>
              </a:rPr>
              <a:t>;</a:t>
            </a:r>
            <a:endParaRPr kumimoji="0" lang="it-IT" sz="1200" b="0" i="0" u="none" strike="noStrike" kern="1200" cap="none" spc="0" normalizeH="0" baseline="0" noProof="0" dirty="0">
              <a:ln>
                <a:noFill/>
              </a:ln>
              <a:solidFill>
                <a:schemeClr val="tx2">
                  <a:lumMod val="10000"/>
                </a:schemeClr>
              </a:solidFill>
              <a:effectLst/>
              <a:uLnTx/>
              <a:uFillTx/>
              <a:latin typeface="Calibri" panose="020F0502020204030204" pitchFamily="34" charset="0"/>
              <a:cs typeface="Calibri" panose="020F0502020204030204" pitchFamily="34" charset="0"/>
            </a:endParaRPr>
          </a:p>
          <a:p>
            <a:pPr marL="171450" indent="-171450">
              <a:buFont typeface="Wingdings" panose="05000000000000000000" pitchFamily="2" charset="2"/>
              <a:buChar char="ü"/>
            </a:pPr>
            <a:r>
              <a:rPr kumimoji="0" lang="it-IT" sz="1200" b="1" i="1" u="none" strike="noStrike" kern="1200" cap="none" spc="0" normalizeH="0" baseline="0" noProof="0" dirty="0">
                <a:ln>
                  <a:noFill/>
                </a:ln>
                <a:solidFill>
                  <a:schemeClr val="tx2">
                    <a:lumMod val="10000"/>
                  </a:schemeClr>
                </a:solidFill>
                <a:effectLst/>
                <a:uLnTx/>
                <a:uFillTx/>
                <a:latin typeface="Calibri" panose="020F0502020204030204" pitchFamily="34" charset="0"/>
                <a:cs typeface="Calibri" panose="020F0502020204030204" pitchFamily="34" charset="0"/>
              </a:rPr>
              <a:t>Estrae</a:t>
            </a:r>
            <a:r>
              <a:rPr kumimoji="0" lang="it-IT" sz="1200" b="0" i="0" u="none" strike="noStrike" kern="1200" cap="none" spc="0" normalizeH="0" baseline="0" noProof="0" dirty="0">
                <a:ln>
                  <a:noFill/>
                </a:ln>
                <a:solidFill>
                  <a:schemeClr val="tx2">
                    <a:lumMod val="10000"/>
                  </a:schemeClr>
                </a:solidFill>
                <a:effectLst/>
                <a:uLnTx/>
                <a:uFillTx/>
                <a:latin typeface="Calibri" panose="020F0502020204030204" pitchFamily="34" charset="0"/>
                <a:cs typeface="Calibri" panose="020F0502020204030204" pitchFamily="34" charset="0"/>
              </a:rPr>
              <a:t> competenze, conoscenze e attitudini;</a:t>
            </a:r>
          </a:p>
          <a:p>
            <a:pPr marL="171450" indent="-171450">
              <a:buFont typeface="Wingdings" panose="05000000000000000000" pitchFamily="2" charset="2"/>
              <a:buChar char="ü"/>
            </a:pPr>
            <a:r>
              <a:rPr kumimoji="0" lang="it-IT" sz="1200" b="1" i="1" u="none" strike="noStrike" kern="1200" cap="none" spc="0" normalizeH="0" baseline="0" noProof="0" dirty="0">
                <a:ln>
                  <a:noFill/>
                </a:ln>
                <a:solidFill>
                  <a:schemeClr val="tx2">
                    <a:lumMod val="10000"/>
                  </a:schemeClr>
                </a:solidFill>
                <a:effectLst/>
                <a:uLnTx/>
                <a:uFillTx/>
                <a:latin typeface="Calibri" panose="020F0502020204030204" pitchFamily="34" charset="0"/>
                <a:cs typeface="Calibri" panose="020F0502020204030204" pitchFamily="34" charset="0"/>
              </a:rPr>
              <a:t>Associa</a:t>
            </a:r>
            <a:r>
              <a:rPr kumimoji="0" lang="it-IT" sz="1200" b="0" i="0" u="none" strike="noStrike" kern="1200" cap="none" spc="0" normalizeH="0" baseline="0" noProof="0" dirty="0">
                <a:ln>
                  <a:noFill/>
                </a:ln>
                <a:solidFill>
                  <a:schemeClr val="tx2">
                    <a:lumMod val="10000"/>
                  </a:schemeClr>
                </a:solidFill>
                <a:effectLst/>
                <a:uLnTx/>
                <a:uFillTx/>
                <a:latin typeface="Calibri" panose="020F0502020204030204" pitchFamily="34" charset="0"/>
                <a:cs typeface="Calibri" panose="020F0502020204030204" pitchFamily="34" charset="0"/>
              </a:rPr>
              <a:t> ogni estrazione a un codice ISTAT e a una motivazione.</a:t>
            </a:r>
            <a:endParaRPr lang="it-IT" sz="1200" dirty="0">
              <a:solidFill>
                <a:schemeClr val="tx2">
                  <a:lumMod val="10000"/>
                </a:schemeClr>
              </a:solidFill>
              <a:latin typeface="Calibri" panose="020F0502020204030204" pitchFamily="34" charset="0"/>
              <a:cs typeface="Calibri" panose="020F0502020204030204" pitchFamily="34" charset="0"/>
            </a:endParaRPr>
          </a:p>
        </p:txBody>
      </p:sp>
      <p:sp>
        <p:nvSpPr>
          <p:cNvPr id="33" name="CasellaDiTesto 32">
            <a:extLst>
              <a:ext uri="{FF2B5EF4-FFF2-40B4-BE49-F238E27FC236}">
                <a16:creationId xmlns:a16="http://schemas.microsoft.com/office/drawing/2014/main" id="{C7F3F8CB-DD64-4619-8815-61319A34DBB0}"/>
              </a:ext>
            </a:extLst>
          </p:cNvPr>
          <p:cNvSpPr txBox="1"/>
          <p:nvPr/>
        </p:nvSpPr>
        <p:spPr>
          <a:xfrm>
            <a:off x="4570302" y="5071030"/>
            <a:ext cx="2855849" cy="830997"/>
          </a:xfrm>
          <a:prstGeom prst="rect">
            <a:avLst/>
          </a:prstGeom>
          <a:noFill/>
        </p:spPr>
        <p:txBody>
          <a:bodyPr wrap="square">
            <a:spAutoFit/>
          </a:bodyPr>
          <a:lstStyle/>
          <a:p>
            <a:pPr marL="171450" indent="-171450">
              <a:buFont typeface="Wingdings" panose="05000000000000000000" pitchFamily="2" charset="2"/>
              <a:buChar char="ü"/>
            </a:pPr>
            <a:r>
              <a:rPr lang="it-IT" sz="1200" b="1" i="1" dirty="0">
                <a:solidFill>
                  <a:schemeClr val="tx2">
                    <a:lumMod val="10000"/>
                  </a:schemeClr>
                </a:solidFill>
                <a:latin typeface="Calibri" panose="020F0502020204030204" pitchFamily="34" charset="0"/>
                <a:cs typeface="Calibri" panose="020F0502020204030204" pitchFamily="34" charset="0"/>
              </a:rPr>
              <a:t>Valuta</a:t>
            </a:r>
            <a:r>
              <a:rPr lang="it-IT" sz="1200" dirty="0">
                <a:solidFill>
                  <a:schemeClr val="tx2">
                    <a:lumMod val="10000"/>
                  </a:schemeClr>
                </a:solidFill>
                <a:latin typeface="Calibri" panose="020F0502020204030204" pitchFamily="34" charset="0"/>
                <a:cs typeface="Calibri" panose="020F0502020204030204" pitchFamily="34" charset="0"/>
              </a:rPr>
              <a:t> una lista </a:t>
            </a:r>
            <a:r>
              <a:rPr lang="it-IT" sz="1200" dirty="0" err="1">
                <a:solidFill>
                  <a:schemeClr val="tx2">
                    <a:lumMod val="10000"/>
                  </a:schemeClr>
                </a:solidFill>
                <a:latin typeface="Calibri" panose="020F0502020204030204" pitchFamily="34" charset="0"/>
                <a:cs typeface="Calibri" panose="020F0502020204030204" pitchFamily="34" charset="0"/>
              </a:rPr>
              <a:t>pre</a:t>
            </a:r>
            <a:r>
              <a:rPr lang="it-IT" sz="1200" dirty="0">
                <a:solidFill>
                  <a:schemeClr val="tx2">
                    <a:lumMod val="10000"/>
                  </a:schemeClr>
                </a:solidFill>
                <a:latin typeface="Calibri" panose="020F0502020204030204" pitchFamily="34" charset="0"/>
                <a:cs typeface="Calibri" panose="020F0502020204030204" pitchFamily="34" charset="0"/>
              </a:rPr>
              <a:t>-filtrata di professioni;</a:t>
            </a:r>
          </a:p>
          <a:p>
            <a:pPr marL="171450" indent="-171450">
              <a:buFont typeface="Wingdings" panose="05000000000000000000" pitchFamily="2" charset="2"/>
              <a:buChar char="ü"/>
            </a:pPr>
            <a:r>
              <a:rPr lang="it-IT" sz="1200" b="1" i="1" dirty="0">
                <a:solidFill>
                  <a:schemeClr val="tx2">
                    <a:lumMod val="10000"/>
                  </a:schemeClr>
                </a:solidFill>
                <a:latin typeface="Calibri" panose="020F0502020204030204" pitchFamily="34" charset="0"/>
                <a:cs typeface="Calibri" panose="020F0502020204030204" pitchFamily="34" charset="0"/>
              </a:rPr>
              <a:t>Ordina</a:t>
            </a:r>
            <a:r>
              <a:rPr lang="it-IT" sz="1200" dirty="0">
                <a:solidFill>
                  <a:schemeClr val="tx2">
                    <a:lumMod val="10000"/>
                  </a:schemeClr>
                </a:solidFill>
                <a:latin typeface="Calibri" panose="020F0502020204030204" pitchFamily="34" charset="0"/>
                <a:cs typeface="Calibri" panose="020F0502020204030204" pitchFamily="34" charset="0"/>
              </a:rPr>
              <a:t> le 5 più pertinenti simulando il giudizio di un esperto di orientamento.</a:t>
            </a:r>
          </a:p>
        </p:txBody>
      </p:sp>
      <p:sp>
        <p:nvSpPr>
          <p:cNvPr id="34" name="CasellaDiTesto 33">
            <a:extLst>
              <a:ext uri="{FF2B5EF4-FFF2-40B4-BE49-F238E27FC236}">
                <a16:creationId xmlns:a16="http://schemas.microsoft.com/office/drawing/2014/main" id="{300B5830-9754-85CC-86C7-42A961479E8E}"/>
              </a:ext>
            </a:extLst>
          </p:cNvPr>
          <p:cNvSpPr txBox="1"/>
          <p:nvPr/>
        </p:nvSpPr>
        <p:spPr>
          <a:xfrm>
            <a:off x="7821596" y="5071030"/>
            <a:ext cx="2855850" cy="830997"/>
          </a:xfrm>
          <a:prstGeom prst="rect">
            <a:avLst/>
          </a:prstGeom>
          <a:noFill/>
        </p:spPr>
        <p:txBody>
          <a:bodyPr wrap="square">
            <a:spAutoFit/>
          </a:bodyPr>
          <a:lstStyle/>
          <a:p>
            <a:pPr marL="171450" indent="-171450">
              <a:buFont typeface="Wingdings" panose="05000000000000000000" pitchFamily="2" charset="2"/>
              <a:buChar char="ü"/>
            </a:pPr>
            <a:r>
              <a:rPr lang="it-IT" sz="1200" b="1" i="1" dirty="0">
                <a:solidFill>
                  <a:schemeClr val="tx2">
                    <a:lumMod val="10000"/>
                  </a:schemeClr>
                </a:solidFill>
                <a:latin typeface="Calibri" panose="020F0502020204030204" pitchFamily="34" charset="0"/>
                <a:cs typeface="Calibri" panose="020F0502020204030204" pitchFamily="34" charset="0"/>
              </a:rPr>
              <a:t>Analizza</a:t>
            </a:r>
            <a:r>
              <a:rPr lang="it-IT" sz="1200" dirty="0">
                <a:solidFill>
                  <a:schemeClr val="tx2">
                    <a:lumMod val="10000"/>
                  </a:schemeClr>
                </a:solidFill>
                <a:latin typeface="Calibri" panose="020F0502020204030204" pitchFamily="34" charset="0"/>
                <a:cs typeface="Calibri" panose="020F0502020204030204" pitchFamily="34" charset="0"/>
              </a:rPr>
              <a:t> le 5 </a:t>
            </a:r>
            <a:r>
              <a:rPr lang="it-IT" sz="1200">
                <a:solidFill>
                  <a:schemeClr val="tx2">
                    <a:lumMod val="10000"/>
                  </a:schemeClr>
                </a:solidFill>
                <a:latin typeface="Calibri" panose="020F0502020204030204" pitchFamily="34" charset="0"/>
                <a:cs typeface="Calibri" panose="020F0502020204030204" pitchFamily="34" charset="0"/>
              </a:rPr>
              <a:t>professioni finali;</a:t>
            </a:r>
            <a:endParaRPr lang="it-IT" sz="1200" dirty="0">
              <a:solidFill>
                <a:schemeClr val="tx2">
                  <a:lumMod val="10000"/>
                </a:schemeClr>
              </a:solidFill>
              <a:latin typeface="Calibri" panose="020F0502020204030204" pitchFamily="34" charset="0"/>
              <a:cs typeface="Calibri" panose="020F0502020204030204" pitchFamily="34" charset="0"/>
            </a:endParaRPr>
          </a:p>
          <a:p>
            <a:pPr marL="171450" indent="-171450">
              <a:buFont typeface="Wingdings" panose="05000000000000000000" pitchFamily="2" charset="2"/>
              <a:buChar char="ü"/>
            </a:pPr>
            <a:r>
              <a:rPr lang="it-IT" sz="1200" b="1" i="1" dirty="0">
                <a:solidFill>
                  <a:schemeClr val="tx2">
                    <a:lumMod val="10000"/>
                  </a:schemeClr>
                </a:solidFill>
                <a:latin typeface="Calibri" panose="020F0502020204030204" pitchFamily="34" charset="0"/>
                <a:cs typeface="Calibri" panose="020F0502020204030204" pitchFamily="34" charset="0"/>
              </a:rPr>
              <a:t>Identifica</a:t>
            </a:r>
            <a:r>
              <a:rPr lang="it-IT" sz="1200" dirty="0">
                <a:solidFill>
                  <a:schemeClr val="tx2">
                    <a:lumMod val="10000"/>
                  </a:schemeClr>
                </a:solidFill>
                <a:latin typeface="Calibri" panose="020F0502020204030204" pitchFamily="34" charset="0"/>
                <a:cs typeface="Calibri" panose="020F0502020204030204" pitchFamily="34" charset="0"/>
              </a:rPr>
              <a:t> potenziali barriere sistemiche (età, genere, background).</a:t>
            </a:r>
            <a:br>
              <a:rPr lang="it-IT" sz="1200" dirty="0">
                <a:solidFill>
                  <a:schemeClr val="tx2">
                    <a:lumMod val="10000"/>
                  </a:schemeClr>
                </a:solidFill>
                <a:latin typeface="Calibri" panose="020F0502020204030204" pitchFamily="34" charset="0"/>
                <a:cs typeface="Calibri" panose="020F0502020204030204" pitchFamily="34" charset="0"/>
              </a:rPr>
            </a:br>
            <a:endParaRPr lang="it-IT" sz="1200" dirty="0">
              <a:solidFill>
                <a:schemeClr val="tx2">
                  <a:lumMod val="1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822704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500"/>
                                        <p:tgtEl>
                                          <p:spTgt spid="10"/>
                                        </p:tgtEl>
                                      </p:cBhvr>
                                    </p:animEffect>
                                    <p:anim calcmode="lin" valueType="num">
                                      <p:cBhvr>
                                        <p:cTn id="8" dur="1500" fill="hold"/>
                                        <p:tgtEl>
                                          <p:spTgt spid="10"/>
                                        </p:tgtEl>
                                        <p:attrNameLst>
                                          <p:attrName>ppt_x</p:attrName>
                                        </p:attrNameLst>
                                      </p:cBhvr>
                                      <p:tavLst>
                                        <p:tav tm="0">
                                          <p:val>
                                            <p:strVal val="#ppt_x"/>
                                          </p:val>
                                        </p:tav>
                                        <p:tav tm="100000">
                                          <p:val>
                                            <p:strVal val="#ppt_x"/>
                                          </p:val>
                                        </p:tav>
                                      </p:tavLst>
                                    </p:anim>
                                    <p:anim calcmode="lin" valueType="num">
                                      <p:cBhvr>
                                        <p:cTn id="9" dur="1500" fill="hold"/>
                                        <p:tgtEl>
                                          <p:spTgt spid="10"/>
                                        </p:tgtEl>
                                        <p:attrNameLst>
                                          <p:attrName>ppt_y</p:attrName>
                                        </p:attrNameLst>
                                      </p:cBhvr>
                                      <p:tavLst>
                                        <p:tav tm="0">
                                          <p:val>
                                            <p:strVal val="#ppt_y+.1"/>
                                          </p:val>
                                        </p:tav>
                                        <p:tav tm="100000">
                                          <p:val>
                                            <p:strVal val="#ppt_y"/>
                                          </p:val>
                                        </p:tav>
                                      </p:tavLst>
                                    </p:anim>
                                  </p:childTnLst>
                                </p:cTn>
                              </p:par>
                              <p:par>
                                <p:cTn id="10" presetID="31" presetClass="entr" presetSubtype="0" fill="hold" nodeType="withEffect">
                                  <p:stCondLst>
                                    <p:cond delay="200"/>
                                  </p:stCondLst>
                                  <p:childTnLst>
                                    <p:set>
                                      <p:cBhvr>
                                        <p:cTn id="11" dur="1" fill="hold">
                                          <p:stCondLst>
                                            <p:cond delay="0"/>
                                          </p:stCondLst>
                                        </p:cTn>
                                        <p:tgtEl>
                                          <p:spTgt spid="4"/>
                                        </p:tgtEl>
                                        <p:attrNameLst>
                                          <p:attrName>style.visibility</p:attrName>
                                        </p:attrNameLst>
                                      </p:cBhvr>
                                      <p:to>
                                        <p:strVal val="visible"/>
                                      </p:to>
                                    </p:set>
                                    <p:anim calcmode="lin" valueType="num">
                                      <p:cBhvr>
                                        <p:cTn id="12" dur="3750" fill="hold"/>
                                        <p:tgtEl>
                                          <p:spTgt spid="4"/>
                                        </p:tgtEl>
                                        <p:attrNameLst>
                                          <p:attrName>ppt_w</p:attrName>
                                        </p:attrNameLst>
                                      </p:cBhvr>
                                      <p:tavLst>
                                        <p:tav tm="0">
                                          <p:val>
                                            <p:fltVal val="0"/>
                                          </p:val>
                                        </p:tav>
                                        <p:tav tm="100000">
                                          <p:val>
                                            <p:strVal val="#ppt_w"/>
                                          </p:val>
                                        </p:tav>
                                      </p:tavLst>
                                    </p:anim>
                                    <p:anim calcmode="lin" valueType="num">
                                      <p:cBhvr>
                                        <p:cTn id="13" dur="3750" fill="hold"/>
                                        <p:tgtEl>
                                          <p:spTgt spid="4"/>
                                        </p:tgtEl>
                                        <p:attrNameLst>
                                          <p:attrName>ppt_h</p:attrName>
                                        </p:attrNameLst>
                                      </p:cBhvr>
                                      <p:tavLst>
                                        <p:tav tm="0">
                                          <p:val>
                                            <p:fltVal val="0"/>
                                          </p:val>
                                        </p:tav>
                                        <p:tav tm="100000">
                                          <p:val>
                                            <p:strVal val="#ppt_h"/>
                                          </p:val>
                                        </p:tav>
                                      </p:tavLst>
                                    </p:anim>
                                    <p:anim calcmode="lin" valueType="num">
                                      <p:cBhvr>
                                        <p:cTn id="14" dur="3750" fill="hold"/>
                                        <p:tgtEl>
                                          <p:spTgt spid="4"/>
                                        </p:tgtEl>
                                        <p:attrNameLst>
                                          <p:attrName>style.rotation</p:attrName>
                                        </p:attrNameLst>
                                      </p:cBhvr>
                                      <p:tavLst>
                                        <p:tav tm="0">
                                          <p:val>
                                            <p:fltVal val="90"/>
                                          </p:val>
                                        </p:tav>
                                        <p:tav tm="100000">
                                          <p:val>
                                            <p:fltVal val="0"/>
                                          </p:val>
                                        </p:tav>
                                      </p:tavLst>
                                    </p:anim>
                                    <p:animEffect transition="in" filter="fade">
                                      <p:cBhvr>
                                        <p:cTn id="15" dur="3750"/>
                                        <p:tgtEl>
                                          <p:spTgt spid="4"/>
                                        </p:tgtEl>
                                      </p:cBhvr>
                                    </p:animEffect>
                                  </p:childTnLst>
                                </p:cTn>
                              </p:par>
                              <p:par>
                                <p:cTn id="16" presetID="31" presetClass="entr" presetSubtype="0" fill="hold" nodeType="withEffect">
                                  <p:stCondLst>
                                    <p:cond delay="1000"/>
                                  </p:stCondLst>
                                  <p:childTnLst>
                                    <p:set>
                                      <p:cBhvr>
                                        <p:cTn id="17" dur="1" fill="hold">
                                          <p:stCondLst>
                                            <p:cond delay="0"/>
                                          </p:stCondLst>
                                        </p:cTn>
                                        <p:tgtEl>
                                          <p:spTgt spid="3"/>
                                        </p:tgtEl>
                                        <p:attrNameLst>
                                          <p:attrName>style.visibility</p:attrName>
                                        </p:attrNameLst>
                                      </p:cBhvr>
                                      <p:to>
                                        <p:strVal val="visible"/>
                                      </p:to>
                                    </p:set>
                                    <p:anim calcmode="lin" valueType="num">
                                      <p:cBhvr>
                                        <p:cTn id="18" dur="3750" fill="hold"/>
                                        <p:tgtEl>
                                          <p:spTgt spid="3"/>
                                        </p:tgtEl>
                                        <p:attrNameLst>
                                          <p:attrName>ppt_w</p:attrName>
                                        </p:attrNameLst>
                                      </p:cBhvr>
                                      <p:tavLst>
                                        <p:tav tm="0">
                                          <p:val>
                                            <p:fltVal val="0"/>
                                          </p:val>
                                        </p:tav>
                                        <p:tav tm="100000">
                                          <p:val>
                                            <p:strVal val="#ppt_w"/>
                                          </p:val>
                                        </p:tav>
                                      </p:tavLst>
                                    </p:anim>
                                    <p:anim calcmode="lin" valueType="num">
                                      <p:cBhvr>
                                        <p:cTn id="19" dur="3750" fill="hold"/>
                                        <p:tgtEl>
                                          <p:spTgt spid="3"/>
                                        </p:tgtEl>
                                        <p:attrNameLst>
                                          <p:attrName>ppt_h</p:attrName>
                                        </p:attrNameLst>
                                      </p:cBhvr>
                                      <p:tavLst>
                                        <p:tav tm="0">
                                          <p:val>
                                            <p:fltVal val="0"/>
                                          </p:val>
                                        </p:tav>
                                        <p:tav tm="100000">
                                          <p:val>
                                            <p:strVal val="#ppt_h"/>
                                          </p:val>
                                        </p:tav>
                                      </p:tavLst>
                                    </p:anim>
                                    <p:anim calcmode="lin" valueType="num">
                                      <p:cBhvr>
                                        <p:cTn id="20" dur="3750" fill="hold"/>
                                        <p:tgtEl>
                                          <p:spTgt spid="3"/>
                                        </p:tgtEl>
                                        <p:attrNameLst>
                                          <p:attrName>style.rotation</p:attrName>
                                        </p:attrNameLst>
                                      </p:cBhvr>
                                      <p:tavLst>
                                        <p:tav tm="0">
                                          <p:val>
                                            <p:fltVal val="90"/>
                                          </p:val>
                                        </p:tav>
                                        <p:tav tm="100000">
                                          <p:val>
                                            <p:fltVal val="0"/>
                                          </p:val>
                                        </p:tav>
                                      </p:tavLst>
                                    </p:anim>
                                    <p:animEffect transition="in" filter="fade">
                                      <p:cBhvr>
                                        <p:cTn id="21" dur="3750"/>
                                        <p:tgtEl>
                                          <p:spTgt spid="3"/>
                                        </p:tgtEl>
                                      </p:cBhvr>
                                    </p:animEffect>
                                  </p:childTnLst>
                                </p:cTn>
                              </p:par>
                              <p:par>
                                <p:cTn id="22" presetID="31" presetClass="entr" presetSubtype="0" fill="hold" nodeType="withEffect">
                                  <p:stCondLst>
                                    <p:cond delay="1750"/>
                                  </p:stCondLst>
                                  <p:childTnLst>
                                    <p:set>
                                      <p:cBhvr>
                                        <p:cTn id="23" dur="1" fill="hold">
                                          <p:stCondLst>
                                            <p:cond delay="0"/>
                                          </p:stCondLst>
                                        </p:cTn>
                                        <p:tgtEl>
                                          <p:spTgt spid="2"/>
                                        </p:tgtEl>
                                        <p:attrNameLst>
                                          <p:attrName>style.visibility</p:attrName>
                                        </p:attrNameLst>
                                      </p:cBhvr>
                                      <p:to>
                                        <p:strVal val="visible"/>
                                      </p:to>
                                    </p:set>
                                    <p:anim calcmode="lin" valueType="num">
                                      <p:cBhvr>
                                        <p:cTn id="24" dur="3750" fill="hold"/>
                                        <p:tgtEl>
                                          <p:spTgt spid="2"/>
                                        </p:tgtEl>
                                        <p:attrNameLst>
                                          <p:attrName>ppt_w</p:attrName>
                                        </p:attrNameLst>
                                      </p:cBhvr>
                                      <p:tavLst>
                                        <p:tav tm="0">
                                          <p:val>
                                            <p:fltVal val="0"/>
                                          </p:val>
                                        </p:tav>
                                        <p:tav tm="100000">
                                          <p:val>
                                            <p:strVal val="#ppt_w"/>
                                          </p:val>
                                        </p:tav>
                                      </p:tavLst>
                                    </p:anim>
                                    <p:anim calcmode="lin" valueType="num">
                                      <p:cBhvr>
                                        <p:cTn id="25" dur="3750" fill="hold"/>
                                        <p:tgtEl>
                                          <p:spTgt spid="2"/>
                                        </p:tgtEl>
                                        <p:attrNameLst>
                                          <p:attrName>ppt_h</p:attrName>
                                        </p:attrNameLst>
                                      </p:cBhvr>
                                      <p:tavLst>
                                        <p:tav tm="0">
                                          <p:val>
                                            <p:fltVal val="0"/>
                                          </p:val>
                                        </p:tav>
                                        <p:tav tm="100000">
                                          <p:val>
                                            <p:strVal val="#ppt_h"/>
                                          </p:val>
                                        </p:tav>
                                      </p:tavLst>
                                    </p:anim>
                                    <p:anim calcmode="lin" valueType="num">
                                      <p:cBhvr>
                                        <p:cTn id="26" dur="3750" fill="hold"/>
                                        <p:tgtEl>
                                          <p:spTgt spid="2"/>
                                        </p:tgtEl>
                                        <p:attrNameLst>
                                          <p:attrName>style.rotation</p:attrName>
                                        </p:attrNameLst>
                                      </p:cBhvr>
                                      <p:tavLst>
                                        <p:tav tm="0">
                                          <p:val>
                                            <p:fltVal val="90"/>
                                          </p:val>
                                        </p:tav>
                                        <p:tav tm="100000">
                                          <p:val>
                                            <p:fltVal val="0"/>
                                          </p:val>
                                        </p:tav>
                                      </p:tavLst>
                                    </p:anim>
                                    <p:animEffect transition="in" filter="fade">
                                      <p:cBhvr>
                                        <p:cTn id="27" dur="3750"/>
                                        <p:tgtEl>
                                          <p:spTgt spid="2"/>
                                        </p:tgtEl>
                                      </p:cBhvr>
                                    </p:animEffect>
                                  </p:childTnLst>
                                </p:cTn>
                              </p:par>
                              <p:par>
                                <p:cTn id="28" presetID="42" presetClass="entr" presetSubtype="0" fill="hold" nodeType="withEffect">
                                  <p:stCondLst>
                                    <p:cond delay="25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3950"/>
                                        <p:tgtEl>
                                          <p:spTgt spid="5"/>
                                        </p:tgtEl>
                                      </p:cBhvr>
                                    </p:animEffect>
                                    <p:anim calcmode="lin" valueType="num">
                                      <p:cBhvr>
                                        <p:cTn id="31" dur="3950" fill="hold"/>
                                        <p:tgtEl>
                                          <p:spTgt spid="5"/>
                                        </p:tgtEl>
                                        <p:attrNameLst>
                                          <p:attrName>ppt_x</p:attrName>
                                        </p:attrNameLst>
                                      </p:cBhvr>
                                      <p:tavLst>
                                        <p:tav tm="0">
                                          <p:val>
                                            <p:strVal val="#ppt_x"/>
                                          </p:val>
                                        </p:tav>
                                        <p:tav tm="100000">
                                          <p:val>
                                            <p:strVal val="#ppt_x"/>
                                          </p:val>
                                        </p:tav>
                                      </p:tavLst>
                                    </p:anim>
                                    <p:anim calcmode="lin" valueType="num">
                                      <p:cBhvr>
                                        <p:cTn id="32" dur="3950" fill="hold"/>
                                        <p:tgtEl>
                                          <p:spTgt spid="5"/>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11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3850"/>
                                        <p:tgtEl>
                                          <p:spTgt spid="11"/>
                                        </p:tgtEl>
                                      </p:cBhvr>
                                    </p:animEffect>
                                    <p:anim calcmode="lin" valueType="num">
                                      <p:cBhvr>
                                        <p:cTn id="36" dur="3850" fill="hold"/>
                                        <p:tgtEl>
                                          <p:spTgt spid="11"/>
                                        </p:tgtEl>
                                        <p:attrNameLst>
                                          <p:attrName>ppt_x</p:attrName>
                                        </p:attrNameLst>
                                      </p:cBhvr>
                                      <p:tavLst>
                                        <p:tav tm="0">
                                          <p:val>
                                            <p:strVal val="#ppt_x"/>
                                          </p:val>
                                        </p:tav>
                                        <p:tav tm="100000">
                                          <p:val>
                                            <p:strVal val="#ppt_x"/>
                                          </p:val>
                                        </p:tav>
                                      </p:tavLst>
                                    </p:anim>
                                    <p:anim calcmode="lin" valueType="num">
                                      <p:cBhvr>
                                        <p:cTn id="37" dur="385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210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3600"/>
                                        <p:tgtEl>
                                          <p:spTgt spid="9"/>
                                        </p:tgtEl>
                                      </p:cBhvr>
                                    </p:animEffect>
                                    <p:anim calcmode="lin" valueType="num">
                                      <p:cBhvr>
                                        <p:cTn id="41" dur="3600" fill="hold"/>
                                        <p:tgtEl>
                                          <p:spTgt spid="9"/>
                                        </p:tgtEl>
                                        <p:attrNameLst>
                                          <p:attrName>ppt_x</p:attrName>
                                        </p:attrNameLst>
                                      </p:cBhvr>
                                      <p:tavLst>
                                        <p:tav tm="0">
                                          <p:val>
                                            <p:strVal val="#ppt_x"/>
                                          </p:val>
                                        </p:tav>
                                        <p:tav tm="100000">
                                          <p:val>
                                            <p:strVal val="#ppt_x"/>
                                          </p:val>
                                        </p:tav>
                                      </p:tavLst>
                                    </p:anim>
                                    <p:anim calcmode="lin" valueType="num">
                                      <p:cBhvr>
                                        <p:cTn id="42" dur="3600" fill="hold"/>
                                        <p:tgtEl>
                                          <p:spTgt spid="9"/>
                                        </p:tgtEl>
                                        <p:attrNameLst>
                                          <p:attrName>ppt_y</p:attrName>
                                        </p:attrNameLst>
                                      </p:cBhvr>
                                      <p:tavLst>
                                        <p:tav tm="0">
                                          <p:val>
                                            <p:strVal val="#ppt_y+.1"/>
                                          </p:val>
                                        </p:tav>
                                        <p:tav tm="100000">
                                          <p:val>
                                            <p:strVal val="#ppt_y"/>
                                          </p:val>
                                        </p:tav>
                                      </p:tavLst>
                                    </p:anim>
                                  </p:childTnLst>
                                </p:cTn>
                              </p:par>
                              <p:par>
                                <p:cTn id="43" presetID="14" presetClass="entr" presetSubtype="10" fill="hold" grpId="0" nodeType="withEffect">
                                  <p:stCondLst>
                                    <p:cond delay="5250"/>
                                  </p:stCondLst>
                                  <p:childTnLst>
                                    <p:set>
                                      <p:cBhvr>
                                        <p:cTn id="44" dur="1" fill="hold">
                                          <p:stCondLst>
                                            <p:cond delay="0"/>
                                          </p:stCondLst>
                                        </p:cTn>
                                        <p:tgtEl>
                                          <p:spTgt spid="31"/>
                                        </p:tgtEl>
                                        <p:attrNameLst>
                                          <p:attrName>style.visibility</p:attrName>
                                        </p:attrNameLst>
                                      </p:cBhvr>
                                      <p:to>
                                        <p:strVal val="visible"/>
                                      </p:to>
                                    </p:set>
                                    <p:animEffect transition="in" filter="randombar(horizontal)">
                                      <p:cBhvr>
                                        <p:cTn id="45" dur="1000"/>
                                        <p:tgtEl>
                                          <p:spTgt spid="31"/>
                                        </p:tgtEl>
                                      </p:cBhvr>
                                    </p:animEffect>
                                  </p:childTnLst>
                                </p:cTn>
                              </p:par>
                              <p:par>
                                <p:cTn id="46" presetID="14" presetClass="entr" presetSubtype="10" fill="hold" grpId="0" nodeType="withEffect">
                                  <p:stCondLst>
                                    <p:cond delay="5250"/>
                                  </p:stCondLst>
                                  <p:childTnLst>
                                    <p:set>
                                      <p:cBhvr>
                                        <p:cTn id="47" dur="1" fill="hold">
                                          <p:stCondLst>
                                            <p:cond delay="0"/>
                                          </p:stCondLst>
                                        </p:cTn>
                                        <p:tgtEl>
                                          <p:spTgt spid="33"/>
                                        </p:tgtEl>
                                        <p:attrNameLst>
                                          <p:attrName>style.visibility</p:attrName>
                                        </p:attrNameLst>
                                      </p:cBhvr>
                                      <p:to>
                                        <p:strVal val="visible"/>
                                      </p:to>
                                    </p:set>
                                    <p:animEffect transition="in" filter="randombar(horizontal)">
                                      <p:cBhvr>
                                        <p:cTn id="48" dur="1000"/>
                                        <p:tgtEl>
                                          <p:spTgt spid="33"/>
                                        </p:tgtEl>
                                      </p:cBhvr>
                                    </p:animEffect>
                                  </p:childTnLst>
                                </p:cTn>
                              </p:par>
                              <p:par>
                                <p:cTn id="49" presetID="14" presetClass="entr" presetSubtype="10" fill="hold" grpId="0" nodeType="withEffect">
                                  <p:stCondLst>
                                    <p:cond delay="5250"/>
                                  </p:stCondLst>
                                  <p:childTnLst>
                                    <p:set>
                                      <p:cBhvr>
                                        <p:cTn id="50" dur="1" fill="hold">
                                          <p:stCondLst>
                                            <p:cond delay="0"/>
                                          </p:stCondLst>
                                        </p:cTn>
                                        <p:tgtEl>
                                          <p:spTgt spid="34"/>
                                        </p:tgtEl>
                                        <p:attrNameLst>
                                          <p:attrName>style.visibility</p:attrName>
                                        </p:attrNameLst>
                                      </p:cBhvr>
                                      <p:to>
                                        <p:strVal val="visible"/>
                                      </p:to>
                                    </p:set>
                                    <p:animEffect transition="in" filter="randombar(horizontal)">
                                      <p:cBhvr>
                                        <p:cTn id="51"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1" grpId="0"/>
      <p:bldP spid="33"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occhiale, primo piano, luce, Viso umano&#10;&#10;Il contenuto generato dall'IA potrebbe non essere corretto.">
            <a:extLst>
              <a:ext uri="{FF2B5EF4-FFF2-40B4-BE49-F238E27FC236}">
                <a16:creationId xmlns:a16="http://schemas.microsoft.com/office/drawing/2014/main" id="{B4B7E00E-07A6-A6E6-332A-89330DE4FE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 y="0"/>
            <a:ext cx="12239626" cy="6858000"/>
          </a:xfrm>
          <a:prstGeom prst="rect">
            <a:avLst/>
          </a:prstGeom>
        </p:spPr>
      </p:pic>
      <p:sp>
        <p:nvSpPr>
          <p:cNvPr id="8" name="Rettangolo 7">
            <a:extLst>
              <a:ext uri="{FF2B5EF4-FFF2-40B4-BE49-F238E27FC236}">
                <a16:creationId xmlns:a16="http://schemas.microsoft.com/office/drawing/2014/main" id="{45780143-90BE-1DAB-F231-7D97DDB32CCA}"/>
              </a:ext>
            </a:extLst>
          </p:cNvPr>
          <p:cNvSpPr/>
          <p:nvPr/>
        </p:nvSpPr>
        <p:spPr>
          <a:xfrm>
            <a:off x="-23811" y="0"/>
            <a:ext cx="12239626" cy="6858000"/>
          </a:xfrm>
          <a:prstGeom prst="rect">
            <a:avLst/>
          </a:prstGeom>
          <a:solidFill>
            <a:sysClr val="window" lastClr="FFFFFF">
              <a:alpha val="52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2" name="Gruppo 1">
            <a:extLst>
              <a:ext uri="{FF2B5EF4-FFF2-40B4-BE49-F238E27FC236}">
                <a16:creationId xmlns:a16="http://schemas.microsoft.com/office/drawing/2014/main" id="{22AC2902-CEDF-04F8-6263-7F6CED39C8F4}"/>
              </a:ext>
            </a:extLst>
          </p:cNvPr>
          <p:cNvGrpSpPr/>
          <p:nvPr/>
        </p:nvGrpSpPr>
        <p:grpSpPr>
          <a:xfrm>
            <a:off x="1867922" y="1130301"/>
            <a:ext cx="7415778" cy="4000500"/>
            <a:chOff x="1867922" y="1130301"/>
            <a:chExt cx="7415778" cy="4000500"/>
          </a:xfrm>
        </p:grpSpPr>
        <p:sp>
          <p:nvSpPr>
            <p:cNvPr id="15" name="Rettangolo con angoli arrotondati 14">
              <a:extLst>
                <a:ext uri="{FF2B5EF4-FFF2-40B4-BE49-F238E27FC236}">
                  <a16:creationId xmlns:a16="http://schemas.microsoft.com/office/drawing/2014/main" id="{BB2F174A-6544-FD11-4AFF-7B6CB8FB0CEE}"/>
                </a:ext>
              </a:extLst>
            </p:cNvPr>
            <p:cNvSpPr/>
            <p:nvPr/>
          </p:nvSpPr>
          <p:spPr>
            <a:xfrm>
              <a:off x="1867922" y="1130301"/>
              <a:ext cx="7415778" cy="4000500"/>
            </a:xfrm>
            <a:prstGeom prst="roundRect">
              <a:avLst>
                <a:gd name="adj" fmla="val 3817"/>
              </a:avLst>
            </a:prstGeom>
            <a:solidFill>
              <a:srgbClr val="292C3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94B377A2-C79E-8BD1-1DAB-F498082B5F7A}"/>
                </a:ext>
              </a:extLst>
            </p:cNvPr>
            <p:cNvPicPr>
              <a:picLocks noChangeAspect="1"/>
            </p:cNvPicPr>
            <p:nvPr/>
          </p:nvPicPr>
          <p:blipFill>
            <a:blip r:embed="rId3"/>
            <a:stretch>
              <a:fillRect/>
            </a:stretch>
          </p:blipFill>
          <p:spPr>
            <a:xfrm>
              <a:off x="2232365" y="1300701"/>
              <a:ext cx="6390935" cy="3614199"/>
            </a:xfrm>
            <a:prstGeom prst="rect">
              <a:avLst/>
            </a:prstGeom>
          </p:spPr>
        </p:pic>
      </p:grpSp>
      <p:grpSp>
        <p:nvGrpSpPr>
          <p:cNvPr id="17" name="Group 424">
            <a:extLst>
              <a:ext uri="{FF2B5EF4-FFF2-40B4-BE49-F238E27FC236}">
                <a16:creationId xmlns:a16="http://schemas.microsoft.com/office/drawing/2014/main" id="{D37370F3-870B-70C4-2208-51C65E24D35F}"/>
              </a:ext>
            </a:extLst>
          </p:cNvPr>
          <p:cNvGrpSpPr>
            <a:grpSpLocks noChangeAspect="1"/>
          </p:cNvGrpSpPr>
          <p:nvPr/>
        </p:nvGrpSpPr>
        <p:grpSpPr bwMode="auto">
          <a:xfrm>
            <a:off x="1606110" y="965200"/>
            <a:ext cx="7949177" cy="5823752"/>
            <a:chOff x="1287737" y="1687513"/>
            <a:chExt cx="4857750" cy="3867151"/>
          </a:xfrm>
        </p:grpSpPr>
        <p:sp>
          <p:nvSpPr>
            <p:cNvPr id="18" name="Freeform 5">
              <a:extLst>
                <a:ext uri="{FF2B5EF4-FFF2-40B4-BE49-F238E27FC236}">
                  <a16:creationId xmlns:a16="http://schemas.microsoft.com/office/drawing/2014/main" id="{FB5E3324-104B-0DC7-DEF5-49188ED81235}"/>
                </a:ext>
              </a:extLst>
            </p:cNvPr>
            <p:cNvSpPr>
              <a:spLocks/>
            </p:cNvSpPr>
            <p:nvPr/>
          </p:nvSpPr>
          <p:spPr bwMode="auto">
            <a:xfrm>
              <a:off x="2856187" y="5013326"/>
              <a:ext cx="1758950" cy="541338"/>
            </a:xfrm>
            <a:custGeom>
              <a:avLst/>
              <a:gdLst>
                <a:gd name="T0" fmla="*/ 2147483647 w 468"/>
                <a:gd name="T1" fmla="*/ 1286038642 h 144"/>
                <a:gd name="T2" fmla="*/ 2147483647 w 468"/>
                <a:gd name="T3" fmla="*/ 0 h 144"/>
                <a:gd name="T4" fmla="*/ 2147483647 w 468"/>
                <a:gd name="T5" fmla="*/ 0 h 144"/>
                <a:gd name="T6" fmla="*/ 2147483647 w 468"/>
                <a:gd name="T7" fmla="*/ 0 h 144"/>
                <a:gd name="T8" fmla="*/ 1440839382 w 468"/>
                <a:gd name="T9" fmla="*/ 0 h 144"/>
                <a:gd name="T10" fmla="*/ 1017063978 w 468"/>
                <a:gd name="T11" fmla="*/ 1286038642 h 144"/>
                <a:gd name="T12" fmla="*/ 1087692585 w 468"/>
                <a:gd name="T13" fmla="*/ 2035047432 h 144"/>
                <a:gd name="T14" fmla="*/ 2147483647 w 468"/>
                <a:gd name="T15" fmla="*/ 2035047432 h 144"/>
                <a:gd name="T16" fmla="*/ 2147483647 w 468"/>
                <a:gd name="T17" fmla="*/ 2035047432 h 144"/>
                <a:gd name="T18" fmla="*/ 2147483647 w 468"/>
                <a:gd name="T19" fmla="*/ 2035047432 h 144"/>
                <a:gd name="T20" fmla="*/ 2147483647 w 468"/>
                <a:gd name="T21" fmla="*/ 1286038642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68" h="144">
                  <a:moveTo>
                    <a:pt x="395" y="91"/>
                  </a:moveTo>
                  <a:cubicBezTo>
                    <a:pt x="367" y="62"/>
                    <a:pt x="366" y="0"/>
                    <a:pt x="366" y="0"/>
                  </a:cubicBezTo>
                  <a:cubicBezTo>
                    <a:pt x="239" y="0"/>
                    <a:pt x="239" y="0"/>
                    <a:pt x="239" y="0"/>
                  </a:cubicBezTo>
                  <a:cubicBezTo>
                    <a:pt x="229" y="0"/>
                    <a:pt x="229" y="0"/>
                    <a:pt x="229" y="0"/>
                  </a:cubicBezTo>
                  <a:cubicBezTo>
                    <a:pt x="102" y="0"/>
                    <a:pt x="102" y="0"/>
                    <a:pt x="102" y="0"/>
                  </a:cubicBezTo>
                  <a:cubicBezTo>
                    <a:pt x="102" y="0"/>
                    <a:pt x="101" y="62"/>
                    <a:pt x="72" y="91"/>
                  </a:cubicBezTo>
                  <a:cubicBezTo>
                    <a:pt x="44" y="120"/>
                    <a:pt x="0" y="144"/>
                    <a:pt x="77" y="144"/>
                  </a:cubicBezTo>
                  <a:cubicBezTo>
                    <a:pt x="138" y="144"/>
                    <a:pt x="205" y="144"/>
                    <a:pt x="229" y="144"/>
                  </a:cubicBezTo>
                  <a:cubicBezTo>
                    <a:pt x="235" y="144"/>
                    <a:pt x="239" y="144"/>
                    <a:pt x="239" y="144"/>
                  </a:cubicBezTo>
                  <a:cubicBezTo>
                    <a:pt x="263" y="144"/>
                    <a:pt x="329" y="144"/>
                    <a:pt x="391" y="144"/>
                  </a:cubicBezTo>
                  <a:cubicBezTo>
                    <a:pt x="468" y="144"/>
                    <a:pt x="423" y="120"/>
                    <a:pt x="395" y="91"/>
                  </a:cubicBezTo>
                  <a:close/>
                </a:path>
              </a:pathLst>
            </a:custGeom>
            <a:gradFill rotWithShape="1">
              <a:gsLst>
                <a:gs pos="0">
                  <a:srgbClr val="6D6F73"/>
                </a:gs>
                <a:gs pos="19000">
                  <a:srgbClr val="E0E1E2"/>
                </a:gs>
                <a:gs pos="38000">
                  <a:srgbClr val="A7A9AC"/>
                </a:gs>
                <a:gs pos="63000">
                  <a:srgbClr val="6D6F73"/>
                </a:gs>
                <a:gs pos="100000">
                  <a:srgbClr val="A7A9AC"/>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7">
              <a:extLst>
                <a:ext uri="{FF2B5EF4-FFF2-40B4-BE49-F238E27FC236}">
                  <a16:creationId xmlns:a16="http://schemas.microsoft.com/office/drawing/2014/main" id="{D22A2D56-E18E-8297-99CD-CBD71BA7D798}"/>
                </a:ext>
              </a:extLst>
            </p:cNvPr>
            <p:cNvSpPr>
              <a:spLocks noEditPoints="1"/>
            </p:cNvSpPr>
            <p:nvPr/>
          </p:nvSpPr>
          <p:spPr bwMode="auto">
            <a:xfrm>
              <a:off x="1287737" y="1687513"/>
              <a:ext cx="4857750" cy="2905125"/>
            </a:xfrm>
            <a:custGeom>
              <a:avLst/>
              <a:gdLst>
                <a:gd name="T0" fmla="*/ 2147483647 w 1292"/>
                <a:gd name="T1" fmla="*/ 0 h 772"/>
                <a:gd name="T2" fmla="*/ 2147483647 w 1292"/>
                <a:gd name="T3" fmla="*/ 0 h 772"/>
                <a:gd name="T4" fmla="*/ 2147483647 w 1292"/>
                <a:gd name="T5" fmla="*/ 0 h 772"/>
                <a:gd name="T6" fmla="*/ 579602516 w 1292"/>
                <a:gd name="T7" fmla="*/ 0 h 772"/>
                <a:gd name="T8" fmla="*/ 0 w 1292"/>
                <a:gd name="T9" fmla="*/ 509796754 h 772"/>
                <a:gd name="T10" fmla="*/ 0 w 1292"/>
                <a:gd name="T11" fmla="*/ 2147483647 h 772"/>
                <a:gd name="T12" fmla="*/ 2147483647 w 1292"/>
                <a:gd name="T13" fmla="*/ 2147483647 h 772"/>
                <a:gd name="T14" fmla="*/ 2147483647 w 1292"/>
                <a:gd name="T15" fmla="*/ 509796754 h 772"/>
                <a:gd name="T16" fmla="*/ 2147483647 w 1292"/>
                <a:gd name="T17" fmla="*/ 0 h 772"/>
                <a:gd name="T18" fmla="*/ 2147483647 w 1292"/>
                <a:gd name="T19" fmla="*/ 2147483647 h 772"/>
                <a:gd name="T20" fmla="*/ 791651576 w 1292"/>
                <a:gd name="T21" fmla="*/ 2147483647 h 772"/>
                <a:gd name="T22" fmla="*/ 791651576 w 1292"/>
                <a:gd name="T23" fmla="*/ 679731514 h 772"/>
                <a:gd name="T24" fmla="*/ 2147483647 w 1292"/>
                <a:gd name="T25" fmla="*/ 679731514 h 772"/>
                <a:gd name="T26" fmla="*/ 2147483647 w 1292"/>
                <a:gd name="T27" fmla="*/ 2147483647 h 77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92" h="772">
                  <a:moveTo>
                    <a:pt x="1254" y="0"/>
                  </a:moveTo>
                  <a:cubicBezTo>
                    <a:pt x="658" y="0"/>
                    <a:pt x="658" y="0"/>
                    <a:pt x="658" y="0"/>
                  </a:cubicBezTo>
                  <a:cubicBezTo>
                    <a:pt x="637" y="0"/>
                    <a:pt x="637" y="0"/>
                    <a:pt x="637" y="0"/>
                  </a:cubicBezTo>
                  <a:cubicBezTo>
                    <a:pt x="41" y="0"/>
                    <a:pt x="41" y="0"/>
                    <a:pt x="41" y="0"/>
                  </a:cubicBezTo>
                  <a:cubicBezTo>
                    <a:pt x="20" y="0"/>
                    <a:pt x="0" y="15"/>
                    <a:pt x="0" y="36"/>
                  </a:cubicBezTo>
                  <a:cubicBezTo>
                    <a:pt x="0" y="772"/>
                    <a:pt x="0" y="772"/>
                    <a:pt x="0" y="772"/>
                  </a:cubicBezTo>
                  <a:cubicBezTo>
                    <a:pt x="1292" y="772"/>
                    <a:pt x="1292" y="772"/>
                    <a:pt x="1292" y="772"/>
                  </a:cubicBezTo>
                  <a:cubicBezTo>
                    <a:pt x="1292" y="36"/>
                    <a:pt x="1292" y="36"/>
                    <a:pt x="1292" y="36"/>
                  </a:cubicBezTo>
                  <a:cubicBezTo>
                    <a:pt x="1292" y="15"/>
                    <a:pt x="1275" y="0"/>
                    <a:pt x="1254" y="0"/>
                  </a:cubicBezTo>
                  <a:close/>
                  <a:moveTo>
                    <a:pt x="1236" y="716"/>
                  </a:moveTo>
                  <a:cubicBezTo>
                    <a:pt x="56" y="716"/>
                    <a:pt x="56" y="716"/>
                    <a:pt x="56" y="716"/>
                  </a:cubicBezTo>
                  <a:cubicBezTo>
                    <a:pt x="56" y="48"/>
                    <a:pt x="56" y="48"/>
                    <a:pt x="56" y="48"/>
                  </a:cubicBezTo>
                  <a:cubicBezTo>
                    <a:pt x="1236" y="48"/>
                    <a:pt x="1236" y="48"/>
                    <a:pt x="1236" y="48"/>
                  </a:cubicBezTo>
                  <a:lnTo>
                    <a:pt x="1236" y="71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8">
              <a:extLst>
                <a:ext uri="{FF2B5EF4-FFF2-40B4-BE49-F238E27FC236}">
                  <a16:creationId xmlns:a16="http://schemas.microsoft.com/office/drawing/2014/main" id="{DD1F995E-DD46-735F-21A4-702537652B29}"/>
                </a:ext>
              </a:extLst>
            </p:cNvPr>
            <p:cNvSpPr>
              <a:spLocks/>
            </p:cNvSpPr>
            <p:nvPr/>
          </p:nvSpPr>
          <p:spPr bwMode="auto">
            <a:xfrm>
              <a:off x="1287737" y="4592638"/>
              <a:ext cx="4857750" cy="420688"/>
            </a:xfrm>
            <a:custGeom>
              <a:avLst/>
              <a:gdLst>
                <a:gd name="T0" fmla="*/ 0 w 1292"/>
                <a:gd name="T1" fmla="*/ 987602641 h 112"/>
                <a:gd name="T2" fmla="*/ 579602516 w 1292"/>
                <a:gd name="T3" fmla="*/ 1580164226 h 112"/>
                <a:gd name="T4" fmla="*/ 2147483647 w 1292"/>
                <a:gd name="T5" fmla="*/ 1580164226 h 112"/>
                <a:gd name="T6" fmla="*/ 2147483647 w 1292"/>
                <a:gd name="T7" fmla="*/ 1580164226 h 112"/>
                <a:gd name="T8" fmla="*/ 2147483647 w 1292"/>
                <a:gd name="T9" fmla="*/ 1580164226 h 112"/>
                <a:gd name="T10" fmla="*/ 2147483647 w 1292"/>
                <a:gd name="T11" fmla="*/ 987602641 h 112"/>
                <a:gd name="T12" fmla="*/ 2147483647 w 1292"/>
                <a:gd name="T13" fmla="*/ 0 h 112"/>
                <a:gd name="T14" fmla="*/ 0 w 1292"/>
                <a:gd name="T15" fmla="*/ 0 h 112"/>
                <a:gd name="T16" fmla="*/ 0 w 1292"/>
                <a:gd name="T17" fmla="*/ 987602641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92" h="112">
                  <a:moveTo>
                    <a:pt x="0" y="70"/>
                  </a:moveTo>
                  <a:cubicBezTo>
                    <a:pt x="0" y="91"/>
                    <a:pt x="20" y="112"/>
                    <a:pt x="41" y="112"/>
                  </a:cubicBezTo>
                  <a:cubicBezTo>
                    <a:pt x="637" y="112"/>
                    <a:pt x="637" y="112"/>
                    <a:pt x="637" y="112"/>
                  </a:cubicBezTo>
                  <a:cubicBezTo>
                    <a:pt x="658" y="112"/>
                    <a:pt x="658" y="112"/>
                    <a:pt x="658" y="112"/>
                  </a:cubicBezTo>
                  <a:cubicBezTo>
                    <a:pt x="1254" y="112"/>
                    <a:pt x="1254" y="112"/>
                    <a:pt x="1254" y="112"/>
                  </a:cubicBezTo>
                  <a:cubicBezTo>
                    <a:pt x="1275" y="112"/>
                    <a:pt x="1292" y="91"/>
                    <a:pt x="1292" y="70"/>
                  </a:cubicBezTo>
                  <a:cubicBezTo>
                    <a:pt x="1292" y="0"/>
                    <a:pt x="1292" y="0"/>
                    <a:pt x="1292" y="0"/>
                  </a:cubicBezTo>
                  <a:cubicBezTo>
                    <a:pt x="0" y="0"/>
                    <a:pt x="0" y="0"/>
                    <a:pt x="0" y="0"/>
                  </a:cubicBezTo>
                  <a:lnTo>
                    <a:pt x="0" y="70"/>
                  </a:lnTo>
                  <a:close/>
                </a:path>
              </a:pathLst>
            </a:custGeom>
            <a:gradFill rotWithShape="1">
              <a:gsLst>
                <a:gs pos="0">
                  <a:srgbClr val="898A8F"/>
                </a:gs>
                <a:gs pos="100000">
                  <a:srgbClr val="DBDDE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 name="Title 1">
            <a:extLst>
              <a:ext uri="{FF2B5EF4-FFF2-40B4-BE49-F238E27FC236}">
                <a16:creationId xmlns:a16="http://schemas.microsoft.com/office/drawing/2014/main" id="{9ABC8B8C-5233-E548-0C4D-01CF9769BAAB}"/>
              </a:ext>
            </a:extLst>
          </p:cNvPr>
          <p:cNvSpPr>
            <a:spLocks noGrp="1"/>
          </p:cNvSpPr>
          <p:nvPr/>
        </p:nvSpPr>
        <p:spPr>
          <a:xfrm>
            <a:off x="12157" y="19049"/>
            <a:ext cx="7138920" cy="828675"/>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r>
              <a:rPr lang="it-IT" sz="2800" cap="none" dirty="0">
                <a:solidFill>
                  <a:schemeClr val="tx1"/>
                </a:solidFill>
              </a:rPr>
              <a:t>Cattura della funzione responsabile dell’interrogazione  dell’API INAP</a:t>
            </a:r>
          </a:p>
        </p:txBody>
      </p:sp>
    </p:spTree>
    <p:extLst>
      <p:ext uri="{BB962C8B-B14F-4D97-AF65-F5344CB8AC3E}">
        <p14:creationId xmlns:p14="http://schemas.microsoft.com/office/powerpoint/2010/main" val="2043611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250"/>
                                        <p:tgtEl>
                                          <p:spTgt spid="17"/>
                                        </p:tgtEl>
                                      </p:cBhvr>
                                    </p:animEffect>
                                  </p:childTnLst>
                                </p:cTn>
                              </p:par>
                              <p:par>
                                <p:cTn id="8" presetID="21" presetClass="entr" presetSubtype="1" fill="hold" nodeType="withEffect">
                                  <p:stCondLst>
                                    <p:cond delay="125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586FA-DEE1-5018-A9A1-45D1BBA7CFBB}"/>
            </a:ext>
          </a:extLst>
        </p:cNvPr>
        <p:cNvGrpSpPr/>
        <p:nvPr/>
      </p:nvGrpSpPr>
      <p:grpSpPr>
        <a:xfrm>
          <a:off x="0" y="0"/>
          <a:ext cx="0" cy="0"/>
          <a:chOff x="0" y="0"/>
          <a:chExt cx="0" cy="0"/>
        </a:xfrm>
      </p:grpSpPr>
      <p:pic>
        <p:nvPicPr>
          <p:cNvPr id="5" name="Immagine 4" descr="Immagine che contiene occhiale, primo piano, luce, Viso umano&#10;&#10;Il contenuto generato dall'IA potrebbe non essere corretto.">
            <a:extLst>
              <a:ext uri="{FF2B5EF4-FFF2-40B4-BE49-F238E27FC236}">
                <a16:creationId xmlns:a16="http://schemas.microsoft.com/office/drawing/2014/main" id="{A98E626A-1CB6-FE7C-F093-24A65B5CD0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 y="0"/>
            <a:ext cx="12239626" cy="6858000"/>
          </a:xfrm>
          <a:prstGeom prst="rect">
            <a:avLst/>
          </a:prstGeom>
        </p:spPr>
      </p:pic>
      <p:sp>
        <p:nvSpPr>
          <p:cNvPr id="8" name="Rettangolo 7">
            <a:extLst>
              <a:ext uri="{FF2B5EF4-FFF2-40B4-BE49-F238E27FC236}">
                <a16:creationId xmlns:a16="http://schemas.microsoft.com/office/drawing/2014/main" id="{D78D85F9-3DA5-A831-FA49-4FCA0DE39082}"/>
              </a:ext>
            </a:extLst>
          </p:cNvPr>
          <p:cNvSpPr/>
          <p:nvPr/>
        </p:nvSpPr>
        <p:spPr>
          <a:xfrm>
            <a:off x="-23811" y="0"/>
            <a:ext cx="12239626" cy="6858000"/>
          </a:xfrm>
          <a:prstGeom prst="rect">
            <a:avLst/>
          </a:prstGeom>
          <a:solidFill>
            <a:sysClr val="window" lastClr="FFFFFF">
              <a:alpha val="52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4" name="Group 424">
            <a:extLst>
              <a:ext uri="{FF2B5EF4-FFF2-40B4-BE49-F238E27FC236}">
                <a16:creationId xmlns:a16="http://schemas.microsoft.com/office/drawing/2014/main" id="{2B53F605-9161-B0EC-53B1-1A413468E185}"/>
              </a:ext>
            </a:extLst>
          </p:cNvPr>
          <p:cNvGrpSpPr>
            <a:grpSpLocks noChangeAspect="1"/>
          </p:cNvGrpSpPr>
          <p:nvPr/>
        </p:nvGrpSpPr>
        <p:grpSpPr bwMode="auto">
          <a:xfrm>
            <a:off x="1606110" y="965200"/>
            <a:ext cx="7949177" cy="5823752"/>
            <a:chOff x="1287737" y="1687513"/>
            <a:chExt cx="4857750" cy="3867151"/>
          </a:xfrm>
        </p:grpSpPr>
        <p:sp>
          <p:nvSpPr>
            <p:cNvPr id="6" name="Freeform 5">
              <a:extLst>
                <a:ext uri="{FF2B5EF4-FFF2-40B4-BE49-F238E27FC236}">
                  <a16:creationId xmlns:a16="http://schemas.microsoft.com/office/drawing/2014/main" id="{64603001-091E-DFDA-AB37-3C55657E5103}"/>
                </a:ext>
              </a:extLst>
            </p:cNvPr>
            <p:cNvSpPr>
              <a:spLocks/>
            </p:cNvSpPr>
            <p:nvPr/>
          </p:nvSpPr>
          <p:spPr bwMode="auto">
            <a:xfrm>
              <a:off x="2856187" y="5013326"/>
              <a:ext cx="1758950" cy="541338"/>
            </a:xfrm>
            <a:custGeom>
              <a:avLst/>
              <a:gdLst>
                <a:gd name="T0" fmla="*/ 2147483647 w 468"/>
                <a:gd name="T1" fmla="*/ 1286038642 h 144"/>
                <a:gd name="T2" fmla="*/ 2147483647 w 468"/>
                <a:gd name="T3" fmla="*/ 0 h 144"/>
                <a:gd name="T4" fmla="*/ 2147483647 w 468"/>
                <a:gd name="T5" fmla="*/ 0 h 144"/>
                <a:gd name="T6" fmla="*/ 2147483647 w 468"/>
                <a:gd name="T7" fmla="*/ 0 h 144"/>
                <a:gd name="T8" fmla="*/ 1440839382 w 468"/>
                <a:gd name="T9" fmla="*/ 0 h 144"/>
                <a:gd name="T10" fmla="*/ 1017063978 w 468"/>
                <a:gd name="T11" fmla="*/ 1286038642 h 144"/>
                <a:gd name="T12" fmla="*/ 1087692585 w 468"/>
                <a:gd name="T13" fmla="*/ 2035047432 h 144"/>
                <a:gd name="T14" fmla="*/ 2147483647 w 468"/>
                <a:gd name="T15" fmla="*/ 2035047432 h 144"/>
                <a:gd name="T16" fmla="*/ 2147483647 w 468"/>
                <a:gd name="T17" fmla="*/ 2035047432 h 144"/>
                <a:gd name="T18" fmla="*/ 2147483647 w 468"/>
                <a:gd name="T19" fmla="*/ 2035047432 h 144"/>
                <a:gd name="T20" fmla="*/ 2147483647 w 468"/>
                <a:gd name="T21" fmla="*/ 1286038642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68" h="144">
                  <a:moveTo>
                    <a:pt x="395" y="91"/>
                  </a:moveTo>
                  <a:cubicBezTo>
                    <a:pt x="367" y="62"/>
                    <a:pt x="366" y="0"/>
                    <a:pt x="366" y="0"/>
                  </a:cubicBezTo>
                  <a:cubicBezTo>
                    <a:pt x="239" y="0"/>
                    <a:pt x="239" y="0"/>
                    <a:pt x="239" y="0"/>
                  </a:cubicBezTo>
                  <a:cubicBezTo>
                    <a:pt x="229" y="0"/>
                    <a:pt x="229" y="0"/>
                    <a:pt x="229" y="0"/>
                  </a:cubicBezTo>
                  <a:cubicBezTo>
                    <a:pt x="102" y="0"/>
                    <a:pt x="102" y="0"/>
                    <a:pt x="102" y="0"/>
                  </a:cubicBezTo>
                  <a:cubicBezTo>
                    <a:pt x="102" y="0"/>
                    <a:pt x="101" y="62"/>
                    <a:pt x="72" y="91"/>
                  </a:cubicBezTo>
                  <a:cubicBezTo>
                    <a:pt x="44" y="120"/>
                    <a:pt x="0" y="144"/>
                    <a:pt x="77" y="144"/>
                  </a:cubicBezTo>
                  <a:cubicBezTo>
                    <a:pt x="138" y="144"/>
                    <a:pt x="205" y="144"/>
                    <a:pt x="229" y="144"/>
                  </a:cubicBezTo>
                  <a:cubicBezTo>
                    <a:pt x="235" y="144"/>
                    <a:pt x="239" y="144"/>
                    <a:pt x="239" y="144"/>
                  </a:cubicBezTo>
                  <a:cubicBezTo>
                    <a:pt x="263" y="144"/>
                    <a:pt x="329" y="144"/>
                    <a:pt x="391" y="144"/>
                  </a:cubicBezTo>
                  <a:cubicBezTo>
                    <a:pt x="468" y="144"/>
                    <a:pt x="423" y="120"/>
                    <a:pt x="395" y="91"/>
                  </a:cubicBezTo>
                  <a:close/>
                </a:path>
              </a:pathLst>
            </a:custGeom>
            <a:gradFill rotWithShape="1">
              <a:gsLst>
                <a:gs pos="0">
                  <a:srgbClr val="6D6F73"/>
                </a:gs>
                <a:gs pos="19000">
                  <a:srgbClr val="E0E1E2"/>
                </a:gs>
                <a:gs pos="38000">
                  <a:srgbClr val="A7A9AC"/>
                </a:gs>
                <a:gs pos="63000">
                  <a:srgbClr val="6D6F73"/>
                </a:gs>
                <a:gs pos="100000">
                  <a:srgbClr val="A7A9AC"/>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 name="Freeform 7">
              <a:extLst>
                <a:ext uri="{FF2B5EF4-FFF2-40B4-BE49-F238E27FC236}">
                  <a16:creationId xmlns:a16="http://schemas.microsoft.com/office/drawing/2014/main" id="{2F3F32F4-EBE4-3916-F160-891E4D6BA7C0}"/>
                </a:ext>
              </a:extLst>
            </p:cNvPr>
            <p:cNvSpPr>
              <a:spLocks noEditPoints="1"/>
            </p:cNvSpPr>
            <p:nvPr/>
          </p:nvSpPr>
          <p:spPr bwMode="auto">
            <a:xfrm>
              <a:off x="1287737" y="1687513"/>
              <a:ext cx="4857750" cy="2905125"/>
            </a:xfrm>
            <a:custGeom>
              <a:avLst/>
              <a:gdLst>
                <a:gd name="T0" fmla="*/ 2147483647 w 1292"/>
                <a:gd name="T1" fmla="*/ 0 h 772"/>
                <a:gd name="T2" fmla="*/ 2147483647 w 1292"/>
                <a:gd name="T3" fmla="*/ 0 h 772"/>
                <a:gd name="T4" fmla="*/ 2147483647 w 1292"/>
                <a:gd name="T5" fmla="*/ 0 h 772"/>
                <a:gd name="T6" fmla="*/ 579602516 w 1292"/>
                <a:gd name="T7" fmla="*/ 0 h 772"/>
                <a:gd name="T8" fmla="*/ 0 w 1292"/>
                <a:gd name="T9" fmla="*/ 509796754 h 772"/>
                <a:gd name="T10" fmla="*/ 0 w 1292"/>
                <a:gd name="T11" fmla="*/ 2147483647 h 772"/>
                <a:gd name="T12" fmla="*/ 2147483647 w 1292"/>
                <a:gd name="T13" fmla="*/ 2147483647 h 772"/>
                <a:gd name="T14" fmla="*/ 2147483647 w 1292"/>
                <a:gd name="T15" fmla="*/ 509796754 h 772"/>
                <a:gd name="T16" fmla="*/ 2147483647 w 1292"/>
                <a:gd name="T17" fmla="*/ 0 h 772"/>
                <a:gd name="T18" fmla="*/ 2147483647 w 1292"/>
                <a:gd name="T19" fmla="*/ 2147483647 h 772"/>
                <a:gd name="T20" fmla="*/ 791651576 w 1292"/>
                <a:gd name="T21" fmla="*/ 2147483647 h 772"/>
                <a:gd name="T22" fmla="*/ 791651576 w 1292"/>
                <a:gd name="T23" fmla="*/ 679731514 h 772"/>
                <a:gd name="T24" fmla="*/ 2147483647 w 1292"/>
                <a:gd name="T25" fmla="*/ 679731514 h 772"/>
                <a:gd name="T26" fmla="*/ 2147483647 w 1292"/>
                <a:gd name="T27" fmla="*/ 2147483647 h 77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92" h="772">
                  <a:moveTo>
                    <a:pt x="1254" y="0"/>
                  </a:moveTo>
                  <a:cubicBezTo>
                    <a:pt x="658" y="0"/>
                    <a:pt x="658" y="0"/>
                    <a:pt x="658" y="0"/>
                  </a:cubicBezTo>
                  <a:cubicBezTo>
                    <a:pt x="637" y="0"/>
                    <a:pt x="637" y="0"/>
                    <a:pt x="637" y="0"/>
                  </a:cubicBezTo>
                  <a:cubicBezTo>
                    <a:pt x="41" y="0"/>
                    <a:pt x="41" y="0"/>
                    <a:pt x="41" y="0"/>
                  </a:cubicBezTo>
                  <a:cubicBezTo>
                    <a:pt x="20" y="0"/>
                    <a:pt x="0" y="15"/>
                    <a:pt x="0" y="36"/>
                  </a:cubicBezTo>
                  <a:cubicBezTo>
                    <a:pt x="0" y="772"/>
                    <a:pt x="0" y="772"/>
                    <a:pt x="0" y="772"/>
                  </a:cubicBezTo>
                  <a:cubicBezTo>
                    <a:pt x="1292" y="772"/>
                    <a:pt x="1292" y="772"/>
                    <a:pt x="1292" y="772"/>
                  </a:cubicBezTo>
                  <a:cubicBezTo>
                    <a:pt x="1292" y="36"/>
                    <a:pt x="1292" y="36"/>
                    <a:pt x="1292" y="36"/>
                  </a:cubicBezTo>
                  <a:cubicBezTo>
                    <a:pt x="1292" y="15"/>
                    <a:pt x="1275" y="0"/>
                    <a:pt x="1254" y="0"/>
                  </a:cubicBezTo>
                  <a:close/>
                  <a:moveTo>
                    <a:pt x="1236" y="716"/>
                  </a:moveTo>
                  <a:cubicBezTo>
                    <a:pt x="56" y="716"/>
                    <a:pt x="56" y="716"/>
                    <a:pt x="56" y="716"/>
                  </a:cubicBezTo>
                  <a:cubicBezTo>
                    <a:pt x="56" y="48"/>
                    <a:pt x="56" y="48"/>
                    <a:pt x="56" y="48"/>
                  </a:cubicBezTo>
                  <a:cubicBezTo>
                    <a:pt x="1236" y="48"/>
                    <a:pt x="1236" y="48"/>
                    <a:pt x="1236" y="48"/>
                  </a:cubicBezTo>
                  <a:lnTo>
                    <a:pt x="1236" y="71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8">
              <a:extLst>
                <a:ext uri="{FF2B5EF4-FFF2-40B4-BE49-F238E27FC236}">
                  <a16:creationId xmlns:a16="http://schemas.microsoft.com/office/drawing/2014/main" id="{CCE3593C-2C3A-4BE1-1067-69FC88C3B416}"/>
                </a:ext>
              </a:extLst>
            </p:cNvPr>
            <p:cNvSpPr>
              <a:spLocks/>
            </p:cNvSpPr>
            <p:nvPr/>
          </p:nvSpPr>
          <p:spPr bwMode="auto">
            <a:xfrm>
              <a:off x="1287737" y="4592638"/>
              <a:ext cx="4857750" cy="420688"/>
            </a:xfrm>
            <a:custGeom>
              <a:avLst/>
              <a:gdLst>
                <a:gd name="T0" fmla="*/ 0 w 1292"/>
                <a:gd name="T1" fmla="*/ 987602641 h 112"/>
                <a:gd name="T2" fmla="*/ 579602516 w 1292"/>
                <a:gd name="T3" fmla="*/ 1580164226 h 112"/>
                <a:gd name="T4" fmla="*/ 2147483647 w 1292"/>
                <a:gd name="T5" fmla="*/ 1580164226 h 112"/>
                <a:gd name="T6" fmla="*/ 2147483647 w 1292"/>
                <a:gd name="T7" fmla="*/ 1580164226 h 112"/>
                <a:gd name="T8" fmla="*/ 2147483647 w 1292"/>
                <a:gd name="T9" fmla="*/ 1580164226 h 112"/>
                <a:gd name="T10" fmla="*/ 2147483647 w 1292"/>
                <a:gd name="T11" fmla="*/ 987602641 h 112"/>
                <a:gd name="T12" fmla="*/ 2147483647 w 1292"/>
                <a:gd name="T13" fmla="*/ 0 h 112"/>
                <a:gd name="T14" fmla="*/ 0 w 1292"/>
                <a:gd name="T15" fmla="*/ 0 h 112"/>
                <a:gd name="T16" fmla="*/ 0 w 1292"/>
                <a:gd name="T17" fmla="*/ 987602641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92" h="112">
                  <a:moveTo>
                    <a:pt x="0" y="70"/>
                  </a:moveTo>
                  <a:cubicBezTo>
                    <a:pt x="0" y="91"/>
                    <a:pt x="20" y="112"/>
                    <a:pt x="41" y="112"/>
                  </a:cubicBezTo>
                  <a:cubicBezTo>
                    <a:pt x="637" y="112"/>
                    <a:pt x="637" y="112"/>
                    <a:pt x="637" y="112"/>
                  </a:cubicBezTo>
                  <a:cubicBezTo>
                    <a:pt x="658" y="112"/>
                    <a:pt x="658" y="112"/>
                    <a:pt x="658" y="112"/>
                  </a:cubicBezTo>
                  <a:cubicBezTo>
                    <a:pt x="1254" y="112"/>
                    <a:pt x="1254" y="112"/>
                    <a:pt x="1254" y="112"/>
                  </a:cubicBezTo>
                  <a:cubicBezTo>
                    <a:pt x="1275" y="112"/>
                    <a:pt x="1292" y="91"/>
                    <a:pt x="1292" y="70"/>
                  </a:cubicBezTo>
                  <a:cubicBezTo>
                    <a:pt x="1292" y="0"/>
                    <a:pt x="1292" y="0"/>
                    <a:pt x="1292" y="0"/>
                  </a:cubicBezTo>
                  <a:cubicBezTo>
                    <a:pt x="0" y="0"/>
                    <a:pt x="0" y="0"/>
                    <a:pt x="0" y="0"/>
                  </a:cubicBezTo>
                  <a:lnTo>
                    <a:pt x="0" y="70"/>
                  </a:lnTo>
                  <a:close/>
                </a:path>
              </a:pathLst>
            </a:custGeom>
            <a:gradFill rotWithShape="1">
              <a:gsLst>
                <a:gs pos="0">
                  <a:srgbClr val="898A8F"/>
                </a:gs>
                <a:gs pos="100000">
                  <a:srgbClr val="DBDDE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1" name="Gruppo 10">
            <a:extLst>
              <a:ext uri="{FF2B5EF4-FFF2-40B4-BE49-F238E27FC236}">
                <a16:creationId xmlns:a16="http://schemas.microsoft.com/office/drawing/2014/main" id="{DA08AE14-6EA2-1D38-16BB-9AA442BB1360}"/>
              </a:ext>
            </a:extLst>
          </p:cNvPr>
          <p:cNvGrpSpPr/>
          <p:nvPr/>
        </p:nvGrpSpPr>
        <p:grpSpPr>
          <a:xfrm>
            <a:off x="1867922" y="1130301"/>
            <a:ext cx="7415778" cy="4000500"/>
            <a:chOff x="1867922" y="1130301"/>
            <a:chExt cx="7415778" cy="4000500"/>
          </a:xfrm>
        </p:grpSpPr>
        <p:sp>
          <p:nvSpPr>
            <p:cNvPr id="3" name="Rettangolo con angoli arrotondati 2">
              <a:extLst>
                <a:ext uri="{FF2B5EF4-FFF2-40B4-BE49-F238E27FC236}">
                  <a16:creationId xmlns:a16="http://schemas.microsoft.com/office/drawing/2014/main" id="{1806306D-7FBC-7371-4222-E21B1290918C}"/>
                </a:ext>
              </a:extLst>
            </p:cNvPr>
            <p:cNvSpPr/>
            <p:nvPr/>
          </p:nvSpPr>
          <p:spPr>
            <a:xfrm>
              <a:off x="1867922" y="1130301"/>
              <a:ext cx="7415778" cy="4000500"/>
            </a:xfrm>
            <a:prstGeom prst="roundRect">
              <a:avLst>
                <a:gd name="adj" fmla="val 3817"/>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 name="Immagine 1" descr="Immagine che contiene testo, schermata, Pagina Web, Carattere">
              <a:extLst>
                <a:ext uri="{FF2B5EF4-FFF2-40B4-BE49-F238E27FC236}">
                  <a16:creationId xmlns:a16="http://schemas.microsoft.com/office/drawing/2014/main" id="{20E74F52-B7F0-8BF1-A19A-EA040D08E2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507" y="1254756"/>
              <a:ext cx="7108093" cy="3751590"/>
            </a:xfrm>
            <a:prstGeom prst="rect">
              <a:avLst/>
            </a:prstGeom>
          </p:spPr>
        </p:pic>
      </p:grpSp>
      <p:sp>
        <p:nvSpPr>
          <p:cNvPr id="12" name="Title 1">
            <a:extLst>
              <a:ext uri="{FF2B5EF4-FFF2-40B4-BE49-F238E27FC236}">
                <a16:creationId xmlns:a16="http://schemas.microsoft.com/office/drawing/2014/main" id="{51A6B607-504A-F093-83C2-32B6D237B9A8}"/>
              </a:ext>
            </a:extLst>
          </p:cNvPr>
          <p:cNvSpPr>
            <a:spLocks noGrp="1"/>
          </p:cNvSpPr>
          <p:nvPr/>
        </p:nvSpPr>
        <p:spPr>
          <a:xfrm>
            <a:off x="12157" y="19049"/>
            <a:ext cx="5750468" cy="828675"/>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r>
              <a:rPr lang="it-IT" sz="2800" cap="none" dirty="0">
                <a:solidFill>
                  <a:schemeClr val="tx1"/>
                </a:solidFill>
              </a:rPr>
              <a:t>Cattura del prototipo</a:t>
            </a:r>
          </a:p>
          <a:p>
            <a:r>
              <a:rPr lang="it-IT" sz="2800" cap="none" dirty="0">
                <a:solidFill>
                  <a:schemeClr val="tx1"/>
                </a:solidFill>
              </a:rPr>
              <a:t>Career </a:t>
            </a:r>
            <a:r>
              <a:rPr lang="it-IT" sz="2800" cap="none" dirty="0" err="1">
                <a:solidFill>
                  <a:schemeClr val="tx1"/>
                </a:solidFill>
              </a:rPr>
              <a:t>Compass</a:t>
            </a:r>
            <a:r>
              <a:rPr lang="it-IT" sz="2800" cap="none" dirty="0">
                <a:solidFill>
                  <a:schemeClr val="tx1"/>
                </a:solidFill>
              </a:rPr>
              <a:t> AI</a:t>
            </a:r>
          </a:p>
        </p:txBody>
      </p:sp>
    </p:spTree>
    <p:extLst>
      <p:ext uri="{BB962C8B-B14F-4D97-AF65-F5344CB8AC3E}">
        <p14:creationId xmlns:p14="http://schemas.microsoft.com/office/powerpoint/2010/main" val="48467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par>
                                <p:cTn id="8" presetID="21" presetClass="entr" presetSubtype="1" fill="hold" nodeType="withEffect">
                                  <p:stCondLst>
                                    <p:cond delay="1250"/>
                                  </p:stCondLst>
                                  <p:childTnLst>
                                    <p:set>
                                      <p:cBhvr>
                                        <p:cTn id="9" dur="1" fill="hold">
                                          <p:stCondLst>
                                            <p:cond delay="0"/>
                                          </p:stCondLst>
                                        </p:cTn>
                                        <p:tgtEl>
                                          <p:spTgt spid="11"/>
                                        </p:tgtEl>
                                        <p:attrNameLst>
                                          <p:attrName>style.visibility</p:attrName>
                                        </p:attrNameLst>
                                      </p:cBhvr>
                                      <p:to>
                                        <p:strVal val="visible"/>
                                      </p:to>
                                    </p:set>
                                    <p:animEffect transition="in" filter="wheel(1)">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dardo, persona, arte, freccia&#10;&#10;Il contenuto generato dall'IA potrebbe non essere corretto.">
            <a:extLst>
              <a:ext uri="{FF2B5EF4-FFF2-40B4-BE49-F238E27FC236}">
                <a16:creationId xmlns:a16="http://schemas.microsoft.com/office/drawing/2014/main" id="{3AD2FD0F-422C-AACC-0634-08C4564BCF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ttangolo 4">
            <a:extLst>
              <a:ext uri="{FF2B5EF4-FFF2-40B4-BE49-F238E27FC236}">
                <a16:creationId xmlns:a16="http://schemas.microsoft.com/office/drawing/2014/main" id="{7B63F878-919E-154C-4A7F-B88A83B57461}"/>
              </a:ext>
            </a:extLst>
          </p:cNvPr>
          <p:cNvSpPr/>
          <p:nvPr/>
        </p:nvSpPr>
        <p:spPr>
          <a:xfrm>
            <a:off x="0" y="0"/>
            <a:ext cx="12191999" cy="6858000"/>
          </a:xfrm>
          <a:prstGeom prst="rect">
            <a:avLst/>
          </a:prstGeom>
          <a:solidFill>
            <a:sysClr val="window" lastClr="FFFFFF">
              <a:alpha val="80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24FD48B7-FDCE-C774-C146-A1E7B1D6468A}"/>
              </a:ext>
            </a:extLst>
          </p:cNvPr>
          <p:cNvSpPr>
            <a:spLocks noGrp="1"/>
          </p:cNvSpPr>
          <p:nvPr/>
        </p:nvSpPr>
        <p:spPr>
          <a:xfrm>
            <a:off x="12157" y="19049"/>
            <a:ext cx="5750468" cy="828675"/>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RISULTATI E CONTRIBUTI </a:t>
            </a:r>
          </a:p>
          <a:p>
            <a:pPr marL="0" marR="0" lvl="0" indent="0" algn="l" defTabSz="914400" rtl="0" eaLnBrk="1" fontAlgn="auto" latinLnBrk="0" hangingPunct="1">
              <a:lnSpc>
                <a:spcPct val="80000"/>
              </a:lnSpc>
              <a:spcBef>
                <a:spcPct val="0"/>
              </a:spcBef>
              <a:spcAft>
                <a:spcPts val="0"/>
              </a:spcAft>
              <a:buClrTx/>
              <a:buSzTx/>
              <a:buFontTx/>
              <a:buNone/>
              <a:tabLst/>
              <a:defRPr/>
            </a:pPr>
            <a:endPar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grpSp>
        <p:nvGrpSpPr>
          <p:cNvPr id="2" name="Gruppo 1">
            <a:extLst>
              <a:ext uri="{FF2B5EF4-FFF2-40B4-BE49-F238E27FC236}">
                <a16:creationId xmlns:a16="http://schemas.microsoft.com/office/drawing/2014/main" id="{D36282BA-9B09-E7FB-7A7E-E5DC2AE80523}"/>
              </a:ext>
            </a:extLst>
          </p:cNvPr>
          <p:cNvGrpSpPr/>
          <p:nvPr/>
        </p:nvGrpSpPr>
        <p:grpSpPr>
          <a:xfrm>
            <a:off x="5995724" y="4652366"/>
            <a:ext cx="1851552" cy="1661408"/>
            <a:chOff x="5995724" y="4652366"/>
            <a:chExt cx="1851552" cy="1661408"/>
          </a:xfrm>
        </p:grpSpPr>
        <p:grpSp>
          <p:nvGrpSpPr>
            <p:cNvPr id="8" name="Group 2">
              <a:extLst>
                <a:ext uri="{FF2B5EF4-FFF2-40B4-BE49-F238E27FC236}">
                  <a16:creationId xmlns:a16="http://schemas.microsoft.com/office/drawing/2014/main" id="{04693F97-9D4B-0504-7411-F07B36BE53FA}"/>
                </a:ext>
              </a:extLst>
            </p:cNvPr>
            <p:cNvGrpSpPr/>
            <p:nvPr/>
          </p:nvGrpSpPr>
          <p:grpSpPr>
            <a:xfrm>
              <a:off x="5995724" y="4652366"/>
              <a:ext cx="1851552" cy="1661408"/>
              <a:chOff x="2371838" y="4577596"/>
              <a:chExt cx="1991676" cy="1787142"/>
            </a:xfrm>
          </p:grpSpPr>
          <p:sp>
            <p:nvSpPr>
              <p:cNvPr id="9" name="Freeform: Shape 3">
                <a:extLst>
                  <a:ext uri="{FF2B5EF4-FFF2-40B4-BE49-F238E27FC236}">
                    <a16:creationId xmlns:a16="http://schemas.microsoft.com/office/drawing/2014/main" id="{D751C19C-C0E5-6089-1C1D-9FFADA44D486}"/>
                  </a:ext>
                </a:extLst>
              </p:cNvPr>
              <p:cNvSpPr/>
              <p:nvPr/>
            </p:nvSpPr>
            <p:spPr>
              <a:xfrm>
                <a:off x="2371838" y="4577596"/>
                <a:ext cx="1991674" cy="1302660"/>
              </a:xfrm>
              <a:custGeom>
                <a:avLst/>
                <a:gdLst>
                  <a:gd name="connsiteX0" fmla="*/ 1197735 w 1991674"/>
                  <a:gd name="connsiteY0" fmla="*/ 0 h 1302660"/>
                  <a:gd name="connsiteX1" fmla="*/ 1991674 w 1991674"/>
                  <a:gd name="connsiteY1" fmla="*/ 462703 h 1302660"/>
                  <a:gd name="connsiteX2" fmla="*/ 1190247 w 1991674"/>
                  <a:gd name="connsiteY2" fmla="*/ 1077035 h 1302660"/>
                  <a:gd name="connsiteX3" fmla="*/ 1139502 w 1991674"/>
                  <a:gd name="connsiteY3" fmla="*/ 1037769 h 1302660"/>
                  <a:gd name="connsiteX4" fmla="*/ 793938 w 1991674"/>
                  <a:gd name="connsiteY4" fmla="*/ 1302660 h 1302660"/>
                  <a:gd name="connsiteX5" fmla="*/ 0 w 1991674"/>
                  <a:gd name="connsiteY5" fmla="*/ 688328 h 1302660"/>
                  <a:gd name="connsiteX6" fmla="*/ 801426 w 1991674"/>
                  <a:gd name="connsiteY6" fmla="*/ 225625 h 1302660"/>
                  <a:gd name="connsiteX7" fmla="*/ 804170 w 1991674"/>
                  <a:gd name="connsiteY7" fmla="*/ 227225 h 1302660"/>
                  <a:gd name="connsiteX0" fmla="*/ 1197735 w 1991674"/>
                  <a:gd name="connsiteY0" fmla="*/ 0 h 1302660"/>
                  <a:gd name="connsiteX1" fmla="*/ 1991674 w 1991674"/>
                  <a:gd name="connsiteY1" fmla="*/ 462703 h 1302660"/>
                  <a:gd name="connsiteX2" fmla="*/ 1190247 w 1991674"/>
                  <a:gd name="connsiteY2" fmla="*/ 1077035 h 1302660"/>
                  <a:gd name="connsiteX3" fmla="*/ 793938 w 1991674"/>
                  <a:gd name="connsiteY3" fmla="*/ 1302660 h 1302660"/>
                  <a:gd name="connsiteX4" fmla="*/ 0 w 1991674"/>
                  <a:gd name="connsiteY4" fmla="*/ 688328 h 1302660"/>
                  <a:gd name="connsiteX5" fmla="*/ 801426 w 1991674"/>
                  <a:gd name="connsiteY5" fmla="*/ 225625 h 1302660"/>
                  <a:gd name="connsiteX6" fmla="*/ 804170 w 1991674"/>
                  <a:gd name="connsiteY6" fmla="*/ 227225 h 1302660"/>
                  <a:gd name="connsiteX7" fmla="*/ 1197735 w 1991674"/>
                  <a:gd name="connsiteY7" fmla="*/ 0 h 1302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1674" h="1302660">
                    <a:moveTo>
                      <a:pt x="1197735" y="0"/>
                    </a:moveTo>
                    <a:lnTo>
                      <a:pt x="1991674" y="462703"/>
                    </a:lnTo>
                    <a:lnTo>
                      <a:pt x="1190247" y="1077035"/>
                    </a:lnTo>
                    <a:lnTo>
                      <a:pt x="793938" y="1302660"/>
                    </a:lnTo>
                    <a:lnTo>
                      <a:pt x="0" y="688328"/>
                    </a:lnTo>
                    <a:lnTo>
                      <a:pt x="801426" y="225625"/>
                    </a:lnTo>
                    <a:lnTo>
                      <a:pt x="804170" y="227225"/>
                    </a:lnTo>
                    <a:lnTo>
                      <a:pt x="1197735" y="0"/>
                    </a:lnTo>
                    <a:close/>
                  </a:path>
                </a:pathLst>
              </a:custGeom>
              <a:solidFill>
                <a:srgbClr val="3AC6E1">
                  <a:lumMod val="75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Freeform: Shape 4">
                <a:extLst>
                  <a:ext uri="{FF2B5EF4-FFF2-40B4-BE49-F238E27FC236}">
                    <a16:creationId xmlns:a16="http://schemas.microsoft.com/office/drawing/2014/main" id="{2DAB684D-34F2-3FC9-1A46-A4B9130B0C34}"/>
                  </a:ext>
                </a:extLst>
              </p:cNvPr>
              <p:cNvSpPr/>
              <p:nvPr/>
            </p:nvSpPr>
            <p:spPr>
              <a:xfrm>
                <a:off x="2371840" y="5265926"/>
                <a:ext cx="957955" cy="1098812"/>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 name="connsiteX0" fmla="*/ 0 w 612648"/>
                  <a:gd name="connsiteY0" fmla="*/ 0 h 843926"/>
                  <a:gd name="connsiteX1" fmla="*/ 612648 w 612648"/>
                  <a:gd name="connsiteY1" fmla="*/ 350392 h 843926"/>
                  <a:gd name="connsiteX2" fmla="*/ 607653 w 612648"/>
                  <a:gd name="connsiteY2" fmla="*/ 575689 h 843926"/>
                  <a:gd name="connsiteX3" fmla="*/ 612648 w 612648"/>
                  <a:gd name="connsiteY3" fmla="*/ 843926 h 843926"/>
                  <a:gd name="connsiteX4" fmla="*/ 0 w 612648"/>
                  <a:gd name="connsiteY4" fmla="*/ 493534 h 843926"/>
                  <a:gd name="connsiteX5" fmla="*/ 0 w 612648"/>
                  <a:gd name="connsiteY5" fmla="*/ 0 h 843926"/>
                  <a:gd name="connsiteX0" fmla="*/ 0 w 735743"/>
                  <a:gd name="connsiteY0" fmla="*/ 0 h 843926"/>
                  <a:gd name="connsiteX1" fmla="*/ 612648 w 735743"/>
                  <a:gd name="connsiteY1" fmla="*/ 350392 h 843926"/>
                  <a:gd name="connsiteX2" fmla="*/ 735743 w 735743"/>
                  <a:gd name="connsiteY2" fmla="*/ 562438 h 843926"/>
                  <a:gd name="connsiteX3" fmla="*/ 612648 w 735743"/>
                  <a:gd name="connsiteY3" fmla="*/ 843926 h 843926"/>
                  <a:gd name="connsiteX4" fmla="*/ 0 w 735743"/>
                  <a:gd name="connsiteY4" fmla="*/ 493534 h 843926"/>
                  <a:gd name="connsiteX5" fmla="*/ 0 w 735743"/>
                  <a:gd name="connsiteY5" fmla="*/ 0 h 8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5743" h="843926">
                    <a:moveTo>
                      <a:pt x="0" y="0"/>
                    </a:moveTo>
                    <a:lnTo>
                      <a:pt x="612648" y="350392"/>
                    </a:lnTo>
                    <a:lnTo>
                      <a:pt x="735743" y="562438"/>
                    </a:lnTo>
                    <a:lnTo>
                      <a:pt x="612648" y="843926"/>
                    </a:lnTo>
                    <a:lnTo>
                      <a:pt x="0" y="493534"/>
                    </a:lnTo>
                    <a:lnTo>
                      <a:pt x="0" y="0"/>
                    </a:lnTo>
                    <a:close/>
                  </a:path>
                </a:pathLst>
              </a:custGeom>
              <a:solidFill>
                <a:srgbClr val="3AC6E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11" name="Group 5">
                <a:extLst>
                  <a:ext uri="{FF2B5EF4-FFF2-40B4-BE49-F238E27FC236}">
                    <a16:creationId xmlns:a16="http://schemas.microsoft.com/office/drawing/2014/main" id="{18C70556-D300-7CB5-02FA-7D0F85A83247}"/>
                  </a:ext>
                </a:extLst>
              </p:cNvPr>
              <p:cNvGrpSpPr/>
              <p:nvPr/>
            </p:nvGrpSpPr>
            <p:grpSpPr>
              <a:xfrm>
                <a:off x="2996606" y="5170877"/>
                <a:ext cx="345831" cy="381884"/>
                <a:chOff x="7334854" y="3940862"/>
                <a:chExt cx="265610" cy="293300"/>
              </a:xfrm>
            </p:grpSpPr>
            <p:sp>
              <p:nvSpPr>
                <p:cNvPr id="16" name="Freeform: Shape 10">
                  <a:extLst>
                    <a:ext uri="{FF2B5EF4-FFF2-40B4-BE49-F238E27FC236}">
                      <a16:creationId xmlns:a16="http://schemas.microsoft.com/office/drawing/2014/main" id="{77A6AEC6-5183-15ED-685E-621D720D6495}"/>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3AC6E1">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7" name="Oval 11">
                  <a:extLst>
                    <a:ext uri="{FF2B5EF4-FFF2-40B4-BE49-F238E27FC236}">
                      <a16:creationId xmlns:a16="http://schemas.microsoft.com/office/drawing/2014/main" id="{47083F56-8BD0-9C6A-A94D-5BDC3382A63E}"/>
                    </a:ext>
                  </a:extLst>
                </p:cNvPr>
                <p:cNvSpPr/>
                <p:nvPr/>
              </p:nvSpPr>
              <p:spPr>
                <a:xfrm>
                  <a:off x="7334854" y="3940862"/>
                  <a:ext cx="265610" cy="147017"/>
                </a:xfrm>
                <a:prstGeom prst="ellipse">
                  <a:avLst/>
                </a:prstGeom>
                <a:solidFill>
                  <a:srgbClr val="3AC6E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12" name="Group 6">
                <a:extLst>
                  <a:ext uri="{FF2B5EF4-FFF2-40B4-BE49-F238E27FC236}">
                    <a16:creationId xmlns:a16="http://schemas.microsoft.com/office/drawing/2014/main" id="{BE131533-98DD-BE40-AF9D-35E3FD824D60}"/>
                  </a:ext>
                </a:extLst>
              </p:cNvPr>
              <p:cNvGrpSpPr/>
              <p:nvPr/>
            </p:nvGrpSpPr>
            <p:grpSpPr>
              <a:xfrm>
                <a:off x="2600297" y="4974951"/>
                <a:ext cx="345831" cy="381884"/>
                <a:chOff x="7334854" y="3940862"/>
                <a:chExt cx="265610" cy="293300"/>
              </a:xfrm>
            </p:grpSpPr>
            <p:sp>
              <p:nvSpPr>
                <p:cNvPr id="14" name="Freeform: Shape 8">
                  <a:extLst>
                    <a:ext uri="{FF2B5EF4-FFF2-40B4-BE49-F238E27FC236}">
                      <a16:creationId xmlns:a16="http://schemas.microsoft.com/office/drawing/2014/main" id="{3B6437D9-C1F8-D05A-73D7-EEA7E627ADDF}"/>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3AC6E1">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5" name="Oval 9">
                  <a:extLst>
                    <a:ext uri="{FF2B5EF4-FFF2-40B4-BE49-F238E27FC236}">
                      <a16:creationId xmlns:a16="http://schemas.microsoft.com/office/drawing/2014/main" id="{7ECD8B8A-81D9-38DF-8BBF-583E99B465AE}"/>
                    </a:ext>
                  </a:extLst>
                </p:cNvPr>
                <p:cNvSpPr/>
                <p:nvPr/>
              </p:nvSpPr>
              <p:spPr>
                <a:xfrm>
                  <a:off x="7334854" y="3940862"/>
                  <a:ext cx="265610" cy="147017"/>
                </a:xfrm>
                <a:prstGeom prst="ellipse">
                  <a:avLst/>
                </a:prstGeom>
                <a:solidFill>
                  <a:srgbClr val="3AC6E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13" name="Freeform: Shape 7">
                <a:extLst>
                  <a:ext uri="{FF2B5EF4-FFF2-40B4-BE49-F238E27FC236}">
                    <a16:creationId xmlns:a16="http://schemas.microsoft.com/office/drawing/2014/main" id="{55E59661-0471-25EC-A48C-74B8004B0E5E}"/>
                  </a:ext>
                </a:extLst>
              </p:cNvPr>
              <p:cNvSpPr/>
              <p:nvPr/>
            </p:nvSpPr>
            <p:spPr>
              <a:xfrm>
                <a:off x="3169523" y="5040301"/>
                <a:ext cx="1193991" cy="1324437"/>
              </a:xfrm>
              <a:custGeom>
                <a:avLst/>
                <a:gdLst>
                  <a:gd name="connsiteX0" fmla="*/ 1193991 w 1193991"/>
                  <a:gd name="connsiteY0" fmla="*/ 0 h 1324437"/>
                  <a:gd name="connsiteX1" fmla="*/ 1193991 w 1193991"/>
                  <a:gd name="connsiteY1" fmla="*/ 642593 h 1324437"/>
                  <a:gd name="connsiteX2" fmla="*/ 396309 w 1193991"/>
                  <a:gd name="connsiteY2" fmla="*/ 1098812 h 1324437"/>
                  <a:gd name="connsiteX3" fmla="*/ 396309 w 1193991"/>
                  <a:gd name="connsiteY3" fmla="*/ 1097776 h 1324437"/>
                  <a:gd name="connsiteX4" fmla="*/ 0 w 1193991"/>
                  <a:gd name="connsiteY4" fmla="*/ 1324437 h 1324437"/>
                  <a:gd name="connsiteX5" fmla="*/ 0 w 1193991"/>
                  <a:gd name="connsiteY5" fmla="*/ 681844 h 1324437"/>
                  <a:gd name="connsiteX6" fmla="*/ 797682 w 1193991"/>
                  <a:gd name="connsiteY6" fmla="*/ 225625 h 1324437"/>
                  <a:gd name="connsiteX7" fmla="*/ 797682 w 1193991"/>
                  <a:gd name="connsiteY7" fmla="*/ 226662 h 1324437"/>
                  <a:gd name="connsiteX0" fmla="*/ 1193991 w 1193991"/>
                  <a:gd name="connsiteY0" fmla="*/ 0 h 1324437"/>
                  <a:gd name="connsiteX1" fmla="*/ 1193991 w 1193991"/>
                  <a:gd name="connsiteY1" fmla="*/ 642593 h 1324437"/>
                  <a:gd name="connsiteX2" fmla="*/ 396309 w 1193991"/>
                  <a:gd name="connsiteY2" fmla="*/ 1098812 h 1324437"/>
                  <a:gd name="connsiteX3" fmla="*/ 0 w 1193991"/>
                  <a:gd name="connsiteY3" fmla="*/ 1324437 h 1324437"/>
                  <a:gd name="connsiteX4" fmla="*/ 0 w 1193991"/>
                  <a:gd name="connsiteY4" fmla="*/ 681844 h 1324437"/>
                  <a:gd name="connsiteX5" fmla="*/ 797682 w 1193991"/>
                  <a:gd name="connsiteY5" fmla="*/ 225625 h 1324437"/>
                  <a:gd name="connsiteX6" fmla="*/ 797682 w 1193991"/>
                  <a:gd name="connsiteY6" fmla="*/ 226662 h 1324437"/>
                  <a:gd name="connsiteX7" fmla="*/ 1193991 w 1193991"/>
                  <a:gd name="connsiteY7"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797682 w 1193991"/>
                  <a:gd name="connsiteY4" fmla="*/ 225625 h 1324437"/>
                  <a:gd name="connsiteX5" fmla="*/ 797682 w 1193991"/>
                  <a:gd name="connsiteY5" fmla="*/ 226662 h 1324437"/>
                  <a:gd name="connsiteX6" fmla="*/ 1193991 w 1193991"/>
                  <a:gd name="connsiteY6"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797682 w 1193991"/>
                  <a:gd name="connsiteY4" fmla="*/ 225625 h 1324437"/>
                  <a:gd name="connsiteX5" fmla="*/ 1193991 w 1193991"/>
                  <a:gd name="connsiteY5"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1193991 w 1193991"/>
                  <a:gd name="connsiteY4" fmla="*/ 0 h 1324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3991" h="1324437">
                    <a:moveTo>
                      <a:pt x="1193991" y="0"/>
                    </a:moveTo>
                    <a:lnTo>
                      <a:pt x="1193991" y="642593"/>
                    </a:lnTo>
                    <a:lnTo>
                      <a:pt x="0" y="1324437"/>
                    </a:lnTo>
                    <a:lnTo>
                      <a:pt x="0" y="681844"/>
                    </a:lnTo>
                    <a:lnTo>
                      <a:pt x="1193991" y="0"/>
                    </a:lnTo>
                    <a:close/>
                  </a:path>
                </a:pathLst>
              </a:custGeom>
              <a:solidFill>
                <a:srgbClr val="3AC6E1">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74" name="Group 89">
              <a:extLst>
                <a:ext uri="{FF2B5EF4-FFF2-40B4-BE49-F238E27FC236}">
                  <a16:creationId xmlns:a16="http://schemas.microsoft.com/office/drawing/2014/main" id="{23F2F1A2-5499-B460-A743-11B8B9A65ACD}"/>
                </a:ext>
              </a:extLst>
            </p:cNvPr>
            <p:cNvGrpSpPr/>
            <p:nvPr/>
          </p:nvGrpSpPr>
          <p:grpSpPr>
            <a:xfrm>
              <a:off x="6576537" y="4814824"/>
              <a:ext cx="689927" cy="561958"/>
              <a:chOff x="2996606" y="4752349"/>
              <a:chExt cx="742140" cy="604486"/>
            </a:xfrm>
          </p:grpSpPr>
          <p:grpSp>
            <p:nvGrpSpPr>
              <p:cNvPr id="75" name="Group 90">
                <a:extLst>
                  <a:ext uri="{FF2B5EF4-FFF2-40B4-BE49-F238E27FC236}">
                    <a16:creationId xmlns:a16="http://schemas.microsoft.com/office/drawing/2014/main" id="{795DF136-9AC0-5BED-9115-6A3BE3D6DB98}"/>
                  </a:ext>
                </a:extLst>
              </p:cNvPr>
              <p:cNvGrpSpPr/>
              <p:nvPr/>
            </p:nvGrpSpPr>
            <p:grpSpPr>
              <a:xfrm>
                <a:off x="3392915" y="4974951"/>
                <a:ext cx="345831" cy="381884"/>
                <a:chOff x="7334854" y="3940862"/>
                <a:chExt cx="265610" cy="293300"/>
              </a:xfrm>
            </p:grpSpPr>
            <p:sp>
              <p:nvSpPr>
                <p:cNvPr id="79" name="Freeform: Shape 94">
                  <a:extLst>
                    <a:ext uri="{FF2B5EF4-FFF2-40B4-BE49-F238E27FC236}">
                      <a16:creationId xmlns:a16="http://schemas.microsoft.com/office/drawing/2014/main" id="{9C7080AF-815B-8D72-8AAE-CC0EAB87CC9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3AC6E1">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80" name="Oval 95">
                  <a:extLst>
                    <a:ext uri="{FF2B5EF4-FFF2-40B4-BE49-F238E27FC236}">
                      <a16:creationId xmlns:a16="http://schemas.microsoft.com/office/drawing/2014/main" id="{46638D5C-A12C-3E9A-C56B-98A6A37945E6}"/>
                    </a:ext>
                  </a:extLst>
                </p:cNvPr>
                <p:cNvSpPr/>
                <p:nvPr/>
              </p:nvSpPr>
              <p:spPr>
                <a:xfrm>
                  <a:off x="7334854" y="3940862"/>
                  <a:ext cx="265610" cy="147017"/>
                </a:xfrm>
                <a:prstGeom prst="ellipse">
                  <a:avLst/>
                </a:prstGeom>
                <a:solidFill>
                  <a:srgbClr val="3AC6E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76" name="Group 91">
                <a:extLst>
                  <a:ext uri="{FF2B5EF4-FFF2-40B4-BE49-F238E27FC236}">
                    <a16:creationId xmlns:a16="http://schemas.microsoft.com/office/drawing/2014/main" id="{F4FC8CFE-8B45-2476-761A-7C4C7BDD011B}"/>
                  </a:ext>
                </a:extLst>
              </p:cNvPr>
              <p:cNvGrpSpPr/>
              <p:nvPr/>
            </p:nvGrpSpPr>
            <p:grpSpPr>
              <a:xfrm>
                <a:off x="2996606" y="4752349"/>
                <a:ext cx="345831" cy="381884"/>
                <a:chOff x="7334854" y="3940862"/>
                <a:chExt cx="265610" cy="293300"/>
              </a:xfrm>
            </p:grpSpPr>
            <p:sp>
              <p:nvSpPr>
                <p:cNvPr id="77" name="Freeform: Shape 92">
                  <a:extLst>
                    <a:ext uri="{FF2B5EF4-FFF2-40B4-BE49-F238E27FC236}">
                      <a16:creationId xmlns:a16="http://schemas.microsoft.com/office/drawing/2014/main" id="{2CA6B5EF-311E-E2A1-86CD-D23878811C5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3AC6E1">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8" name="Oval 93">
                  <a:extLst>
                    <a:ext uri="{FF2B5EF4-FFF2-40B4-BE49-F238E27FC236}">
                      <a16:creationId xmlns:a16="http://schemas.microsoft.com/office/drawing/2014/main" id="{1152DD06-AF0C-57AC-D894-391443F1C162}"/>
                    </a:ext>
                  </a:extLst>
                </p:cNvPr>
                <p:cNvSpPr/>
                <p:nvPr/>
              </p:nvSpPr>
              <p:spPr>
                <a:xfrm>
                  <a:off x="7334854" y="3940862"/>
                  <a:ext cx="265610" cy="147017"/>
                </a:xfrm>
                <a:prstGeom prst="ellipse">
                  <a:avLst/>
                </a:prstGeom>
                <a:solidFill>
                  <a:srgbClr val="3AC6E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grpSp>
      <p:grpSp>
        <p:nvGrpSpPr>
          <p:cNvPr id="99" name="Gruppo 98">
            <a:extLst>
              <a:ext uri="{FF2B5EF4-FFF2-40B4-BE49-F238E27FC236}">
                <a16:creationId xmlns:a16="http://schemas.microsoft.com/office/drawing/2014/main" id="{16AD360B-5765-22E6-FA81-62C0535D78D4}"/>
              </a:ext>
            </a:extLst>
          </p:cNvPr>
          <p:cNvGrpSpPr/>
          <p:nvPr/>
        </p:nvGrpSpPr>
        <p:grpSpPr>
          <a:xfrm>
            <a:off x="1926991" y="3602077"/>
            <a:ext cx="4560163" cy="956224"/>
            <a:chOff x="1926991" y="3602077"/>
            <a:chExt cx="4560163" cy="956224"/>
          </a:xfrm>
        </p:grpSpPr>
        <p:pic>
          <p:nvPicPr>
            <p:cNvPr id="81" name="Graphic 19" descr="Bar chart with solid fill">
              <a:extLst>
                <a:ext uri="{FF2B5EF4-FFF2-40B4-BE49-F238E27FC236}">
                  <a16:creationId xmlns:a16="http://schemas.microsoft.com/office/drawing/2014/main" id="{9790885E-BC9F-20EC-6864-882E8858011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926991" y="3683281"/>
              <a:ext cx="850068" cy="850068"/>
            </a:xfrm>
            <a:prstGeom prst="rect">
              <a:avLst/>
            </a:prstGeom>
          </p:spPr>
        </p:pic>
        <p:grpSp>
          <p:nvGrpSpPr>
            <p:cNvPr id="82" name="Group 20">
              <a:extLst>
                <a:ext uri="{FF2B5EF4-FFF2-40B4-BE49-F238E27FC236}">
                  <a16:creationId xmlns:a16="http://schemas.microsoft.com/office/drawing/2014/main" id="{5029BBF0-502A-C38C-6FDA-274ACCCD9F47}"/>
                </a:ext>
              </a:extLst>
            </p:cNvPr>
            <p:cNvGrpSpPr/>
            <p:nvPr/>
          </p:nvGrpSpPr>
          <p:grpSpPr>
            <a:xfrm>
              <a:off x="3008488" y="3602077"/>
              <a:ext cx="3478666" cy="956224"/>
              <a:chOff x="5913578" y="4006990"/>
              <a:chExt cx="2926080" cy="1028589"/>
            </a:xfrm>
          </p:grpSpPr>
          <p:sp>
            <p:nvSpPr>
              <p:cNvPr id="83" name="TextBox 21">
                <a:extLst>
                  <a:ext uri="{FF2B5EF4-FFF2-40B4-BE49-F238E27FC236}">
                    <a16:creationId xmlns:a16="http://schemas.microsoft.com/office/drawing/2014/main" id="{2205481C-14BD-8308-ABDB-55BAAD7694EA}"/>
                  </a:ext>
                </a:extLst>
              </p:cNvPr>
              <p:cNvSpPr txBox="1"/>
              <p:nvPr/>
            </p:nvSpPr>
            <p:spPr>
              <a:xfrm>
                <a:off x="5913578" y="4006990"/>
                <a:ext cx="2926080" cy="496603"/>
              </a:xfrm>
              <a:prstGeom prst="rect">
                <a:avLst/>
              </a:prstGeom>
              <a:noFill/>
            </p:spPr>
            <p:txBody>
              <a:bodyPr wrap="square" lIns="0" rIns="0" rtlCol="0" anchor="b">
                <a:spAutoFit/>
              </a:bodyPr>
              <a:lstStyle/>
              <a:p>
                <a:r>
                  <a:rPr lang="en-US" sz="2400" b="1" noProof="1">
                    <a:solidFill>
                      <a:srgbClr val="FBA91E">
                        <a:lumMod val="75000"/>
                      </a:srgbClr>
                    </a:solidFill>
                    <a:latin typeface="Calibri" panose="020F0502020204030204"/>
                  </a:rPr>
                  <a:t>FAIRNESS BY DESIGN</a:t>
                </a:r>
              </a:p>
            </p:txBody>
          </p:sp>
          <p:sp>
            <p:nvSpPr>
              <p:cNvPr id="84" name="TextBox 22">
                <a:extLst>
                  <a:ext uri="{FF2B5EF4-FFF2-40B4-BE49-F238E27FC236}">
                    <a16:creationId xmlns:a16="http://schemas.microsoft.com/office/drawing/2014/main" id="{1A6DC4B2-6B39-AA8E-A61B-DC0916006C7E}"/>
                  </a:ext>
                </a:extLst>
              </p:cNvPr>
              <p:cNvSpPr txBox="1"/>
              <p:nvPr/>
            </p:nvSpPr>
            <p:spPr>
              <a:xfrm>
                <a:off x="5913578" y="4414826"/>
                <a:ext cx="2926080" cy="620753"/>
              </a:xfrm>
              <a:prstGeom prst="rect">
                <a:avLst/>
              </a:prstGeom>
              <a:noFill/>
            </p:spPr>
            <p:txBody>
              <a:bodyPr wrap="square" lIns="0" rIns="0" rtlCol="0" anchor="t">
                <a:spAutoFit/>
              </a:bodyPr>
              <a:lstStyle/>
              <a:p>
                <a:pPr algn="just"/>
                <a:r>
                  <a:rPr lang="it-IT" sz="1050" noProof="1">
                    <a:solidFill>
                      <a:srgbClr val="000000">
                        <a:lumMod val="65000"/>
                        <a:lumOff val="35000"/>
                      </a:srgbClr>
                    </a:solidFill>
                    <a:latin typeface="Calibri" panose="020F0502020204030204"/>
                  </a:rPr>
                  <a:t>Al fine di rendere l'utente consapevole delle criticità sistemiche è stato utilizzato l'audit etico come parte integrante del processo. </a:t>
                </a:r>
                <a:endParaRPr lang="en-US" sz="1050" noProof="1">
                  <a:solidFill>
                    <a:srgbClr val="000000">
                      <a:lumMod val="65000"/>
                      <a:lumOff val="35000"/>
                    </a:srgbClr>
                  </a:solidFill>
                  <a:latin typeface="Calibri" panose="020F0502020204030204"/>
                </a:endParaRPr>
              </a:p>
            </p:txBody>
          </p:sp>
        </p:grpSp>
      </p:grpSp>
      <p:grpSp>
        <p:nvGrpSpPr>
          <p:cNvPr id="98" name="Gruppo 97">
            <a:extLst>
              <a:ext uri="{FF2B5EF4-FFF2-40B4-BE49-F238E27FC236}">
                <a16:creationId xmlns:a16="http://schemas.microsoft.com/office/drawing/2014/main" id="{178C80A7-2CB7-9551-0B6A-E43D0FC2A4AD}"/>
              </a:ext>
            </a:extLst>
          </p:cNvPr>
          <p:cNvGrpSpPr/>
          <p:nvPr/>
        </p:nvGrpSpPr>
        <p:grpSpPr>
          <a:xfrm>
            <a:off x="2650354" y="2090969"/>
            <a:ext cx="4991721" cy="1440972"/>
            <a:chOff x="2650354" y="2090969"/>
            <a:chExt cx="4991721" cy="1440972"/>
          </a:xfrm>
        </p:grpSpPr>
        <p:pic>
          <p:nvPicPr>
            <p:cNvPr id="85" name="Graphic 24" descr="Gears with solid fill">
              <a:extLst>
                <a:ext uri="{FF2B5EF4-FFF2-40B4-BE49-F238E27FC236}">
                  <a16:creationId xmlns:a16="http://schemas.microsoft.com/office/drawing/2014/main" id="{3A2412DF-6315-A4AE-B90E-BB6D0994E347}"/>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650354" y="2230235"/>
              <a:ext cx="850068" cy="850068"/>
            </a:xfrm>
            <a:prstGeom prst="rect">
              <a:avLst/>
            </a:prstGeom>
          </p:spPr>
        </p:pic>
        <p:grpSp>
          <p:nvGrpSpPr>
            <p:cNvPr id="86" name="Group 25">
              <a:extLst>
                <a:ext uri="{FF2B5EF4-FFF2-40B4-BE49-F238E27FC236}">
                  <a16:creationId xmlns:a16="http://schemas.microsoft.com/office/drawing/2014/main" id="{357EEC28-68AB-15F0-B2B3-D51F0207A31C}"/>
                </a:ext>
              </a:extLst>
            </p:cNvPr>
            <p:cNvGrpSpPr/>
            <p:nvPr/>
          </p:nvGrpSpPr>
          <p:grpSpPr>
            <a:xfrm>
              <a:off x="3731347" y="2090969"/>
              <a:ext cx="3910728" cy="1440972"/>
              <a:chOff x="6691143" y="2918465"/>
              <a:chExt cx="4206689" cy="1550022"/>
            </a:xfrm>
          </p:grpSpPr>
          <p:sp>
            <p:nvSpPr>
              <p:cNvPr id="87" name="TextBox 26">
                <a:extLst>
                  <a:ext uri="{FF2B5EF4-FFF2-40B4-BE49-F238E27FC236}">
                    <a16:creationId xmlns:a16="http://schemas.microsoft.com/office/drawing/2014/main" id="{685B6A14-EDC0-C811-B175-99C61DB4BEC8}"/>
                  </a:ext>
                </a:extLst>
              </p:cNvPr>
              <p:cNvSpPr txBox="1"/>
              <p:nvPr/>
            </p:nvSpPr>
            <p:spPr>
              <a:xfrm>
                <a:off x="6691143" y="2918465"/>
                <a:ext cx="2926080" cy="496603"/>
              </a:xfrm>
              <a:prstGeom prst="rect">
                <a:avLst/>
              </a:prstGeom>
              <a:noFill/>
            </p:spPr>
            <p:txBody>
              <a:bodyPr wrap="square" lIns="0" rIns="0" rtlCol="0" anchor="b">
                <a:spAutoFit/>
              </a:bodyPr>
              <a:lstStyle/>
              <a:p>
                <a:r>
                  <a:rPr lang="en-US" sz="2400" b="1" noProof="1">
                    <a:solidFill>
                      <a:srgbClr val="6EA56C">
                        <a:lumMod val="75000"/>
                      </a:srgbClr>
                    </a:solidFill>
                    <a:latin typeface="Calibri" panose="020F0502020204030204"/>
                  </a:rPr>
                  <a:t>SPIEGABILITÀ</a:t>
                </a:r>
              </a:p>
            </p:txBody>
          </p:sp>
          <p:sp>
            <p:nvSpPr>
              <p:cNvPr id="88" name="TextBox 27">
                <a:extLst>
                  <a:ext uri="{FF2B5EF4-FFF2-40B4-BE49-F238E27FC236}">
                    <a16:creationId xmlns:a16="http://schemas.microsoft.com/office/drawing/2014/main" id="{0A3484EC-2B32-F804-061C-870D8BED67D6}"/>
                  </a:ext>
                </a:extLst>
              </p:cNvPr>
              <p:cNvSpPr txBox="1"/>
              <p:nvPr/>
            </p:nvSpPr>
            <p:spPr>
              <a:xfrm>
                <a:off x="6691143" y="3326301"/>
                <a:ext cx="4206689" cy="1142186"/>
              </a:xfrm>
              <a:prstGeom prst="rect">
                <a:avLst/>
              </a:prstGeom>
              <a:noFill/>
            </p:spPr>
            <p:txBody>
              <a:bodyPr wrap="square" lIns="0" rIns="0" rtlCol="0" anchor="t">
                <a:spAutoFit/>
              </a:bodyPr>
              <a:lstStyle/>
              <a:p>
                <a:r>
                  <a:rPr lang="it-IT" sz="1050" noProof="1">
                    <a:solidFill>
                      <a:srgbClr val="000000">
                        <a:lumMod val="65000"/>
                        <a:lumOff val="35000"/>
                      </a:srgbClr>
                    </a:solidFill>
                    <a:latin typeface="Calibri" panose="020F0502020204030204"/>
                  </a:rPr>
                  <a:t>A differenza dei sistemi "black box", ogni suggerimento è corredato da una spiegazione chiara tramite un agente specializzato. </a:t>
                </a:r>
                <a:br>
                  <a:rPr lang="it-IT" sz="1050" noProof="1">
                    <a:solidFill>
                      <a:srgbClr val="000000">
                        <a:lumMod val="65000"/>
                        <a:lumOff val="35000"/>
                      </a:srgbClr>
                    </a:solidFill>
                    <a:latin typeface="Calibri" panose="020F0502020204030204"/>
                  </a:rPr>
                </a:br>
                <a:r>
                  <a:rPr lang="it-IT" sz="1050" noProof="1">
                    <a:solidFill>
                      <a:srgbClr val="000000">
                        <a:lumMod val="65000"/>
                        <a:lumOff val="35000"/>
                      </a:srgbClr>
                    </a:solidFill>
                    <a:latin typeface="Calibri" panose="020F0502020204030204"/>
                  </a:rPr>
                  <a:t>Per il Debugging, l’Ottimizzazione e la tracciabilità End-to-End delle funzioni più significative del BE dell’applicazione è stata utilizzata la piattaforma LangSmith.</a:t>
                </a:r>
                <a:br>
                  <a:rPr lang="it-IT" sz="1050" noProof="1">
                    <a:solidFill>
                      <a:srgbClr val="000000">
                        <a:lumMod val="65000"/>
                        <a:lumOff val="35000"/>
                      </a:srgbClr>
                    </a:solidFill>
                    <a:latin typeface="Calibri" panose="020F0502020204030204"/>
                  </a:rPr>
                </a:br>
                <a:endParaRPr lang="en-US" sz="1050" noProof="1">
                  <a:solidFill>
                    <a:srgbClr val="000000">
                      <a:lumMod val="65000"/>
                      <a:lumOff val="35000"/>
                    </a:srgbClr>
                  </a:solidFill>
                  <a:latin typeface="Calibri" panose="020F0502020204030204"/>
                </a:endParaRPr>
              </a:p>
            </p:txBody>
          </p:sp>
        </p:grpSp>
      </p:grpSp>
      <p:grpSp>
        <p:nvGrpSpPr>
          <p:cNvPr id="97" name="Gruppo 96">
            <a:extLst>
              <a:ext uri="{FF2B5EF4-FFF2-40B4-BE49-F238E27FC236}">
                <a16:creationId xmlns:a16="http://schemas.microsoft.com/office/drawing/2014/main" id="{D3BD6AFF-23B6-CD18-41C7-BAFF26A27580}"/>
              </a:ext>
            </a:extLst>
          </p:cNvPr>
          <p:cNvGrpSpPr/>
          <p:nvPr/>
        </p:nvGrpSpPr>
        <p:grpSpPr>
          <a:xfrm>
            <a:off x="3373716" y="1013481"/>
            <a:ext cx="5016964" cy="931276"/>
            <a:chOff x="3373716" y="1013481"/>
            <a:chExt cx="5016964" cy="931276"/>
          </a:xfrm>
        </p:grpSpPr>
        <p:pic>
          <p:nvPicPr>
            <p:cNvPr id="89" name="Graphic 29" descr="Rocket with solid fill">
              <a:extLst>
                <a:ext uri="{FF2B5EF4-FFF2-40B4-BE49-F238E27FC236}">
                  <a16:creationId xmlns:a16="http://schemas.microsoft.com/office/drawing/2014/main" id="{005ED0DE-9CC8-0C23-4CE6-EC7DC9CEA4D5}"/>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373716" y="1094689"/>
              <a:ext cx="850068" cy="850068"/>
            </a:xfrm>
            <a:prstGeom prst="rect">
              <a:avLst/>
            </a:prstGeom>
          </p:spPr>
        </p:pic>
        <p:grpSp>
          <p:nvGrpSpPr>
            <p:cNvPr id="90" name="Group 30">
              <a:extLst>
                <a:ext uri="{FF2B5EF4-FFF2-40B4-BE49-F238E27FC236}">
                  <a16:creationId xmlns:a16="http://schemas.microsoft.com/office/drawing/2014/main" id="{590FCBC4-7A91-4CFC-2014-6C51823CC459}"/>
                </a:ext>
              </a:extLst>
            </p:cNvPr>
            <p:cNvGrpSpPr/>
            <p:nvPr/>
          </p:nvGrpSpPr>
          <p:grpSpPr>
            <a:xfrm>
              <a:off x="4454205" y="1013481"/>
              <a:ext cx="3936475" cy="794641"/>
              <a:chOff x="7468707" y="1829940"/>
              <a:chExt cx="4234385" cy="854778"/>
            </a:xfrm>
          </p:grpSpPr>
          <p:sp>
            <p:nvSpPr>
              <p:cNvPr id="91" name="TextBox 31">
                <a:extLst>
                  <a:ext uri="{FF2B5EF4-FFF2-40B4-BE49-F238E27FC236}">
                    <a16:creationId xmlns:a16="http://schemas.microsoft.com/office/drawing/2014/main" id="{DDEEC72A-69CE-555D-4BD8-A3A6222BA7A3}"/>
                  </a:ext>
                </a:extLst>
              </p:cNvPr>
              <p:cNvSpPr txBox="1"/>
              <p:nvPr/>
            </p:nvSpPr>
            <p:spPr>
              <a:xfrm>
                <a:off x="7468707" y="1829940"/>
                <a:ext cx="4234385" cy="496603"/>
              </a:xfrm>
              <a:prstGeom prst="rect">
                <a:avLst/>
              </a:prstGeom>
              <a:noFill/>
            </p:spPr>
            <p:txBody>
              <a:bodyPr wrap="square" lIns="0" rIns="0" rtlCol="0" anchor="b">
                <a:spAutoFit/>
              </a:bodyPr>
              <a:lstStyle/>
              <a:p>
                <a:r>
                  <a:rPr lang="en-US" sz="2400" b="1" noProof="1">
                    <a:solidFill>
                      <a:srgbClr val="F15F47">
                        <a:lumMod val="75000"/>
                      </a:srgbClr>
                    </a:solidFill>
                    <a:latin typeface="Calibri" panose="020F0502020204030204"/>
                  </a:rPr>
                  <a:t>UN PROTOTIPO FUNZIONANTE</a:t>
                </a:r>
              </a:p>
            </p:txBody>
          </p:sp>
          <p:sp>
            <p:nvSpPr>
              <p:cNvPr id="92" name="TextBox 32">
                <a:extLst>
                  <a:ext uri="{FF2B5EF4-FFF2-40B4-BE49-F238E27FC236}">
                    <a16:creationId xmlns:a16="http://schemas.microsoft.com/office/drawing/2014/main" id="{DD5C4A44-6D85-A2A1-61E7-71C9EB609E76}"/>
                  </a:ext>
                </a:extLst>
              </p:cNvPr>
              <p:cNvSpPr txBox="1"/>
              <p:nvPr/>
            </p:nvSpPr>
            <p:spPr>
              <a:xfrm>
                <a:off x="7468708" y="2237776"/>
                <a:ext cx="3594567" cy="446942"/>
              </a:xfrm>
              <a:prstGeom prst="rect">
                <a:avLst/>
              </a:prstGeom>
              <a:noFill/>
            </p:spPr>
            <p:txBody>
              <a:bodyPr wrap="square" lIns="0" rIns="0" rtlCol="0" anchor="t">
                <a:spAutoFit/>
              </a:bodyPr>
              <a:lstStyle/>
              <a:p>
                <a:pPr algn="just"/>
                <a:r>
                  <a:rPr lang="it-IT" sz="1050" noProof="1">
                    <a:solidFill>
                      <a:srgbClr val="000000">
                        <a:lumMod val="65000"/>
                        <a:lumOff val="35000"/>
                      </a:srgbClr>
                    </a:solidFill>
                    <a:latin typeface="Calibri" panose="020F0502020204030204"/>
                  </a:rPr>
                  <a:t>Career Compass AI è in grado di generare raccomandazioni pertinenti e motivate a partire da testo libero dell’utente.</a:t>
                </a:r>
                <a:endParaRPr lang="en-US" sz="1050" noProof="1">
                  <a:solidFill>
                    <a:srgbClr val="000000">
                      <a:lumMod val="65000"/>
                      <a:lumOff val="35000"/>
                    </a:srgbClr>
                  </a:solidFill>
                  <a:latin typeface="Calibri" panose="020F0502020204030204"/>
                </a:endParaRPr>
              </a:p>
            </p:txBody>
          </p:sp>
        </p:grpSp>
      </p:grpSp>
      <p:grpSp>
        <p:nvGrpSpPr>
          <p:cNvPr id="100" name="Gruppo 99">
            <a:extLst>
              <a:ext uri="{FF2B5EF4-FFF2-40B4-BE49-F238E27FC236}">
                <a16:creationId xmlns:a16="http://schemas.microsoft.com/office/drawing/2014/main" id="{8C8B8CC3-6027-484B-0C76-AC80C7170F7C}"/>
              </a:ext>
            </a:extLst>
          </p:cNvPr>
          <p:cNvGrpSpPr/>
          <p:nvPr/>
        </p:nvGrpSpPr>
        <p:grpSpPr>
          <a:xfrm>
            <a:off x="1203629" y="4940822"/>
            <a:ext cx="4661801" cy="931273"/>
            <a:chOff x="1203629" y="4940822"/>
            <a:chExt cx="4661801" cy="931273"/>
          </a:xfrm>
        </p:grpSpPr>
        <p:pic>
          <p:nvPicPr>
            <p:cNvPr id="93" name="Graphic 97" descr="Research with solid fill">
              <a:extLst>
                <a:ext uri="{FF2B5EF4-FFF2-40B4-BE49-F238E27FC236}">
                  <a16:creationId xmlns:a16="http://schemas.microsoft.com/office/drawing/2014/main" id="{7DE275D0-20B7-4F06-AC15-C669E64F6CF9}"/>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203629" y="5022027"/>
              <a:ext cx="850068" cy="850068"/>
            </a:xfrm>
            <a:prstGeom prst="rect">
              <a:avLst/>
            </a:prstGeom>
          </p:spPr>
        </p:pic>
        <p:grpSp>
          <p:nvGrpSpPr>
            <p:cNvPr id="94" name="Group 98">
              <a:extLst>
                <a:ext uri="{FF2B5EF4-FFF2-40B4-BE49-F238E27FC236}">
                  <a16:creationId xmlns:a16="http://schemas.microsoft.com/office/drawing/2014/main" id="{6D93B11F-42EF-10BF-206A-F3397947AB1C}"/>
                </a:ext>
              </a:extLst>
            </p:cNvPr>
            <p:cNvGrpSpPr/>
            <p:nvPr/>
          </p:nvGrpSpPr>
          <p:grpSpPr>
            <a:xfrm>
              <a:off x="2285627" y="4940822"/>
              <a:ext cx="3579803" cy="794641"/>
              <a:chOff x="5136012" y="5095515"/>
              <a:chExt cx="3850720" cy="854778"/>
            </a:xfrm>
          </p:grpSpPr>
          <p:sp>
            <p:nvSpPr>
              <p:cNvPr id="95" name="TextBox 99">
                <a:extLst>
                  <a:ext uri="{FF2B5EF4-FFF2-40B4-BE49-F238E27FC236}">
                    <a16:creationId xmlns:a16="http://schemas.microsoft.com/office/drawing/2014/main" id="{E14F0B24-2ACC-DDDC-2F18-9B79E1240867}"/>
                  </a:ext>
                </a:extLst>
              </p:cNvPr>
              <p:cNvSpPr txBox="1"/>
              <p:nvPr/>
            </p:nvSpPr>
            <p:spPr>
              <a:xfrm>
                <a:off x="5136012" y="5095515"/>
                <a:ext cx="3850720" cy="496603"/>
              </a:xfrm>
              <a:prstGeom prst="rect">
                <a:avLst/>
              </a:prstGeom>
              <a:noFill/>
            </p:spPr>
            <p:txBody>
              <a:bodyPr wrap="square" lIns="0" rIns="0" rtlCol="0" anchor="b">
                <a:spAutoFit/>
              </a:bodyPr>
              <a:lstStyle/>
              <a:p>
                <a:r>
                  <a:rPr lang="en-US" sz="2400" b="1" noProof="1">
                    <a:solidFill>
                      <a:srgbClr val="3AC6E1">
                        <a:lumMod val="75000"/>
                      </a:srgbClr>
                    </a:solidFill>
                    <a:latin typeface="Calibri" panose="020F0502020204030204"/>
                  </a:rPr>
                  <a:t>ROBUSTEZZA E RESILIENZA</a:t>
                </a:r>
              </a:p>
            </p:txBody>
          </p:sp>
          <p:sp>
            <p:nvSpPr>
              <p:cNvPr id="96" name="TextBox 100">
                <a:extLst>
                  <a:ext uri="{FF2B5EF4-FFF2-40B4-BE49-F238E27FC236}">
                    <a16:creationId xmlns:a16="http://schemas.microsoft.com/office/drawing/2014/main" id="{FFED87E7-0CB2-F269-A522-B10488B62793}"/>
                  </a:ext>
                </a:extLst>
              </p:cNvPr>
              <p:cNvSpPr txBox="1"/>
              <p:nvPr/>
            </p:nvSpPr>
            <p:spPr>
              <a:xfrm>
                <a:off x="5136012" y="5503351"/>
                <a:ext cx="3734721" cy="446942"/>
              </a:xfrm>
              <a:prstGeom prst="rect">
                <a:avLst/>
              </a:prstGeom>
              <a:noFill/>
            </p:spPr>
            <p:txBody>
              <a:bodyPr wrap="square" lIns="0" rIns="0" rtlCol="0" anchor="t">
                <a:spAutoFit/>
              </a:bodyPr>
              <a:lstStyle/>
              <a:p>
                <a:pPr algn="just"/>
                <a:r>
                  <a:rPr lang="it-IT" sz="1050" noProof="1">
                    <a:solidFill>
                      <a:srgbClr val="000000">
                        <a:lumMod val="65000"/>
                        <a:lumOff val="35000"/>
                      </a:srgbClr>
                    </a:solidFill>
                    <a:latin typeface="Calibri" panose="020F0502020204030204"/>
                  </a:rPr>
                  <a:t>Grazie al meccanismo di fallback, il sistema funziona anche in assenza di connettività con le API esterne.</a:t>
                </a:r>
                <a:endParaRPr lang="en-US" sz="1050" noProof="1">
                  <a:solidFill>
                    <a:srgbClr val="000000">
                      <a:lumMod val="65000"/>
                      <a:lumOff val="35000"/>
                    </a:srgbClr>
                  </a:solidFill>
                  <a:latin typeface="Calibri" panose="020F0502020204030204"/>
                </a:endParaRPr>
              </a:p>
            </p:txBody>
          </p:sp>
        </p:grpSp>
      </p:grpSp>
      <p:grpSp>
        <p:nvGrpSpPr>
          <p:cNvPr id="3" name="Gruppo 2">
            <a:extLst>
              <a:ext uri="{FF2B5EF4-FFF2-40B4-BE49-F238E27FC236}">
                <a16:creationId xmlns:a16="http://schemas.microsoft.com/office/drawing/2014/main" id="{176FD9C7-C4C1-83C6-9B48-9D1B831EE877}"/>
              </a:ext>
            </a:extLst>
          </p:cNvPr>
          <p:cNvGrpSpPr/>
          <p:nvPr/>
        </p:nvGrpSpPr>
        <p:grpSpPr>
          <a:xfrm>
            <a:off x="6959213" y="3640423"/>
            <a:ext cx="1851552" cy="1661408"/>
            <a:chOff x="6718583" y="3640423"/>
            <a:chExt cx="1851552" cy="1661408"/>
          </a:xfrm>
        </p:grpSpPr>
        <p:grpSp>
          <p:nvGrpSpPr>
            <p:cNvPr id="18" name="Group 33">
              <a:extLst>
                <a:ext uri="{FF2B5EF4-FFF2-40B4-BE49-F238E27FC236}">
                  <a16:creationId xmlns:a16="http://schemas.microsoft.com/office/drawing/2014/main" id="{1361A161-0DEC-56C5-E69C-B8A5C816052C}"/>
                </a:ext>
              </a:extLst>
            </p:cNvPr>
            <p:cNvGrpSpPr/>
            <p:nvPr/>
          </p:nvGrpSpPr>
          <p:grpSpPr>
            <a:xfrm>
              <a:off x="6718583" y="3640423"/>
              <a:ext cx="1851552" cy="1661408"/>
              <a:chOff x="3149403" y="3489071"/>
              <a:chExt cx="1991676" cy="1787142"/>
            </a:xfrm>
          </p:grpSpPr>
          <p:sp>
            <p:nvSpPr>
              <p:cNvPr id="19" name="Freeform: Shape 34">
                <a:extLst>
                  <a:ext uri="{FF2B5EF4-FFF2-40B4-BE49-F238E27FC236}">
                    <a16:creationId xmlns:a16="http://schemas.microsoft.com/office/drawing/2014/main" id="{F0DB5CE6-9246-FFC0-4A3D-79892C9AA908}"/>
                  </a:ext>
                </a:extLst>
              </p:cNvPr>
              <p:cNvSpPr/>
              <p:nvPr/>
            </p:nvSpPr>
            <p:spPr>
              <a:xfrm>
                <a:off x="3149403" y="3489071"/>
                <a:ext cx="1991674" cy="1302660"/>
              </a:xfrm>
              <a:custGeom>
                <a:avLst/>
                <a:gdLst>
                  <a:gd name="connsiteX0" fmla="*/ 1197735 w 1991674"/>
                  <a:gd name="connsiteY0" fmla="*/ 0 h 1302660"/>
                  <a:gd name="connsiteX1" fmla="*/ 1991674 w 1991674"/>
                  <a:gd name="connsiteY1" fmla="*/ 462703 h 1302660"/>
                  <a:gd name="connsiteX2" fmla="*/ 1190247 w 1991674"/>
                  <a:gd name="connsiteY2" fmla="*/ 1077035 h 1302660"/>
                  <a:gd name="connsiteX3" fmla="*/ 1139502 w 1991674"/>
                  <a:gd name="connsiteY3" fmla="*/ 1037769 h 1302660"/>
                  <a:gd name="connsiteX4" fmla="*/ 793938 w 1991674"/>
                  <a:gd name="connsiteY4" fmla="*/ 1302660 h 1302660"/>
                  <a:gd name="connsiteX5" fmla="*/ 0 w 1991674"/>
                  <a:gd name="connsiteY5" fmla="*/ 688328 h 1302660"/>
                  <a:gd name="connsiteX6" fmla="*/ 801426 w 1991674"/>
                  <a:gd name="connsiteY6" fmla="*/ 225625 h 1302660"/>
                  <a:gd name="connsiteX7" fmla="*/ 804170 w 1991674"/>
                  <a:gd name="connsiteY7" fmla="*/ 227225 h 1302660"/>
                  <a:gd name="connsiteX0" fmla="*/ 1197735 w 1991674"/>
                  <a:gd name="connsiteY0" fmla="*/ 0 h 1302660"/>
                  <a:gd name="connsiteX1" fmla="*/ 1991674 w 1991674"/>
                  <a:gd name="connsiteY1" fmla="*/ 462703 h 1302660"/>
                  <a:gd name="connsiteX2" fmla="*/ 1190247 w 1991674"/>
                  <a:gd name="connsiteY2" fmla="*/ 1077035 h 1302660"/>
                  <a:gd name="connsiteX3" fmla="*/ 793938 w 1991674"/>
                  <a:gd name="connsiteY3" fmla="*/ 1302660 h 1302660"/>
                  <a:gd name="connsiteX4" fmla="*/ 0 w 1991674"/>
                  <a:gd name="connsiteY4" fmla="*/ 688328 h 1302660"/>
                  <a:gd name="connsiteX5" fmla="*/ 801426 w 1991674"/>
                  <a:gd name="connsiteY5" fmla="*/ 225625 h 1302660"/>
                  <a:gd name="connsiteX6" fmla="*/ 804170 w 1991674"/>
                  <a:gd name="connsiteY6" fmla="*/ 227225 h 1302660"/>
                  <a:gd name="connsiteX7" fmla="*/ 1197735 w 1991674"/>
                  <a:gd name="connsiteY7" fmla="*/ 0 h 1302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1674" h="1302660">
                    <a:moveTo>
                      <a:pt x="1197735" y="0"/>
                    </a:moveTo>
                    <a:lnTo>
                      <a:pt x="1991674" y="462703"/>
                    </a:lnTo>
                    <a:lnTo>
                      <a:pt x="1190247" y="1077035"/>
                    </a:lnTo>
                    <a:lnTo>
                      <a:pt x="793938" y="1302660"/>
                    </a:lnTo>
                    <a:lnTo>
                      <a:pt x="0" y="688328"/>
                    </a:lnTo>
                    <a:lnTo>
                      <a:pt x="801426" y="225625"/>
                    </a:lnTo>
                    <a:lnTo>
                      <a:pt x="804170" y="227225"/>
                    </a:lnTo>
                    <a:lnTo>
                      <a:pt x="1197735" y="0"/>
                    </a:lnTo>
                    <a:close/>
                  </a:path>
                </a:pathLst>
              </a:custGeom>
              <a:solidFill>
                <a:srgbClr val="FBA91E">
                  <a:lumMod val="75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35">
                <a:extLst>
                  <a:ext uri="{FF2B5EF4-FFF2-40B4-BE49-F238E27FC236}">
                    <a16:creationId xmlns:a16="http://schemas.microsoft.com/office/drawing/2014/main" id="{47D016A0-8A44-BA3D-1E5A-A3347908CE15}"/>
                  </a:ext>
                </a:extLst>
              </p:cNvPr>
              <p:cNvSpPr/>
              <p:nvPr/>
            </p:nvSpPr>
            <p:spPr>
              <a:xfrm>
                <a:off x="3149405" y="4177401"/>
                <a:ext cx="957955" cy="1098812"/>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 name="connsiteX0" fmla="*/ 0 w 612648"/>
                  <a:gd name="connsiteY0" fmla="*/ 0 h 843926"/>
                  <a:gd name="connsiteX1" fmla="*/ 612648 w 612648"/>
                  <a:gd name="connsiteY1" fmla="*/ 350392 h 843926"/>
                  <a:gd name="connsiteX2" fmla="*/ 607653 w 612648"/>
                  <a:gd name="connsiteY2" fmla="*/ 575689 h 843926"/>
                  <a:gd name="connsiteX3" fmla="*/ 612648 w 612648"/>
                  <a:gd name="connsiteY3" fmla="*/ 843926 h 843926"/>
                  <a:gd name="connsiteX4" fmla="*/ 0 w 612648"/>
                  <a:gd name="connsiteY4" fmla="*/ 493534 h 843926"/>
                  <a:gd name="connsiteX5" fmla="*/ 0 w 612648"/>
                  <a:gd name="connsiteY5" fmla="*/ 0 h 843926"/>
                  <a:gd name="connsiteX0" fmla="*/ 0 w 735743"/>
                  <a:gd name="connsiteY0" fmla="*/ 0 h 843926"/>
                  <a:gd name="connsiteX1" fmla="*/ 612648 w 735743"/>
                  <a:gd name="connsiteY1" fmla="*/ 350392 h 843926"/>
                  <a:gd name="connsiteX2" fmla="*/ 735743 w 735743"/>
                  <a:gd name="connsiteY2" fmla="*/ 562438 h 843926"/>
                  <a:gd name="connsiteX3" fmla="*/ 612648 w 735743"/>
                  <a:gd name="connsiteY3" fmla="*/ 843926 h 843926"/>
                  <a:gd name="connsiteX4" fmla="*/ 0 w 735743"/>
                  <a:gd name="connsiteY4" fmla="*/ 493534 h 843926"/>
                  <a:gd name="connsiteX5" fmla="*/ 0 w 735743"/>
                  <a:gd name="connsiteY5" fmla="*/ 0 h 8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5743" h="843926">
                    <a:moveTo>
                      <a:pt x="0" y="0"/>
                    </a:moveTo>
                    <a:lnTo>
                      <a:pt x="612648" y="350392"/>
                    </a:lnTo>
                    <a:lnTo>
                      <a:pt x="735743" y="562438"/>
                    </a:lnTo>
                    <a:lnTo>
                      <a:pt x="612648" y="843926"/>
                    </a:lnTo>
                    <a:lnTo>
                      <a:pt x="0" y="493534"/>
                    </a:lnTo>
                    <a:lnTo>
                      <a:pt x="0" y="0"/>
                    </a:lnTo>
                    <a:close/>
                  </a:path>
                </a:pathLst>
              </a:custGeom>
              <a:solidFill>
                <a:srgbClr val="FBA91E"/>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21" name="Group 36">
                <a:extLst>
                  <a:ext uri="{FF2B5EF4-FFF2-40B4-BE49-F238E27FC236}">
                    <a16:creationId xmlns:a16="http://schemas.microsoft.com/office/drawing/2014/main" id="{3D98A017-3688-1A4C-62DD-085DDEBA0896}"/>
                  </a:ext>
                </a:extLst>
              </p:cNvPr>
              <p:cNvGrpSpPr/>
              <p:nvPr/>
            </p:nvGrpSpPr>
            <p:grpSpPr>
              <a:xfrm>
                <a:off x="3774171" y="4082352"/>
                <a:ext cx="345831" cy="381884"/>
                <a:chOff x="7334854" y="3940862"/>
                <a:chExt cx="265610" cy="293300"/>
              </a:xfrm>
            </p:grpSpPr>
            <p:sp>
              <p:nvSpPr>
                <p:cNvPr id="26" name="Freeform: Shape 41">
                  <a:extLst>
                    <a:ext uri="{FF2B5EF4-FFF2-40B4-BE49-F238E27FC236}">
                      <a16:creationId xmlns:a16="http://schemas.microsoft.com/office/drawing/2014/main" id="{D0C09FC4-DE83-7C51-37B3-01DEBE0A23A6}"/>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BA91E">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7" name="Oval 42">
                  <a:extLst>
                    <a:ext uri="{FF2B5EF4-FFF2-40B4-BE49-F238E27FC236}">
                      <a16:creationId xmlns:a16="http://schemas.microsoft.com/office/drawing/2014/main" id="{90749D80-86AA-417D-6BD3-6129F15CDC6D}"/>
                    </a:ext>
                  </a:extLst>
                </p:cNvPr>
                <p:cNvSpPr/>
                <p:nvPr/>
              </p:nvSpPr>
              <p:spPr>
                <a:xfrm>
                  <a:off x="7334854" y="3940862"/>
                  <a:ext cx="265610" cy="147017"/>
                </a:xfrm>
                <a:prstGeom prst="ellipse">
                  <a:avLst/>
                </a:prstGeom>
                <a:solidFill>
                  <a:srgbClr val="FBA91E"/>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22" name="Group 37">
                <a:extLst>
                  <a:ext uri="{FF2B5EF4-FFF2-40B4-BE49-F238E27FC236}">
                    <a16:creationId xmlns:a16="http://schemas.microsoft.com/office/drawing/2014/main" id="{1F870E9F-252C-A1CE-7598-5C67B29DDFAD}"/>
                  </a:ext>
                </a:extLst>
              </p:cNvPr>
              <p:cNvGrpSpPr/>
              <p:nvPr/>
            </p:nvGrpSpPr>
            <p:grpSpPr>
              <a:xfrm>
                <a:off x="3377862" y="3886426"/>
                <a:ext cx="345831" cy="381884"/>
                <a:chOff x="7334854" y="3940862"/>
                <a:chExt cx="265610" cy="293300"/>
              </a:xfrm>
            </p:grpSpPr>
            <p:sp>
              <p:nvSpPr>
                <p:cNvPr id="24" name="Freeform: Shape 39">
                  <a:extLst>
                    <a:ext uri="{FF2B5EF4-FFF2-40B4-BE49-F238E27FC236}">
                      <a16:creationId xmlns:a16="http://schemas.microsoft.com/office/drawing/2014/main" id="{04AF49A2-3538-D29D-7B34-ABDE9A03BF74}"/>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BA91E">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25" name="Oval 40">
                  <a:extLst>
                    <a:ext uri="{FF2B5EF4-FFF2-40B4-BE49-F238E27FC236}">
                      <a16:creationId xmlns:a16="http://schemas.microsoft.com/office/drawing/2014/main" id="{7F1312BC-D456-7458-8B39-D100782830DD}"/>
                    </a:ext>
                  </a:extLst>
                </p:cNvPr>
                <p:cNvSpPr/>
                <p:nvPr/>
              </p:nvSpPr>
              <p:spPr>
                <a:xfrm>
                  <a:off x="7334854" y="3940862"/>
                  <a:ext cx="265610" cy="147017"/>
                </a:xfrm>
                <a:prstGeom prst="ellipse">
                  <a:avLst/>
                </a:prstGeom>
                <a:solidFill>
                  <a:srgbClr val="FBA91E"/>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23" name="Freeform: Shape 38">
                <a:extLst>
                  <a:ext uri="{FF2B5EF4-FFF2-40B4-BE49-F238E27FC236}">
                    <a16:creationId xmlns:a16="http://schemas.microsoft.com/office/drawing/2014/main" id="{F6316B06-9228-7D3A-9240-739CC7FE7E57}"/>
                  </a:ext>
                </a:extLst>
              </p:cNvPr>
              <p:cNvSpPr/>
              <p:nvPr/>
            </p:nvSpPr>
            <p:spPr>
              <a:xfrm>
                <a:off x="3947088" y="3951776"/>
                <a:ext cx="1193991" cy="1324437"/>
              </a:xfrm>
              <a:custGeom>
                <a:avLst/>
                <a:gdLst>
                  <a:gd name="connsiteX0" fmla="*/ 1193991 w 1193991"/>
                  <a:gd name="connsiteY0" fmla="*/ 0 h 1324437"/>
                  <a:gd name="connsiteX1" fmla="*/ 1193991 w 1193991"/>
                  <a:gd name="connsiteY1" fmla="*/ 642593 h 1324437"/>
                  <a:gd name="connsiteX2" fmla="*/ 396309 w 1193991"/>
                  <a:gd name="connsiteY2" fmla="*/ 1098812 h 1324437"/>
                  <a:gd name="connsiteX3" fmla="*/ 396309 w 1193991"/>
                  <a:gd name="connsiteY3" fmla="*/ 1097776 h 1324437"/>
                  <a:gd name="connsiteX4" fmla="*/ 0 w 1193991"/>
                  <a:gd name="connsiteY4" fmla="*/ 1324437 h 1324437"/>
                  <a:gd name="connsiteX5" fmla="*/ 0 w 1193991"/>
                  <a:gd name="connsiteY5" fmla="*/ 681844 h 1324437"/>
                  <a:gd name="connsiteX6" fmla="*/ 797682 w 1193991"/>
                  <a:gd name="connsiteY6" fmla="*/ 225625 h 1324437"/>
                  <a:gd name="connsiteX7" fmla="*/ 797682 w 1193991"/>
                  <a:gd name="connsiteY7" fmla="*/ 226662 h 1324437"/>
                  <a:gd name="connsiteX0" fmla="*/ 1193991 w 1193991"/>
                  <a:gd name="connsiteY0" fmla="*/ 0 h 1324437"/>
                  <a:gd name="connsiteX1" fmla="*/ 1193991 w 1193991"/>
                  <a:gd name="connsiteY1" fmla="*/ 642593 h 1324437"/>
                  <a:gd name="connsiteX2" fmla="*/ 396309 w 1193991"/>
                  <a:gd name="connsiteY2" fmla="*/ 1098812 h 1324437"/>
                  <a:gd name="connsiteX3" fmla="*/ 0 w 1193991"/>
                  <a:gd name="connsiteY3" fmla="*/ 1324437 h 1324437"/>
                  <a:gd name="connsiteX4" fmla="*/ 0 w 1193991"/>
                  <a:gd name="connsiteY4" fmla="*/ 681844 h 1324437"/>
                  <a:gd name="connsiteX5" fmla="*/ 797682 w 1193991"/>
                  <a:gd name="connsiteY5" fmla="*/ 225625 h 1324437"/>
                  <a:gd name="connsiteX6" fmla="*/ 797682 w 1193991"/>
                  <a:gd name="connsiteY6" fmla="*/ 226662 h 1324437"/>
                  <a:gd name="connsiteX7" fmla="*/ 1193991 w 1193991"/>
                  <a:gd name="connsiteY7"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797682 w 1193991"/>
                  <a:gd name="connsiteY4" fmla="*/ 225625 h 1324437"/>
                  <a:gd name="connsiteX5" fmla="*/ 797682 w 1193991"/>
                  <a:gd name="connsiteY5" fmla="*/ 226662 h 1324437"/>
                  <a:gd name="connsiteX6" fmla="*/ 1193991 w 1193991"/>
                  <a:gd name="connsiteY6"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797682 w 1193991"/>
                  <a:gd name="connsiteY4" fmla="*/ 225625 h 1324437"/>
                  <a:gd name="connsiteX5" fmla="*/ 1193991 w 1193991"/>
                  <a:gd name="connsiteY5"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1193991 w 1193991"/>
                  <a:gd name="connsiteY4" fmla="*/ 0 h 1324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3991" h="1324437">
                    <a:moveTo>
                      <a:pt x="1193991" y="0"/>
                    </a:moveTo>
                    <a:lnTo>
                      <a:pt x="1193991" y="642593"/>
                    </a:lnTo>
                    <a:lnTo>
                      <a:pt x="0" y="1324437"/>
                    </a:lnTo>
                    <a:lnTo>
                      <a:pt x="0" y="681844"/>
                    </a:lnTo>
                    <a:lnTo>
                      <a:pt x="1193991" y="0"/>
                    </a:lnTo>
                    <a:close/>
                  </a:path>
                </a:pathLst>
              </a:custGeom>
              <a:solidFill>
                <a:srgbClr val="FBA91E">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67" name="Group 82">
              <a:extLst>
                <a:ext uri="{FF2B5EF4-FFF2-40B4-BE49-F238E27FC236}">
                  <a16:creationId xmlns:a16="http://schemas.microsoft.com/office/drawing/2014/main" id="{55DB488B-6ED5-4571-D541-63E628FE4BFF}"/>
                </a:ext>
              </a:extLst>
            </p:cNvPr>
            <p:cNvGrpSpPr/>
            <p:nvPr/>
          </p:nvGrpSpPr>
          <p:grpSpPr>
            <a:xfrm>
              <a:off x="7299395" y="3802882"/>
              <a:ext cx="689927" cy="561958"/>
              <a:chOff x="3774171" y="3663824"/>
              <a:chExt cx="742140" cy="604486"/>
            </a:xfrm>
          </p:grpSpPr>
          <p:grpSp>
            <p:nvGrpSpPr>
              <p:cNvPr id="68" name="Group 83">
                <a:extLst>
                  <a:ext uri="{FF2B5EF4-FFF2-40B4-BE49-F238E27FC236}">
                    <a16:creationId xmlns:a16="http://schemas.microsoft.com/office/drawing/2014/main" id="{A53A94D1-9A74-D39B-AFF1-3DFC97BA11C0}"/>
                  </a:ext>
                </a:extLst>
              </p:cNvPr>
              <p:cNvGrpSpPr/>
              <p:nvPr/>
            </p:nvGrpSpPr>
            <p:grpSpPr>
              <a:xfrm>
                <a:off x="4170480" y="3886426"/>
                <a:ext cx="345831" cy="381884"/>
                <a:chOff x="7334854" y="3940862"/>
                <a:chExt cx="265610" cy="293300"/>
              </a:xfrm>
            </p:grpSpPr>
            <p:sp>
              <p:nvSpPr>
                <p:cNvPr id="72" name="Freeform: Shape 87">
                  <a:extLst>
                    <a:ext uri="{FF2B5EF4-FFF2-40B4-BE49-F238E27FC236}">
                      <a16:creationId xmlns:a16="http://schemas.microsoft.com/office/drawing/2014/main" id="{EF465594-0009-2091-9906-DD306F5A53C7}"/>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BA91E">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3" name="Oval 88">
                  <a:extLst>
                    <a:ext uri="{FF2B5EF4-FFF2-40B4-BE49-F238E27FC236}">
                      <a16:creationId xmlns:a16="http://schemas.microsoft.com/office/drawing/2014/main" id="{9BE0F430-5744-C00D-BB25-B87724825E6B}"/>
                    </a:ext>
                  </a:extLst>
                </p:cNvPr>
                <p:cNvSpPr/>
                <p:nvPr/>
              </p:nvSpPr>
              <p:spPr>
                <a:xfrm>
                  <a:off x="7334854" y="3940862"/>
                  <a:ext cx="265610" cy="147017"/>
                </a:xfrm>
                <a:prstGeom prst="ellipse">
                  <a:avLst/>
                </a:prstGeom>
                <a:solidFill>
                  <a:srgbClr val="FBA91E"/>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69" name="Group 84">
                <a:extLst>
                  <a:ext uri="{FF2B5EF4-FFF2-40B4-BE49-F238E27FC236}">
                    <a16:creationId xmlns:a16="http://schemas.microsoft.com/office/drawing/2014/main" id="{2F8CCE05-9E2C-A2F7-3708-7DE3DAFED8F9}"/>
                  </a:ext>
                </a:extLst>
              </p:cNvPr>
              <p:cNvGrpSpPr/>
              <p:nvPr/>
            </p:nvGrpSpPr>
            <p:grpSpPr>
              <a:xfrm>
                <a:off x="3774171" y="3663824"/>
                <a:ext cx="345831" cy="381884"/>
                <a:chOff x="7334854" y="3940862"/>
                <a:chExt cx="265610" cy="293300"/>
              </a:xfrm>
            </p:grpSpPr>
            <p:sp>
              <p:nvSpPr>
                <p:cNvPr id="70" name="Freeform: Shape 85">
                  <a:extLst>
                    <a:ext uri="{FF2B5EF4-FFF2-40B4-BE49-F238E27FC236}">
                      <a16:creationId xmlns:a16="http://schemas.microsoft.com/office/drawing/2014/main" id="{1D879CD6-017B-D71C-B9B0-97B4E44DA03C}"/>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BA91E">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1" name="Oval 86">
                  <a:extLst>
                    <a:ext uri="{FF2B5EF4-FFF2-40B4-BE49-F238E27FC236}">
                      <a16:creationId xmlns:a16="http://schemas.microsoft.com/office/drawing/2014/main" id="{D800B90C-C2F4-C9A8-DC82-62508F93CC73}"/>
                    </a:ext>
                  </a:extLst>
                </p:cNvPr>
                <p:cNvSpPr/>
                <p:nvPr/>
              </p:nvSpPr>
              <p:spPr>
                <a:xfrm>
                  <a:off x="7334854" y="3940862"/>
                  <a:ext cx="265610" cy="147017"/>
                </a:xfrm>
                <a:prstGeom prst="ellipse">
                  <a:avLst/>
                </a:prstGeom>
                <a:solidFill>
                  <a:srgbClr val="FBA91E"/>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grpSp>
      <p:grpSp>
        <p:nvGrpSpPr>
          <p:cNvPr id="7" name="Gruppo 6">
            <a:extLst>
              <a:ext uri="{FF2B5EF4-FFF2-40B4-BE49-F238E27FC236}">
                <a16:creationId xmlns:a16="http://schemas.microsoft.com/office/drawing/2014/main" id="{6E76ACBA-979F-51E1-854B-E275F77A8814}"/>
              </a:ext>
            </a:extLst>
          </p:cNvPr>
          <p:cNvGrpSpPr/>
          <p:nvPr/>
        </p:nvGrpSpPr>
        <p:grpSpPr>
          <a:xfrm>
            <a:off x="7874576" y="2628481"/>
            <a:ext cx="1851552" cy="1661408"/>
            <a:chOff x="7441442" y="2628481"/>
            <a:chExt cx="1851552" cy="1661408"/>
          </a:xfrm>
        </p:grpSpPr>
        <p:grpSp>
          <p:nvGrpSpPr>
            <p:cNvPr id="28" name="Group 43">
              <a:extLst>
                <a:ext uri="{FF2B5EF4-FFF2-40B4-BE49-F238E27FC236}">
                  <a16:creationId xmlns:a16="http://schemas.microsoft.com/office/drawing/2014/main" id="{90A4ADA3-F073-B26A-E627-C0E54CC2F100}"/>
                </a:ext>
              </a:extLst>
            </p:cNvPr>
            <p:cNvGrpSpPr/>
            <p:nvPr/>
          </p:nvGrpSpPr>
          <p:grpSpPr>
            <a:xfrm>
              <a:off x="7441442" y="2628481"/>
              <a:ext cx="1851552" cy="1661408"/>
              <a:chOff x="3926968" y="2400546"/>
              <a:chExt cx="1991676" cy="1787142"/>
            </a:xfrm>
          </p:grpSpPr>
          <p:sp>
            <p:nvSpPr>
              <p:cNvPr id="29" name="Freeform: Shape 44">
                <a:extLst>
                  <a:ext uri="{FF2B5EF4-FFF2-40B4-BE49-F238E27FC236}">
                    <a16:creationId xmlns:a16="http://schemas.microsoft.com/office/drawing/2014/main" id="{3927C5E0-D76B-F9B5-4CE2-FAE30E95174F}"/>
                  </a:ext>
                </a:extLst>
              </p:cNvPr>
              <p:cNvSpPr/>
              <p:nvPr/>
            </p:nvSpPr>
            <p:spPr>
              <a:xfrm>
                <a:off x="3926968" y="2400546"/>
                <a:ext cx="1991674" cy="1302660"/>
              </a:xfrm>
              <a:custGeom>
                <a:avLst/>
                <a:gdLst>
                  <a:gd name="connsiteX0" fmla="*/ 1197735 w 1991674"/>
                  <a:gd name="connsiteY0" fmla="*/ 0 h 1302660"/>
                  <a:gd name="connsiteX1" fmla="*/ 1991674 w 1991674"/>
                  <a:gd name="connsiteY1" fmla="*/ 462703 h 1302660"/>
                  <a:gd name="connsiteX2" fmla="*/ 1190247 w 1991674"/>
                  <a:gd name="connsiteY2" fmla="*/ 1077035 h 1302660"/>
                  <a:gd name="connsiteX3" fmla="*/ 1139502 w 1991674"/>
                  <a:gd name="connsiteY3" fmla="*/ 1037769 h 1302660"/>
                  <a:gd name="connsiteX4" fmla="*/ 793938 w 1991674"/>
                  <a:gd name="connsiteY4" fmla="*/ 1302660 h 1302660"/>
                  <a:gd name="connsiteX5" fmla="*/ 0 w 1991674"/>
                  <a:gd name="connsiteY5" fmla="*/ 688328 h 1302660"/>
                  <a:gd name="connsiteX6" fmla="*/ 801426 w 1991674"/>
                  <a:gd name="connsiteY6" fmla="*/ 225625 h 1302660"/>
                  <a:gd name="connsiteX7" fmla="*/ 804170 w 1991674"/>
                  <a:gd name="connsiteY7" fmla="*/ 227225 h 1302660"/>
                  <a:gd name="connsiteX0" fmla="*/ 1197735 w 1991674"/>
                  <a:gd name="connsiteY0" fmla="*/ 0 h 1302660"/>
                  <a:gd name="connsiteX1" fmla="*/ 1991674 w 1991674"/>
                  <a:gd name="connsiteY1" fmla="*/ 462703 h 1302660"/>
                  <a:gd name="connsiteX2" fmla="*/ 1190247 w 1991674"/>
                  <a:gd name="connsiteY2" fmla="*/ 1077035 h 1302660"/>
                  <a:gd name="connsiteX3" fmla="*/ 793938 w 1991674"/>
                  <a:gd name="connsiteY3" fmla="*/ 1302660 h 1302660"/>
                  <a:gd name="connsiteX4" fmla="*/ 0 w 1991674"/>
                  <a:gd name="connsiteY4" fmla="*/ 688328 h 1302660"/>
                  <a:gd name="connsiteX5" fmla="*/ 801426 w 1991674"/>
                  <a:gd name="connsiteY5" fmla="*/ 225625 h 1302660"/>
                  <a:gd name="connsiteX6" fmla="*/ 804170 w 1991674"/>
                  <a:gd name="connsiteY6" fmla="*/ 227225 h 1302660"/>
                  <a:gd name="connsiteX7" fmla="*/ 1197735 w 1991674"/>
                  <a:gd name="connsiteY7" fmla="*/ 0 h 1302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1674" h="1302660">
                    <a:moveTo>
                      <a:pt x="1197735" y="0"/>
                    </a:moveTo>
                    <a:lnTo>
                      <a:pt x="1991674" y="462703"/>
                    </a:lnTo>
                    <a:lnTo>
                      <a:pt x="1190247" y="1077035"/>
                    </a:lnTo>
                    <a:lnTo>
                      <a:pt x="793938" y="1302660"/>
                    </a:lnTo>
                    <a:lnTo>
                      <a:pt x="0" y="688328"/>
                    </a:lnTo>
                    <a:lnTo>
                      <a:pt x="801426" y="225625"/>
                    </a:lnTo>
                    <a:lnTo>
                      <a:pt x="804170" y="227225"/>
                    </a:lnTo>
                    <a:lnTo>
                      <a:pt x="1197735" y="0"/>
                    </a:lnTo>
                    <a:close/>
                  </a:path>
                </a:pathLst>
              </a:custGeom>
              <a:solidFill>
                <a:srgbClr val="6EA56C">
                  <a:lumMod val="75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30" name="Freeform: Shape 45">
                <a:extLst>
                  <a:ext uri="{FF2B5EF4-FFF2-40B4-BE49-F238E27FC236}">
                    <a16:creationId xmlns:a16="http://schemas.microsoft.com/office/drawing/2014/main" id="{3549756E-5BA9-58F1-EED6-9F30A8C9BE0E}"/>
                  </a:ext>
                </a:extLst>
              </p:cNvPr>
              <p:cNvSpPr/>
              <p:nvPr/>
            </p:nvSpPr>
            <p:spPr>
              <a:xfrm>
                <a:off x="3926970" y="3088876"/>
                <a:ext cx="957955" cy="1098812"/>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 name="connsiteX0" fmla="*/ 0 w 612648"/>
                  <a:gd name="connsiteY0" fmla="*/ 0 h 843926"/>
                  <a:gd name="connsiteX1" fmla="*/ 612648 w 612648"/>
                  <a:gd name="connsiteY1" fmla="*/ 350392 h 843926"/>
                  <a:gd name="connsiteX2" fmla="*/ 607653 w 612648"/>
                  <a:gd name="connsiteY2" fmla="*/ 575689 h 843926"/>
                  <a:gd name="connsiteX3" fmla="*/ 612648 w 612648"/>
                  <a:gd name="connsiteY3" fmla="*/ 843926 h 843926"/>
                  <a:gd name="connsiteX4" fmla="*/ 0 w 612648"/>
                  <a:gd name="connsiteY4" fmla="*/ 493534 h 843926"/>
                  <a:gd name="connsiteX5" fmla="*/ 0 w 612648"/>
                  <a:gd name="connsiteY5" fmla="*/ 0 h 843926"/>
                  <a:gd name="connsiteX0" fmla="*/ 0 w 735743"/>
                  <a:gd name="connsiteY0" fmla="*/ 0 h 843926"/>
                  <a:gd name="connsiteX1" fmla="*/ 612648 w 735743"/>
                  <a:gd name="connsiteY1" fmla="*/ 350392 h 843926"/>
                  <a:gd name="connsiteX2" fmla="*/ 735743 w 735743"/>
                  <a:gd name="connsiteY2" fmla="*/ 562438 h 843926"/>
                  <a:gd name="connsiteX3" fmla="*/ 612648 w 735743"/>
                  <a:gd name="connsiteY3" fmla="*/ 843926 h 843926"/>
                  <a:gd name="connsiteX4" fmla="*/ 0 w 735743"/>
                  <a:gd name="connsiteY4" fmla="*/ 493534 h 843926"/>
                  <a:gd name="connsiteX5" fmla="*/ 0 w 735743"/>
                  <a:gd name="connsiteY5" fmla="*/ 0 h 8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5743" h="843926">
                    <a:moveTo>
                      <a:pt x="0" y="0"/>
                    </a:moveTo>
                    <a:lnTo>
                      <a:pt x="612648" y="350392"/>
                    </a:lnTo>
                    <a:lnTo>
                      <a:pt x="735743" y="562438"/>
                    </a:lnTo>
                    <a:lnTo>
                      <a:pt x="612648" y="843926"/>
                    </a:lnTo>
                    <a:lnTo>
                      <a:pt x="0" y="493534"/>
                    </a:lnTo>
                    <a:lnTo>
                      <a:pt x="0" y="0"/>
                    </a:lnTo>
                    <a:close/>
                  </a:path>
                </a:pathLst>
              </a:custGeom>
              <a:solidFill>
                <a:srgbClr val="6EA56C"/>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31" name="Group 46">
                <a:extLst>
                  <a:ext uri="{FF2B5EF4-FFF2-40B4-BE49-F238E27FC236}">
                    <a16:creationId xmlns:a16="http://schemas.microsoft.com/office/drawing/2014/main" id="{6B2D022D-FDCD-8F34-54A9-66E375124756}"/>
                  </a:ext>
                </a:extLst>
              </p:cNvPr>
              <p:cNvGrpSpPr/>
              <p:nvPr/>
            </p:nvGrpSpPr>
            <p:grpSpPr>
              <a:xfrm>
                <a:off x="4551736" y="2993827"/>
                <a:ext cx="345831" cy="381884"/>
                <a:chOff x="7334854" y="3940862"/>
                <a:chExt cx="265610" cy="293300"/>
              </a:xfrm>
            </p:grpSpPr>
            <p:sp>
              <p:nvSpPr>
                <p:cNvPr id="36" name="Freeform: Shape 51">
                  <a:extLst>
                    <a:ext uri="{FF2B5EF4-FFF2-40B4-BE49-F238E27FC236}">
                      <a16:creationId xmlns:a16="http://schemas.microsoft.com/office/drawing/2014/main" id="{C09349D0-859E-EF3A-DA90-8D8B88E7BE92}"/>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6EA56C">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7" name="Oval 52">
                  <a:extLst>
                    <a:ext uri="{FF2B5EF4-FFF2-40B4-BE49-F238E27FC236}">
                      <a16:creationId xmlns:a16="http://schemas.microsoft.com/office/drawing/2014/main" id="{2B580CA9-C4B3-D884-A609-AE70B8CA9703}"/>
                    </a:ext>
                  </a:extLst>
                </p:cNvPr>
                <p:cNvSpPr/>
                <p:nvPr/>
              </p:nvSpPr>
              <p:spPr>
                <a:xfrm>
                  <a:off x="7334854" y="3940862"/>
                  <a:ext cx="265610" cy="147017"/>
                </a:xfrm>
                <a:prstGeom prst="ellipse">
                  <a:avLst/>
                </a:prstGeom>
                <a:solidFill>
                  <a:srgbClr val="6EA56C"/>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32" name="Group 47">
                <a:extLst>
                  <a:ext uri="{FF2B5EF4-FFF2-40B4-BE49-F238E27FC236}">
                    <a16:creationId xmlns:a16="http://schemas.microsoft.com/office/drawing/2014/main" id="{17E8AC3F-19A2-1991-734D-CCABC3508AE2}"/>
                  </a:ext>
                </a:extLst>
              </p:cNvPr>
              <p:cNvGrpSpPr/>
              <p:nvPr/>
            </p:nvGrpSpPr>
            <p:grpSpPr>
              <a:xfrm>
                <a:off x="4155427" y="2797901"/>
                <a:ext cx="345831" cy="381884"/>
                <a:chOff x="7334854" y="3940862"/>
                <a:chExt cx="265610" cy="293300"/>
              </a:xfrm>
            </p:grpSpPr>
            <p:sp>
              <p:nvSpPr>
                <p:cNvPr id="34" name="Freeform: Shape 49">
                  <a:extLst>
                    <a:ext uri="{FF2B5EF4-FFF2-40B4-BE49-F238E27FC236}">
                      <a16:creationId xmlns:a16="http://schemas.microsoft.com/office/drawing/2014/main" id="{C5BD5601-A06A-2335-E935-A3B81814AB8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6EA56C">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5" name="Oval 50">
                  <a:extLst>
                    <a:ext uri="{FF2B5EF4-FFF2-40B4-BE49-F238E27FC236}">
                      <a16:creationId xmlns:a16="http://schemas.microsoft.com/office/drawing/2014/main" id="{E48A9975-613F-D8C3-B3FB-5E9CAB971136}"/>
                    </a:ext>
                  </a:extLst>
                </p:cNvPr>
                <p:cNvSpPr/>
                <p:nvPr/>
              </p:nvSpPr>
              <p:spPr>
                <a:xfrm>
                  <a:off x="7334854" y="3940862"/>
                  <a:ext cx="265610" cy="147017"/>
                </a:xfrm>
                <a:prstGeom prst="ellipse">
                  <a:avLst/>
                </a:prstGeom>
                <a:solidFill>
                  <a:srgbClr val="6EA56C"/>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grpSp>
          <p:sp>
            <p:nvSpPr>
              <p:cNvPr id="33" name="Freeform: Shape 48">
                <a:extLst>
                  <a:ext uri="{FF2B5EF4-FFF2-40B4-BE49-F238E27FC236}">
                    <a16:creationId xmlns:a16="http://schemas.microsoft.com/office/drawing/2014/main" id="{B388E3E1-2ECC-2233-015E-EA255D4F6AC6}"/>
                  </a:ext>
                </a:extLst>
              </p:cNvPr>
              <p:cNvSpPr/>
              <p:nvPr/>
            </p:nvSpPr>
            <p:spPr>
              <a:xfrm>
                <a:off x="4724653" y="2863251"/>
                <a:ext cx="1193991" cy="1324437"/>
              </a:xfrm>
              <a:custGeom>
                <a:avLst/>
                <a:gdLst>
                  <a:gd name="connsiteX0" fmla="*/ 1193991 w 1193991"/>
                  <a:gd name="connsiteY0" fmla="*/ 0 h 1324437"/>
                  <a:gd name="connsiteX1" fmla="*/ 1193991 w 1193991"/>
                  <a:gd name="connsiteY1" fmla="*/ 642593 h 1324437"/>
                  <a:gd name="connsiteX2" fmla="*/ 396309 w 1193991"/>
                  <a:gd name="connsiteY2" fmla="*/ 1098812 h 1324437"/>
                  <a:gd name="connsiteX3" fmla="*/ 396309 w 1193991"/>
                  <a:gd name="connsiteY3" fmla="*/ 1097776 h 1324437"/>
                  <a:gd name="connsiteX4" fmla="*/ 0 w 1193991"/>
                  <a:gd name="connsiteY4" fmla="*/ 1324437 h 1324437"/>
                  <a:gd name="connsiteX5" fmla="*/ 0 w 1193991"/>
                  <a:gd name="connsiteY5" fmla="*/ 681844 h 1324437"/>
                  <a:gd name="connsiteX6" fmla="*/ 797682 w 1193991"/>
                  <a:gd name="connsiteY6" fmla="*/ 225625 h 1324437"/>
                  <a:gd name="connsiteX7" fmla="*/ 797682 w 1193991"/>
                  <a:gd name="connsiteY7" fmla="*/ 226662 h 1324437"/>
                  <a:gd name="connsiteX0" fmla="*/ 1193991 w 1193991"/>
                  <a:gd name="connsiteY0" fmla="*/ 0 h 1324437"/>
                  <a:gd name="connsiteX1" fmla="*/ 1193991 w 1193991"/>
                  <a:gd name="connsiteY1" fmla="*/ 642593 h 1324437"/>
                  <a:gd name="connsiteX2" fmla="*/ 396309 w 1193991"/>
                  <a:gd name="connsiteY2" fmla="*/ 1098812 h 1324437"/>
                  <a:gd name="connsiteX3" fmla="*/ 0 w 1193991"/>
                  <a:gd name="connsiteY3" fmla="*/ 1324437 h 1324437"/>
                  <a:gd name="connsiteX4" fmla="*/ 0 w 1193991"/>
                  <a:gd name="connsiteY4" fmla="*/ 681844 h 1324437"/>
                  <a:gd name="connsiteX5" fmla="*/ 797682 w 1193991"/>
                  <a:gd name="connsiteY5" fmla="*/ 225625 h 1324437"/>
                  <a:gd name="connsiteX6" fmla="*/ 797682 w 1193991"/>
                  <a:gd name="connsiteY6" fmla="*/ 226662 h 1324437"/>
                  <a:gd name="connsiteX7" fmla="*/ 1193991 w 1193991"/>
                  <a:gd name="connsiteY7"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797682 w 1193991"/>
                  <a:gd name="connsiteY4" fmla="*/ 225625 h 1324437"/>
                  <a:gd name="connsiteX5" fmla="*/ 797682 w 1193991"/>
                  <a:gd name="connsiteY5" fmla="*/ 226662 h 1324437"/>
                  <a:gd name="connsiteX6" fmla="*/ 1193991 w 1193991"/>
                  <a:gd name="connsiteY6"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797682 w 1193991"/>
                  <a:gd name="connsiteY4" fmla="*/ 225625 h 1324437"/>
                  <a:gd name="connsiteX5" fmla="*/ 1193991 w 1193991"/>
                  <a:gd name="connsiteY5"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1193991 w 1193991"/>
                  <a:gd name="connsiteY4" fmla="*/ 0 h 1324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3991" h="1324437">
                    <a:moveTo>
                      <a:pt x="1193991" y="0"/>
                    </a:moveTo>
                    <a:lnTo>
                      <a:pt x="1193991" y="642593"/>
                    </a:lnTo>
                    <a:lnTo>
                      <a:pt x="0" y="1324437"/>
                    </a:lnTo>
                    <a:lnTo>
                      <a:pt x="0" y="681844"/>
                    </a:lnTo>
                    <a:lnTo>
                      <a:pt x="1193991" y="0"/>
                    </a:lnTo>
                    <a:close/>
                  </a:path>
                </a:pathLst>
              </a:custGeom>
              <a:solidFill>
                <a:srgbClr val="6EA56C">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60" name="Group 75">
              <a:extLst>
                <a:ext uri="{FF2B5EF4-FFF2-40B4-BE49-F238E27FC236}">
                  <a16:creationId xmlns:a16="http://schemas.microsoft.com/office/drawing/2014/main" id="{83F9A0CE-215C-0579-168C-BD4933875EDE}"/>
                </a:ext>
              </a:extLst>
            </p:cNvPr>
            <p:cNvGrpSpPr/>
            <p:nvPr/>
          </p:nvGrpSpPr>
          <p:grpSpPr>
            <a:xfrm>
              <a:off x="8022255" y="2790940"/>
              <a:ext cx="689927" cy="561958"/>
              <a:chOff x="4551736" y="2575299"/>
              <a:chExt cx="742140" cy="604486"/>
            </a:xfrm>
          </p:grpSpPr>
          <p:grpSp>
            <p:nvGrpSpPr>
              <p:cNvPr id="61" name="Group 76">
                <a:extLst>
                  <a:ext uri="{FF2B5EF4-FFF2-40B4-BE49-F238E27FC236}">
                    <a16:creationId xmlns:a16="http://schemas.microsoft.com/office/drawing/2014/main" id="{0D30E591-28B1-330E-8648-636B916BA092}"/>
                  </a:ext>
                </a:extLst>
              </p:cNvPr>
              <p:cNvGrpSpPr/>
              <p:nvPr/>
            </p:nvGrpSpPr>
            <p:grpSpPr>
              <a:xfrm>
                <a:off x="4948045" y="2797901"/>
                <a:ext cx="345831" cy="381884"/>
                <a:chOff x="7334854" y="3940862"/>
                <a:chExt cx="265610" cy="293300"/>
              </a:xfrm>
            </p:grpSpPr>
            <p:sp>
              <p:nvSpPr>
                <p:cNvPr id="65" name="Freeform: Shape 80">
                  <a:extLst>
                    <a:ext uri="{FF2B5EF4-FFF2-40B4-BE49-F238E27FC236}">
                      <a16:creationId xmlns:a16="http://schemas.microsoft.com/office/drawing/2014/main" id="{4E0804A8-6368-7715-B069-DDD33D0B7BB8}"/>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6EA56C">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6" name="Oval 81">
                  <a:extLst>
                    <a:ext uri="{FF2B5EF4-FFF2-40B4-BE49-F238E27FC236}">
                      <a16:creationId xmlns:a16="http://schemas.microsoft.com/office/drawing/2014/main" id="{5E13F4AB-6FC6-97BB-5B53-EDB4904A3C5D}"/>
                    </a:ext>
                  </a:extLst>
                </p:cNvPr>
                <p:cNvSpPr/>
                <p:nvPr/>
              </p:nvSpPr>
              <p:spPr>
                <a:xfrm>
                  <a:off x="7334854" y="3940862"/>
                  <a:ext cx="265610" cy="147017"/>
                </a:xfrm>
                <a:prstGeom prst="ellipse">
                  <a:avLst/>
                </a:prstGeom>
                <a:solidFill>
                  <a:srgbClr val="6EA56C"/>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62" name="Group 77">
                <a:extLst>
                  <a:ext uri="{FF2B5EF4-FFF2-40B4-BE49-F238E27FC236}">
                    <a16:creationId xmlns:a16="http://schemas.microsoft.com/office/drawing/2014/main" id="{79F3B893-A9F5-40FF-ADEB-502A0FBCAC27}"/>
                  </a:ext>
                </a:extLst>
              </p:cNvPr>
              <p:cNvGrpSpPr/>
              <p:nvPr/>
            </p:nvGrpSpPr>
            <p:grpSpPr>
              <a:xfrm>
                <a:off x="4551736" y="2575299"/>
                <a:ext cx="345831" cy="381884"/>
                <a:chOff x="7334854" y="3940862"/>
                <a:chExt cx="265610" cy="293300"/>
              </a:xfrm>
            </p:grpSpPr>
            <p:sp>
              <p:nvSpPr>
                <p:cNvPr id="63" name="Freeform: Shape 78">
                  <a:extLst>
                    <a:ext uri="{FF2B5EF4-FFF2-40B4-BE49-F238E27FC236}">
                      <a16:creationId xmlns:a16="http://schemas.microsoft.com/office/drawing/2014/main" id="{D07506A7-533A-E8DB-2CC8-23942C13812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6EA56C">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4" name="Oval 79">
                  <a:extLst>
                    <a:ext uri="{FF2B5EF4-FFF2-40B4-BE49-F238E27FC236}">
                      <a16:creationId xmlns:a16="http://schemas.microsoft.com/office/drawing/2014/main" id="{F66C4253-3880-8C46-342D-32845DA65FB0}"/>
                    </a:ext>
                  </a:extLst>
                </p:cNvPr>
                <p:cNvSpPr/>
                <p:nvPr/>
              </p:nvSpPr>
              <p:spPr>
                <a:xfrm>
                  <a:off x="7334854" y="3940862"/>
                  <a:ext cx="265610" cy="147017"/>
                </a:xfrm>
                <a:prstGeom prst="ellipse">
                  <a:avLst/>
                </a:prstGeom>
                <a:solidFill>
                  <a:srgbClr val="6EA56C"/>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grpSp>
      <p:grpSp>
        <p:nvGrpSpPr>
          <p:cNvPr id="38" name="Group 53">
            <a:extLst>
              <a:ext uri="{FF2B5EF4-FFF2-40B4-BE49-F238E27FC236}">
                <a16:creationId xmlns:a16="http://schemas.microsoft.com/office/drawing/2014/main" id="{09C2041E-AE16-0683-4715-5BB7499C2E73}"/>
              </a:ext>
            </a:extLst>
          </p:cNvPr>
          <p:cNvGrpSpPr/>
          <p:nvPr/>
        </p:nvGrpSpPr>
        <p:grpSpPr>
          <a:xfrm>
            <a:off x="8805984" y="1553205"/>
            <a:ext cx="1851552" cy="1708701"/>
            <a:chOff x="4704534" y="1261149"/>
            <a:chExt cx="1991676" cy="1838014"/>
          </a:xfrm>
        </p:grpSpPr>
        <p:sp>
          <p:nvSpPr>
            <p:cNvPr id="39" name="Freeform: Shape 54">
              <a:extLst>
                <a:ext uri="{FF2B5EF4-FFF2-40B4-BE49-F238E27FC236}">
                  <a16:creationId xmlns:a16="http://schemas.microsoft.com/office/drawing/2014/main" id="{EE6BD5AE-9232-6C22-AC72-5D1048CEB085}"/>
                </a:ext>
              </a:extLst>
            </p:cNvPr>
            <p:cNvSpPr/>
            <p:nvPr/>
          </p:nvSpPr>
          <p:spPr>
            <a:xfrm>
              <a:off x="4704534" y="1312021"/>
              <a:ext cx="1991674" cy="1302660"/>
            </a:xfrm>
            <a:custGeom>
              <a:avLst/>
              <a:gdLst>
                <a:gd name="connsiteX0" fmla="*/ 1197735 w 1991674"/>
                <a:gd name="connsiteY0" fmla="*/ 0 h 1302660"/>
                <a:gd name="connsiteX1" fmla="*/ 1991674 w 1991674"/>
                <a:gd name="connsiteY1" fmla="*/ 462703 h 1302660"/>
                <a:gd name="connsiteX2" fmla="*/ 1190247 w 1991674"/>
                <a:gd name="connsiteY2" fmla="*/ 1077035 h 1302660"/>
                <a:gd name="connsiteX3" fmla="*/ 1139502 w 1991674"/>
                <a:gd name="connsiteY3" fmla="*/ 1037769 h 1302660"/>
                <a:gd name="connsiteX4" fmla="*/ 793938 w 1991674"/>
                <a:gd name="connsiteY4" fmla="*/ 1302660 h 1302660"/>
                <a:gd name="connsiteX5" fmla="*/ 0 w 1991674"/>
                <a:gd name="connsiteY5" fmla="*/ 688328 h 1302660"/>
                <a:gd name="connsiteX6" fmla="*/ 801426 w 1991674"/>
                <a:gd name="connsiteY6" fmla="*/ 225625 h 1302660"/>
                <a:gd name="connsiteX7" fmla="*/ 804170 w 1991674"/>
                <a:gd name="connsiteY7" fmla="*/ 227225 h 1302660"/>
                <a:gd name="connsiteX0" fmla="*/ 1197735 w 1991674"/>
                <a:gd name="connsiteY0" fmla="*/ 0 h 1302660"/>
                <a:gd name="connsiteX1" fmla="*/ 1991674 w 1991674"/>
                <a:gd name="connsiteY1" fmla="*/ 462703 h 1302660"/>
                <a:gd name="connsiteX2" fmla="*/ 1190247 w 1991674"/>
                <a:gd name="connsiteY2" fmla="*/ 1077035 h 1302660"/>
                <a:gd name="connsiteX3" fmla="*/ 793938 w 1991674"/>
                <a:gd name="connsiteY3" fmla="*/ 1302660 h 1302660"/>
                <a:gd name="connsiteX4" fmla="*/ 0 w 1991674"/>
                <a:gd name="connsiteY4" fmla="*/ 688328 h 1302660"/>
                <a:gd name="connsiteX5" fmla="*/ 801426 w 1991674"/>
                <a:gd name="connsiteY5" fmla="*/ 225625 h 1302660"/>
                <a:gd name="connsiteX6" fmla="*/ 804170 w 1991674"/>
                <a:gd name="connsiteY6" fmla="*/ 227225 h 1302660"/>
                <a:gd name="connsiteX7" fmla="*/ 1197735 w 1991674"/>
                <a:gd name="connsiteY7" fmla="*/ 0 h 1302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1674" h="1302660">
                  <a:moveTo>
                    <a:pt x="1197735" y="0"/>
                  </a:moveTo>
                  <a:lnTo>
                    <a:pt x="1991674" y="462703"/>
                  </a:lnTo>
                  <a:lnTo>
                    <a:pt x="1190247" y="1077035"/>
                  </a:lnTo>
                  <a:lnTo>
                    <a:pt x="793938" y="1302660"/>
                  </a:lnTo>
                  <a:lnTo>
                    <a:pt x="0" y="688328"/>
                  </a:lnTo>
                  <a:lnTo>
                    <a:pt x="801426" y="225625"/>
                  </a:lnTo>
                  <a:lnTo>
                    <a:pt x="804170" y="227225"/>
                  </a:lnTo>
                  <a:lnTo>
                    <a:pt x="1197735" y="0"/>
                  </a:lnTo>
                  <a:close/>
                </a:path>
              </a:pathLst>
            </a:custGeom>
            <a:solidFill>
              <a:srgbClr val="F15F47">
                <a:lumMod val="75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0" name="Freeform: Shape 55">
              <a:extLst>
                <a:ext uri="{FF2B5EF4-FFF2-40B4-BE49-F238E27FC236}">
                  <a16:creationId xmlns:a16="http://schemas.microsoft.com/office/drawing/2014/main" id="{56A17FFE-91FD-0A1A-9E30-4323701E702B}"/>
                </a:ext>
              </a:extLst>
            </p:cNvPr>
            <p:cNvSpPr/>
            <p:nvPr/>
          </p:nvSpPr>
          <p:spPr>
            <a:xfrm>
              <a:off x="4704536" y="2000351"/>
              <a:ext cx="957955" cy="1098812"/>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 name="connsiteX0" fmla="*/ 0 w 612648"/>
                <a:gd name="connsiteY0" fmla="*/ 0 h 843926"/>
                <a:gd name="connsiteX1" fmla="*/ 612648 w 612648"/>
                <a:gd name="connsiteY1" fmla="*/ 350392 h 843926"/>
                <a:gd name="connsiteX2" fmla="*/ 607653 w 612648"/>
                <a:gd name="connsiteY2" fmla="*/ 575689 h 843926"/>
                <a:gd name="connsiteX3" fmla="*/ 612648 w 612648"/>
                <a:gd name="connsiteY3" fmla="*/ 843926 h 843926"/>
                <a:gd name="connsiteX4" fmla="*/ 0 w 612648"/>
                <a:gd name="connsiteY4" fmla="*/ 493534 h 843926"/>
                <a:gd name="connsiteX5" fmla="*/ 0 w 612648"/>
                <a:gd name="connsiteY5" fmla="*/ 0 h 843926"/>
                <a:gd name="connsiteX0" fmla="*/ 0 w 735743"/>
                <a:gd name="connsiteY0" fmla="*/ 0 h 843926"/>
                <a:gd name="connsiteX1" fmla="*/ 612648 w 735743"/>
                <a:gd name="connsiteY1" fmla="*/ 350392 h 843926"/>
                <a:gd name="connsiteX2" fmla="*/ 735743 w 735743"/>
                <a:gd name="connsiteY2" fmla="*/ 562438 h 843926"/>
                <a:gd name="connsiteX3" fmla="*/ 612648 w 735743"/>
                <a:gd name="connsiteY3" fmla="*/ 843926 h 843926"/>
                <a:gd name="connsiteX4" fmla="*/ 0 w 735743"/>
                <a:gd name="connsiteY4" fmla="*/ 493534 h 843926"/>
                <a:gd name="connsiteX5" fmla="*/ 0 w 735743"/>
                <a:gd name="connsiteY5" fmla="*/ 0 h 8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5743" h="843926">
                  <a:moveTo>
                    <a:pt x="0" y="0"/>
                  </a:moveTo>
                  <a:lnTo>
                    <a:pt x="612648" y="350392"/>
                  </a:lnTo>
                  <a:lnTo>
                    <a:pt x="735743" y="562438"/>
                  </a:lnTo>
                  <a:lnTo>
                    <a:pt x="612648" y="843926"/>
                  </a:lnTo>
                  <a:lnTo>
                    <a:pt x="0" y="493534"/>
                  </a:lnTo>
                  <a:lnTo>
                    <a:pt x="0" y="0"/>
                  </a:lnTo>
                  <a:close/>
                </a:path>
              </a:pathLst>
            </a:custGeom>
            <a:solidFill>
              <a:srgbClr val="F15F47"/>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41" name="Group 56">
              <a:extLst>
                <a:ext uri="{FF2B5EF4-FFF2-40B4-BE49-F238E27FC236}">
                  <a16:creationId xmlns:a16="http://schemas.microsoft.com/office/drawing/2014/main" id="{6837B2B2-8C9C-B311-520D-90702F5B75AC}"/>
                </a:ext>
              </a:extLst>
            </p:cNvPr>
            <p:cNvGrpSpPr/>
            <p:nvPr/>
          </p:nvGrpSpPr>
          <p:grpSpPr>
            <a:xfrm>
              <a:off x="5725611" y="1709376"/>
              <a:ext cx="345831" cy="381884"/>
              <a:chOff x="7334854" y="3940862"/>
              <a:chExt cx="265610" cy="293300"/>
            </a:xfrm>
          </p:grpSpPr>
          <p:sp>
            <p:nvSpPr>
              <p:cNvPr id="58" name="Freeform: Shape 73">
                <a:extLst>
                  <a:ext uri="{FF2B5EF4-FFF2-40B4-BE49-F238E27FC236}">
                    <a16:creationId xmlns:a16="http://schemas.microsoft.com/office/drawing/2014/main" id="{4F8ECEE0-165C-FF23-CCC2-99C139C5DEAD}"/>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15F47">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9" name="Oval 74">
                <a:extLst>
                  <a:ext uri="{FF2B5EF4-FFF2-40B4-BE49-F238E27FC236}">
                    <a16:creationId xmlns:a16="http://schemas.microsoft.com/office/drawing/2014/main" id="{D9388DB1-3D63-5F15-7AE2-FCFECB1E7626}"/>
                  </a:ext>
                </a:extLst>
              </p:cNvPr>
              <p:cNvSpPr/>
              <p:nvPr/>
            </p:nvSpPr>
            <p:spPr>
              <a:xfrm>
                <a:off x="7334854" y="3940862"/>
                <a:ext cx="265610" cy="147017"/>
              </a:xfrm>
              <a:prstGeom prst="ellipse">
                <a:avLst/>
              </a:prstGeom>
              <a:solidFill>
                <a:srgbClr val="F15F47"/>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42" name="Group 57">
              <a:extLst>
                <a:ext uri="{FF2B5EF4-FFF2-40B4-BE49-F238E27FC236}">
                  <a16:creationId xmlns:a16="http://schemas.microsoft.com/office/drawing/2014/main" id="{4A1CEE3D-E94E-5081-A6DD-7A50D8329887}"/>
                </a:ext>
              </a:extLst>
            </p:cNvPr>
            <p:cNvGrpSpPr/>
            <p:nvPr/>
          </p:nvGrpSpPr>
          <p:grpSpPr>
            <a:xfrm>
              <a:off x="5329302" y="1486774"/>
              <a:ext cx="345831" cy="381884"/>
              <a:chOff x="7334854" y="3940862"/>
              <a:chExt cx="265610" cy="293300"/>
            </a:xfrm>
          </p:grpSpPr>
          <p:sp>
            <p:nvSpPr>
              <p:cNvPr id="56" name="Freeform: Shape 71">
                <a:extLst>
                  <a:ext uri="{FF2B5EF4-FFF2-40B4-BE49-F238E27FC236}">
                    <a16:creationId xmlns:a16="http://schemas.microsoft.com/office/drawing/2014/main" id="{0786C6DD-4FE8-047C-75DC-6AC8DC9CF37F}"/>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15F47">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7" name="Oval 72">
                <a:extLst>
                  <a:ext uri="{FF2B5EF4-FFF2-40B4-BE49-F238E27FC236}">
                    <a16:creationId xmlns:a16="http://schemas.microsoft.com/office/drawing/2014/main" id="{D71D9391-B1C8-BFE0-3729-89FA02F3CB62}"/>
                  </a:ext>
                </a:extLst>
              </p:cNvPr>
              <p:cNvSpPr/>
              <p:nvPr/>
            </p:nvSpPr>
            <p:spPr>
              <a:xfrm>
                <a:off x="7334854" y="3940862"/>
                <a:ext cx="265610" cy="147017"/>
              </a:xfrm>
              <a:prstGeom prst="ellipse">
                <a:avLst/>
              </a:prstGeom>
              <a:solidFill>
                <a:srgbClr val="F15F47"/>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43" name="Group 58">
              <a:extLst>
                <a:ext uri="{FF2B5EF4-FFF2-40B4-BE49-F238E27FC236}">
                  <a16:creationId xmlns:a16="http://schemas.microsoft.com/office/drawing/2014/main" id="{8FBF8DBF-047B-539D-0A72-46918B69A835}"/>
                </a:ext>
              </a:extLst>
            </p:cNvPr>
            <p:cNvGrpSpPr/>
            <p:nvPr/>
          </p:nvGrpSpPr>
          <p:grpSpPr>
            <a:xfrm>
              <a:off x="5329302" y="1905302"/>
              <a:ext cx="345831" cy="381884"/>
              <a:chOff x="7334854" y="3940862"/>
              <a:chExt cx="265610" cy="293300"/>
            </a:xfrm>
          </p:grpSpPr>
          <p:sp>
            <p:nvSpPr>
              <p:cNvPr id="54" name="Freeform: Shape 69">
                <a:extLst>
                  <a:ext uri="{FF2B5EF4-FFF2-40B4-BE49-F238E27FC236}">
                    <a16:creationId xmlns:a16="http://schemas.microsoft.com/office/drawing/2014/main" id="{200B4273-02F0-3447-703F-7FA90249CB54}"/>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15F47">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5" name="Oval 70">
                <a:extLst>
                  <a:ext uri="{FF2B5EF4-FFF2-40B4-BE49-F238E27FC236}">
                    <a16:creationId xmlns:a16="http://schemas.microsoft.com/office/drawing/2014/main" id="{5680EFCE-6DBB-B645-4B07-27861285E3BF}"/>
                  </a:ext>
                </a:extLst>
              </p:cNvPr>
              <p:cNvSpPr/>
              <p:nvPr/>
            </p:nvSpPr>
            <p:spPr>
              <a:xfrm>
                <a:off x="7334854" y="3940862"/>
                <a:ext cx="265610" cy="147017"/>
              </a:xfrm>
              <a:prstGeom prst="ellipse">
                <a:avLst/>
              </a:prstGeom>
              <a:solidFill>
                <a:srgbClr val="F15F47"/>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44" name="Group 59">
              <a:extLst>
                <a:ext uri="{FF2B5EF4-FFF2-40B4-BE49-F238E27FC236}">
                  <a16:creationId xmlns:a16="http://schemas.microsoft.com/office/drawing/2014/main" id="{D97690E4-9A91-63ED-F297-0AC532163A90}"/>
                </a:ext>
              </a:extLst>
            </p:cNvPr>
            <p:cNvGrpSpPr/>
            <p:nvPr/>
          </p:nvGrpSpPr>
          <p:grpSpPr>
            <a:xfrm>
              <a:off x="4932993" y="1709376"/>
              <a:ext cx="345831" cy="381884"/>
              <a:chOff x="7334854" y="3940862"/>
              <a:chExt cx="265610" cy="293300"/>
            </a:xfrm>
          </p:grpSpPr>
          <p:sp>
            <p:nvSpPr>
              <p:cNvPr id="52" name="Freeform: Shape 67">
                <a:extLst>
                  <a:ext uri="{FF2B5EF4-FFF2-40B4-BE49-F238E27FC236}">
                    <a16:creationId xmlns:a16="http://schemas.microsoft.com/office/drawing/2014/main" id="{A91F9464-AD13-3D63-96E6-48CEADCB6083}"/>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15F47">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3" name="Oval 68">
                <a:extLst>
                  <a:ext uri="{FF2B5EF4-FFF2-40B4-BE49-F238E27FC236}">
                    <a16:creationId xmlns:a16="http://schemas.microsoft.com/office/drawing/2014/main" id="{B6E713FB-073E-765B-A8AE-B7136A37D512}"/>
                  </a:ext>
                </a:extLst>
              </p:cNvPr>
              <p:cNvSpPr/>
              <p:nvPr/>
            </p:nvSpPr>
            <p:spPr>
              <a:xfrm>
                <a:off x="7334854" y="3940862"/>
                <a:ext cx="265610" cy="147017"/>
              </a:xfrm>
              <a:prstGeom prst="ellipse">
                <a:avLst/>
              </a:prstGeom>
              <a:solidFill>
                <a:srgbClr val="F15F47"/>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45" name="Group 60">
              <a:extLst>
                <a:ext uri="{FF2B5EF4-FFF2-40B4-BE49-F238E27FC236}">
                  <a16:creationId xmlns:a16="http://schemas.microsoft.com/office/drawing/2014/main" id="{0503F87D-F677-D79B-804E-64504B30EFB5}"/>
                </a:ext>
              </a:extLst>
            </p:cNvPr>
            <p:cNvGrpSpPr/>
            <p:nvPr/>
          </p:nvGrpSpPr>
          <p:grpSpPr>
            <a:xfrm>
              <a:off x="6121921" y="1483751"/>
              <a:ext cx="345831" cy="381884"/>
              <a:chOff x="7334854" y="3940862"/>
              <a:chExt cx="265610" cy="293300"/>
            </a:xfrm>
          </p:grpSpPr>
          <p:sp>
            <p:nvSpPr>
              <p:cNvPr id="50" name="Freeform: Shape 65">
                <a:extLst>
                  <a:ext uri="{FF2B5EF4-FFF2-40B4-BE49-F238E27FC236}">
                    <a16:creationId xmlns:a16="http://schemas.microsoft.com/office/drawing/2014/main" id="{BEC1CCFA-B27E-9936-A94B-B2A9F4D30AD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15F47">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1" name="Oval 66">
                <a:extLst>
                  <a:ext uri="{FF2B5EF4-FFF2-40B4-BE49-F238E27FC236}">
                    <a16:creationId xmlns:a16="http://schemas.microsoft.com/office/drawing/2014/main" id="{C965E346-744A-8946-0C0A-0EBC5D22094F}"/>
                  </a:ext>
                </a:extLst>
              </p:cNvPr>
              <p:cNvSpPr/>
              <p:nvPr/>
            </p:nvSpPr>
            <p:spPr>
              <a:xfrm>
                <a:off x="7334854" y="3940862"/>
                <a:ext cx="265610" cy="147017"/>
              </a:xfrm>
              <a:prstGeom prst="ellipse">
                <a:avLst/>
              </a:prstGeom>
              <a:solidFill>
                <a:srgbClr val="F15F47"/>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nvGrpSpPr>
            <p:cNvPr id="46" name="Group 61">
              <a:extLst>
                <a:ext uri="{FF2B5EF4-FFF2-40B4-BE49-F238E27FC236}">
                  <a16:creationId xmlns:a16="http://schemas.microsoft.com/office/drawing/2014/main" id="{A0AF080B-085C-5127-2C8F-512D1A0A6176}"/>
                </a:ext>
              </a:extLst>
            </p:cNvPr>
            <p:cNvGrpSpPr/>
            <p:nvPr/>
          </p:nvGrpSpPr>
          <p:grpSpPr>
            <a:xfrm>
              <a:off x="5725611" y="1261149"/>
              <a:ext cx="345831" cy="381884"/>
              <a:chOff x="7334854" y="3940862"/>
              <a:chExt cx="265610" cy="293300"/>
            </a:xfrm>
          </p:grpSpPr>
          <p:sp>
            <p:nvSpPr>
              <p:cNvPr id="48" name="Freeform: Shape 63">
                <a:extLst>
                  <a:ext uri="{FF2B5EF4-FFF2-40B4-BE49-F238E27FC236}">
                    <a16:creationId xmlns:a16="http://schemas.microsoft.com/office/drawing/2014/main" id="{F3C9ACCE-AA7F-6345-E599-F8A2C58C27A1}"/>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rgbClr val="F15F47">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9" name="Oval 64">
                <a:extLst>
                  <a:ext uri="{FF2B5EF4-FFF2-40B4-BE49-F238E27FC236}">
                    <a16:creationId xmlns:a16="http://schemas.microsoft.com/office/drawing/2014/main" id="{7E7A1E32-6749-4A4D-04BF-82722850AB65}"/>
                  </a:ext>
                </a:extLst>
              </p:cNvPr>
              <p:cNvSpPr/>
              <p:nvPr/>
            </p:nvSpPr>
            <p:spPr>
              <a:xfrm>
                <a:off x="7334854" y="3940862"/>
                <a:ext cx="265610" cy="147017"/>
              </a:xfrm>
              <a:prstGeom prst="ellipse">
                <a:avLst/>
              </a:prstGeom>
              <a:solidFill>
                <a:srgbClr val="F15F47"/>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47" name="Freeform: Shape 62">
              <a:extLst>
                <a:ext uri="{FF2B5EF4-FFF2-40B4-BE49-F238E27FC236}">
                  <a16:creationId xmlns:a16="http://schemas.microsoft.com/office/drawing/2014/main" id="{8FFBDCD1-0A3C-956B-A608-5FB4BDB0FC4F}"/>
                </a:ext>
              </a:extLst>
            </p:cNvPr>
            <p:cNvSpPr/>
            <p:nvPr/>
          </p:nvSpPr>
          <p:spPr>
            <a:xfrm>
              <a:off x="5502219" y="1774726"/>
              <a:ext cx="1193991" cy="1324437"/>
            </a:xfrm>
            <a:custGeom>
              <a:avLst/>
              <a:gdLst>
                <a:gd name="connsiteX0" fmla="*/ 1193991 w 1193991"/>
                <a:gd name="connsiteY0" fmla="*/ 0 h 1324437"/>
                <a:gd name="connsiteX1" fmla="*/ 1193991 w 1193991"/>
                <a:gd name="connsiteY1" fmla="*/ 642593 h 1324437"/>
                <a:gd name="connsiteX2" fmla="*/ 396309 w 1193991"/>
                <a:gd name="connsiteY2" fmla="*/ 1098812 h 1324437"/>
                <a:gd name="connsiteX3" fmla="*/ 396309 w 1193991"/>
                <a:gd name="connsiteY3" fmla="*/ 1097776 h 1324437"/>
                <a:gd name="connsiteX4" fmla="*/ 0 w 1193991"/>
                <a:gd name="connsiteY4" fmla="*/ 1324437 h 1324437"/>
                <a:gd name="connsiteX5" fmla="*/ 0 w 1193991"/>
                <a:gd name="connsiteY5" fmla="*/ 681844 h 1324437"/>
                <a:gd name="connsiteX6" fmla="*/ 797682 w 1193991"/>
                <a:gd name="connsiteY6" fmla="*/ 225625 h 1324437"/>
                <a:gd name="connsiteX7" fmla="*/ 797682 w 1193991"/>
                <a:gd name="connsiteY7" fmla="*/ 226662 h 1324437"/>
                <a:gd name="connsiteX0" fmla="*/ 1193991 w 1193991"/>
                <a:gd name="connsiteY0" fmla="*/ 0 h 1324437"/>
                <a:gd name="connsiteX1" fmla="*/ 1193991 w 1193991"/>
                <a:gd name="connsiteY1" fmla="*/ 642593 h 1324437"/>
                <a:gd name="connsiteX2" fmla="*/ 396309 w 1193991"/>
                <a:gd name="connsiteY2" fmla="*/ 1098812 h 1324437"/>
                <a:gd name="connsiteX3" fmla="*/ 0 w 1193991"/>
                <a:gd name="connsiteY3" fmla="*/ 1324437 h 1324437"/>
                <a:gd name="connsiteX4" fmla="*/ 0 w 1193991"/>
                <a:gd name="connsiteY4" fmla="*/ 681844 h 1324437"/>
                <a:gd name="connsiteX5" fmla="*/ 797682 w 1193991"/>
                <a:gd name="connsiteY5" fmla="*/ 225625 h 1324437"/>
                <a:gd name="connsiteX6" fmla="*/ 797682 w 1193991"/>
                <a:gd name="connsiteY6" fmla="*/ 226662 h 1324437"/>
                <a:gd name="connsiteX7" fmla="*/ 1193991 w 1193991"/>
                <a:gd name="connsiteY7"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797682 w 1193991"/>
                <a:gd name="connsiteY4" fmla="*/ 225625 h 1324437"/>
                <a:gd name="connsiteX5" fmla="*/ 797682 w 1193991"/>
                <a:gd name="connsiteY5" fmla="*/ 226662 h 1324437"/>
                <a:gd name="connsiteX6" fmla="*/ 1193991 w 1193991"/>
                <a:gd name="connsiteY6"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797682 w 1193991"/>
                <a:gd name="connsiteY4" fmla="*/ 225625 h 1324437"/>
                <a:gd name="connsiteX5" fmla="*/ 1193991 w 1193991"/>
                <a:gd name="connsiteY5" fmla="*/ 0 h 1324437"/>
                <a:gd name="connsiteX0" fmla="*/ 1193991 w 1193991"/>
                <a:gd name="connsiteY0" fmla="*/ 0 h 1324437"/>
                <a:gd name="connsiteX1" fmla="*/ 1193991 w 1193991"/>
                <a:gd name="connsiteY1" fmla="*/ 642593 h 1324437"/>
                <a:gd name="connsiteX2" fmla="*/ 0 w 1193991"/>
                <a:gd name="connsiteY2" fmla="*/ 1324437 h 1324437"/>
                <a:gd name="connsiteX3" fmla="*/ 0 w 1193991"/>
                <a:gd name="connsiteY3" fmla="*/ 681844 h 1324437"/>
                <a:gd name="connsiteX4" fmla="*/ 1193991 w 1193991"/>
                <a:gd name="connsiteY4" fmla="*/ 0 h 1324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3991" h="1324437">
                  <a:moveTo>
                    <a:pt x="1193991" y="0"/>
                  </a:moveTo>
                  <a:lnTo>
                    <a:pt x="1193991" y="642593"/>
                  </a:lnTo>
                  <a:lnTo>
                    <a:pt x="0" y="1324437"/>
                  </a:lnTo>
                  <a:lnTo>
                    <a:pt x="0" y="681844"/>
                  </a:lnTo>
                  <a:lnTo>
                    <a:pt x="1193991" y="0"/>
                  </a:lnTo>
                  <a:close/>
                </a:path>
              </a:pathLst>
            </a:custGeom>
            <a:solidFill>
              <a:srgbClr val="F15F47">
                <a:lumMod val="5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114316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0"/>
                                        <p:tgtEl>
                                          <p:spTgt spid="2"/>
                                        </p:tgtEl>
                                      </p:cBhvr>
                                    </p:animEffect>
                                    <p:anim calcmode="lin" valueType="num">
                                      <p:cBhvr>
                                        <p:cTn id="8" dur="1500" fill="hold"/>
                                        <p:tgtEl>
                                          <p:spTgt spid="2"/>
                                        </p:tgtEl>
                                        <p:attrNameLst>
                                          <p:attrName>ppt_x</p:attrName>
                                        </p:attrNameLst>
                                      </p:cBhvr>
                                      <p:tavLst>
                                        <p:tav tm="0">
                                          <p:val>
                                            <p:strVal val="#ppt_x"/>
                                          </p:val>
                                        </p:tav>
                                        <p:tav tm="100000">
                                          <p:val>
                                            <p:strVal val="#ppt_x"/>
                                          </p:val>
                                        </p:tav>
                                      </p:tavLst>
                                    </p:anim>
                                    <p:anim calcmode="lin" valueType="num">
                                      <p:cBhvr>
                                        <p:cTn id="9" dur="15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1000"/>
                                  </p:stCondLst>
                                  <p:childTnLst>
                                    <p:set>
                                      <p:cBhvr>
                                        <p:cTn id="11" dur="1" fill="hold">
                                          <p:stCondLst>
                                            <p:cond delay="0"/>
                                          </p:stCondLst>
                                        </p:cTn>
                                        <p:tgtEl>
                                          <p:spTgt spid="100"/>
                                        </p:tgtEl>
                                        <p:attrNameLst>
                                          <p:attrName>style.visibility</p:attrName>
                                        </p:attrNameLst>
                                      </p:cBhvr>
                                      <p:to>
                                        <p:strVal val="visible"/>
                                      </p:to>
                                    </p:set>
                                    <p:animEffect transition="in" filter="fade">
                                      <p:cBhvr>
                                        <p:cTn id="12" dur="750"/>
                                        <p:tgtEl>
                                          <p:spTgt spid="100"/>
                                        </p:tgtEl>
                                      </p:cBhvr>
                                    </p:animEffect>
                                  </p:childTnLst>
                                </p:cTn>
                              </p:par>
                              <p:par>
                                <p:cTn id="13" presetID="42" presetClass="entr" presetSubtype="0" fill="hold" nodeType="withEffect">
                                  <p:stCondLst>
                                    <p:cond delay="175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500"/>
                                        <p:tgtEl>
                                          <p:spTgt spid="3"/>
                                        </p:tgtEl>
                                      </p:cBhvr>
                                    </p:animEffect>
                                    <p:anim calcmode="lin" valueType="num">
                                      <p:cBhvr>
                                        <p:cTn id="16" dur="1500" fill="hold"/>
                                        <p:tgtEl>
                                          <p:spTgt spid="3"/>
                                        </p:tgtEl>
                                        <p:attrNameLst>
                                          <p:attrName>ppt_x</p:attrName>
                                        </p:attrNameLst>
                                      </p:cBhvr>
                                      <p:tavLst>
                                        <p:tav tm="0">
                                          <p:val>
                                            <p:strVal val="#ppt_x"/>
                                          </p:val>
                                        </p:tav>
                                        <p:tav tm="100000">
                                          <p:val>
                                            <p:strVal val="#ppt_x"/>
                                          </p:val>
                                        </p:tav>
                                      </p:tavLst>
                                    </p:anim>
                                    <p:anim calcmode="lin" valueType="num">
                                      <p:cBhvr>
                                        <p:cTn id="17" dur="1500" fill="hold"/>
                                        <p:tgtEl>
                                          <p:spTgt spid="3"/>
                                        </p:tgtEl>
                                        <p:attrNameLst>
                                          <p:attrName>ppt_y</p:attrName>
                                        </p:attrNameLst>
                                      </p:cBhvr>
                                      <p:tavLst>
                                        <p:tav tm="0">
                                          <p:val>
                                            <p:strVal val="#ppt_y+.1"/>
                                          </p:val>
                                        </p:tav>
                                        <p:tav tm="100000">
                                          <p:val>
                                            <p:strVal val="#ppt_y"/>
                                          </p:val>
                                        </p:tav>
                                      </p:tavLst>
                                    </p:anim>
                                  </p:childTnLst>
                                </p:cTn>
                              </p:par>
                              <p:par>
                                <p:cTn id="18" presetID="10" presetClass="entr" presetSubtype="0" fill="hold" nodeType="withEffect">
                                  <p:stCondLst>
                                    <p:cond delay="2750"/>
                                  </p:stCondLst>
                                  <p:childTnLst>
                                    <p:set>
                                      <p:cBhvr>
                                        <p:cTn id="19" dur="1" fill="hold">
                                          <p:stCondLst>
                                            <p:cond delay="0"/>
                                          </p:stCondLst>
                                        </p:cTn>
                                        <p:tgtEl>
                                          <p:spTgt spid="99"/>
                                        </p:tgtEl>
                                        <p:attrNameLst>
                                          <p:attrName>style.visibility</p:attrName>
                                        </p:attrNameLst>
                                      </p:cBhvr>
                                      <p:to>
                                        <p:strVal val="visible"/>
                                      </p:to>
                                    </p:set>
                                    <p:animEffect transition="in" filter="fade">
                                      <p:cBhvr>
                                        <p:cTn id="20" dur="750"/>
                                        <p:tgtEl>
                                          <p:spTgt spid="99"/>
                                        </p:tgtEl>
                                      </p:cBhvr>
                                    </p:animEffect>
                                  </p:childTnLst>
                                </p:cTn>
                              </p:par>
                              <p:par>
                                <p:cTn id="21" presetID="42" presetClass="entr" presetSubtype="0" fill="hold" nodeType="withEffect">
                                  <p:stCondLst>
                                    <p:cond delay="35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500"/>
                                        <p:tgtEl>
                                          <p:spTgt spid="7"/>
                                        </p:tgtEl>
                                      </p:cBhvr>
                                    </p:animEffect>
                                    <p:anim calcmode="lin" valueType="num">
                                      <p:cBhvr>
                                        <p:cTn id="24" dur="1500" fill="hold"/>
                                        <p:tgtEl>
                                          <p:spTgt spid="7"/>
                                        </p:tgtEl>
                                        <p:attrNameLst>
                                          <p:attrName>ppt_x</p:attrName>
                                        </p:attrNameLst>
                                      </p:cBhvr>
                                      <p:tavLst>
                                        <p:tav tm="0">
                                          <p:val>
                                            <p:strVal val="#ppt_x"/>
                                          </p:val>
                                        </p:tav>
                                        <p:tav tm="100000">
                                          <p:val>
                                            <p:strVal val="#ppt_x"/>
                                          </p:val>
                                        </p:tav>
                                      </p:tavLst>
                                    </p:anim>
                                    <p:anim calcmode="lin" valueType="num">
                                      <p:cBhvr>
                                        <p:cTn id="25" dur="1500" fill="hold"/>
                                        <p:tgtEl>
                                          <p:spTgt spid="7"/>
                                        </p:tgtEl>
                                        <p:attrNameLst>
                                          <p:attrName>ppt_y</p:attrName>
                                        </p:attrNameLst>
                                      </p:cBhvr>
                                      <p:tavLst>
                                        <p:tav tm="0">
                                          <p:val>
                                            <p:strVal val="#ppt_y+.1"/>
                                          </p:val>
                                        </p:tav>
                                        <p:tav tm="100000">
                                          <p:val>
                                            <p:strVal val="#ppt_y"/>
                                          </p:val>
                                        </p:tav>
                                      </p:tavLst>
                                    </p:anim>
                                  </p:childTnLst>
                                </p:cTn>
                              </p:par>
                              <p:par>
                                <p:cTn id="26" presetID="10" presetClass="entr" presetSubtype="0" fill="hold" nodeType="withEffect">
                                  <p:stCondLst>
                                    <p:cond delay="4500"/>
                                  </p:stCondLst>
                                  <p:childTnLst>
                                    <p:set>
                                      <p:cBhvr>
                                        <p:cTn id="27" dur="1" fill="hold">
                                          <p:stCondLst>
                                            <p:cond delay="0"/>
                                          </p:stCondLst>
                                        </p:cTn>
                                        <p:tgtEl>
                                          <p:spTgt spid="98"/>
                                        </p:tgtEl>
                                        <p:attrNameLst>
                                          <p:attrName>style.visibility</p:attrName>
                                        </p:attrNameLst>
                                      </p:cBhvr>
                                      <p:to>
                                        <p:strVal val="visible"/>
                                      </p:to>
                                    </p:set>
                                    <p:animEffect transition="in" filter="fade">
                                      <p:cBhvr>
                                        <p:cTn id="28" dur="750"/>
                                        <p:tgtEl>
                                          <p:spTgt spid="98"/>
                                        </p:tgtEl>
                                      </p:cBhvr>
                                    </p:animEffect>
                                  </p:childTnLst>
                                </p:cTn>
                              </p:par>
                              <p:par>
                                <p:cTn id="29" presetID="42" presetClass="entr" presetSubtype="0" fill="hold" nodeType="withEffect">
                                  <p:stCondLst>
                                    <p:cond delay="525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1500"/>
                                        <p:tgtEl>
                                          <p:spTgt spid="38"/>
                                        </p:tgtEl>
                                      </p:cBhvr>
                                    </p:animEffect>
                                    <p:anim calcmode="lin" valueType="num">
                                      <p:cBhvr>
                                        <p:cTn id="32" dur="1500" fill="hold"/>
                                        <p:tgtEl>
                                          <p:spTgt spid="38"/>
                                        </p:tgtEl>
                                        <p:attrNameLst>
                                          <p:attrName>ppt_x</p:attrName>
                                        </p:attrNameLst>
                                      </p:cBhvr>
                                      <p:tavLst>
                                        <p:tav tm="0">
                                          <p:val>
                                            <p:strVal val="#ppt_x"/>
                                          </p:val>
                                        </p:tav>
                                        <p:tav tm="100000">
                                          <p:val>
                                            <p:strVal val="#ppt_x"/>
                                          </p:val>
                                        </p:tav>
                                      </p:tavLst>
                                    </p:anim>
                                    <p:anim calcmode="lin" valueType="num">
                                      <p:cBhvr>
                                        <p:cTn id="33" dur="1500" fill="hold"/>
                                        <p:tgtEl>
                                          <p:spTgt spid="38"/>
                                        </p:tgtEl>
                                        <p:attrNameLst>
                                          <p:attrName>ppt_y</p:attrName>
                                        </p:attrNameLst>
                                      </p:cBhvr>
                                      <p:tavLst>
                                        <p:tav tm="0">
                                          <p:val>
                                            <p:strVal val="#ppt_y+.1"/>
                                          </p:val>
                                        </p:tav>
                                        <p:tav tm="100000">
                                          <p:val>
                                            <p:strVal val="#ppt_y"/>
                                          </p:val>
                                        </p:tav>
                                      </p:tavLst>
                                    </p:anim>
                                  </p:childTnLst>
                                </p:cTn>
                              </p:par>
                              <p:par>
                                <p:cTn id="34" presetID="10" presetClass="entr" presetSubtype="0" fill="hold" nodeType="withEffect">
                                  <p:stCondLst>
                                    <p:cond delay="6250"/>
                                  </p:stCondLst>
                                  <p:childTnLst>
                                    <p:set>
                                      <p:cBhvr>
                                        <p:cTn id="35" dur="1" fill="hold">
                                          <p:stCondLst>
                                            <p:cond delay="0"/>
                                          </p:stCondLst>
                                        </p:cTn>
                                        <p:tgtEl>
                                          <p:spTgt spid="97"/>
                                        </p:tgtEl>
                                        <p:attrNameLst>
                                          <p:attrName>style.visibility</p:attrName>
                                        </p:attrNameLst>
                                      </p:cBhvr>
                                      <p:to>
                                        <p:strVal val="visible"/>
                                      </p:to>
                                    </p:set>
                                    <p:animEffect transition="in" filter="fade">
                                      <p:cBhvr>
                                        <p:cTn id="36" dur="75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32199F00-E764-D0F5-246F-584C0622935C}"/>
              </a:ext>
            </a:extLst>
          </p:cNvPr>
          <p:cNvSpPr/>
          <p:nvPr/>
        </p:nvSpPr>
        <p:spPr>
          <a:xfrm>
            <a:off x="0" y="0"/>
            <a:ext cx="12191999" cy="6858000"/>
          </a:xfrm>
          <a:prstGeom prst="rect">
            <a:avLst/>
          </a:prstGeom>
          <a:solidFill>
            <a:sysClr val="window" lastClr="FFFFFF">
              <a:alpha val="49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2" name="Title 1">
            <a:extLst>
              <a:ext uri="{FF2B5EF4-FFF2-40B4-BE49-F238E27FC236}">
                <a16:creationId xmlns:a16="http://schemas.microsoft.com/office/drawing/2014/main" id="{806A4570-41F3-EFD9-A2C5-30A2E82B7269}"/>
              </a:ext>
            </a:extLst>
          </p:cNvPr>
          <p:cNvSpPr>
            <a:spLocks noGrp="1"/>
          </p:cNvSpPr>
          <p:nvPr/>
        </p:nvSpPr>
        <p:spPr>
          <a:xfrm>
            <a:off x="12156" y="19049"/>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SVILUPPI FUTURI</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DALL'ANALISI QUALITATIVA A METRICHE MULTIGRUPPO</a:t>
            </a:r>
          </a:p>
        </p:txBody>
      </p:sp>
      <p:sp>
        <p:nvSpPr>
          <p:cNvPr id="13" name="CasellaDiTesto 12">
            <a:extLst>
              <a:ext uri="{FF2B5EF4-FFF2-40B4-BE49-F238E27FC236}">
                <a16:creationId xmlns:a16="http://schemas.microsoft.com/office/drawing/2014/main" id="{6A32EAD4-15A0-AACE-BD54-0F9C7FABEDAC}"/>
              </a:ext>
            </a:extLst>
          </p:cNvPr>
          <p:cNvSpPr txBox="1"/>
          <p:nvPr/>
        </p:nvSpPr>
        <p:spPr>
          <a:xfrm>
            <a:off x="186580" y="985476"/>
            <a:ext cx="11818837" cy="369332"/>
          </a:xfrm>
          <a:prstGeom prst="rect">
            <a:avLst/>
          </a:prstGeom>
          <a:solidFill>
            <a:sysClr val="window" lastClr="FFFFFF"/>
          </a:solidFill>
          <a:effectLst>
            <a:softEdge rad="127000"/>
          </a:effectLst>
        </p:spPr>
        <p:txBody>
          <a:bodyPr wrap="square">
            <a:spAutoFit/>
          </a:bodyPr>
          <a:lstStyle/>
          <a:p>
            <a:r>
              <a:rPr lang="it-IT" kern="0" dirty="0">
                <a:solidFill>
                  <a:prstClr val="black"/>
                </a:solidFill>
                <a:latin typeface="Calibri" panose="020F0502020204030204" pitchFamily="34" charset="0"/>
                <a:cs typeface="Calibri" panose="020F0502020204030204" pitchFamily="34" charset="0"/>
              </a:rPr>
              <a:t>Si basa sulla ricerca accademica di riferimento: "</a:t>
            </a:r>
            <a:r>
              <a:rPr lang="it-IT" kern="0" dirty="0" err="1">
                <a:solidFill>
                  <a:prstClr val="black"/>
                </a:solidFill>
                <a:latin typeface="Calibri" panose="020F0502020204030204" pitchFamily="34" charset="0"/>
                <a:cs typeface="Calibri" panose="020F0502020204030204" pitchFamily="34" charset="0"/>
              </a:rPr>
              <a:t>Toward</a:t>
            </a:r>
            <a:r>
              <a:rPr lang="it-IT" kern="0" dirty="0">
                <a:solidFill>
                  <a:prstClr val="black"/>
                </a:solidFill>
                <a:latin typeface="Calibri" panose="020F0502020204030204" pitchFamily="34" charset="0"/>
                <a:cs typeface="Calibri" panose="020F0502020204030204" pitchFamily="34" charset="0"/>
              </a:rPr>
              <a:t> a Responsible </a:t>
            </a:r>
            <a:r>
              <a:rPr lang="it-IT" kern="0" dirty="0" err="1">
                <a:solidFill>
                  <a:prstClr val="black"/>
                </a:solidFill>
                <a:latin typeface="Calibri" panose="020F0502020204030204" pitchFamily="34" charset="0"/>
                <a:cs typeface="Calibri" panose="020F0502020204030204" pitchFamily="34" charset="0"/>
              </a:rPr>
              <a:t>Fairness</a:t>
            </a:r>
            <a:r>
              <a:rPr lang="it-IT" kern="0" dirty="0">
                <a:solidFill>
                  <a:prstClr val="black"/>
                </a:solidFill>
                <a:latin typeface="Calibri" panose="020F0502020204030204" pitchFamily="34" charset="0"/>
                <a:cs typeface="Calibri" panose="020F0502020204030204" pitchFamily="34" charset="0"/>
              </a:rPr>
              <a:t> Analysis" (Purificato, </a:t>
            </a:r>
            <a:r>
              <a:rPr lang="it-IT" kern="0" dirty="0" err="1">
                <a:solidFill>
                  <a:prstClr val="black"/>
                </a:solidFill>
                <a:latin typeface="Calibri" panose="020F0502020204030204" pitchFamily="34" charset="0"/>
                <a:cs typeface="Calibri" panose="020F0502020204030204" pitchFamily="34" charset="0"/>
              </a:rPr>
              <a:t>Boratto</a:t>
            </a:r>
            <a:r>
              <a:rPr lang="it-IT" kern="0" dirty="0">
                <a:solidFill>
                  <a:prstClr val="black"/>
                </a:solidFill>
                <a:latin typeface="Calibri" panose="020F0502020204030204" pitchFamily="34" charset="0"/>
                <a:cs typeface="Calibri" panose="020F0502020204030204" pitchFamily="34" charset="0"/>
              </a:rPr>
              <a:t>, De Luca, 2024)</a:t>
            </a:r>
          </a:p>
        </p:txBody>
      </p:sp>
      <p:pic>
        <p:nvPicPr>
          <p:cNvPr id="14" name="Immagine 13">
            <a:extLst>
              <a:ext uri="{FF2B5EF4-FFF2-40B4-BE49-F238E27FC236}">
                <a16:creationId xmlns:a16="http://schemas.microsoft.com/office/drawing/2014/main" id="{F6DB7456-31B8-915C-BF53-872DB36B5A99}"/>
              </a:ext>
            </a:extLst>
          </p:cNvPr>
          <p:cNvPicPr>
            <a:picLocks noChangeAspect="1"/>
          </p:cNvPicPr>
          <p:nvPr/>
        </p:nvPicPr>
        <p:blipFill>
          <a:blip r:embed="rId3"/>
          <a:stretch>
            <a:fillRect/>
          </a:stretch>
        </p:blipFill>
        <p:spPr>
          <a:xfrm>
            <a:off x="5972808" y="2023299"/>
            <a:ext cx="4737003" cy="3871296"/>
          </a:xfrm>
          <a:prstGeom prst="rect">
            <a:avLst/>
          </a:prstGeom>
          <a:effectLst>
            <a:softEdge rad="63500"/>
          </a:effectLst>
        </p:spPr>
      </p:pic>
      <p:grpSp>
        <p:nvGrpSpPr>
          <p:cNvPr id="15" name="Gruppo 14">
            <a:extLst>
              <a:ext uri="{FF2B5EF4-FFF2-40B4-BE49-F238E27FC236}">
                <a16:creationId xmlns:a16="http://schemas.microsoft.com/office/drawing/2014/main" id="{9D537C60-20E6-3BF0-7562-A8B12D58CE1B}"/>
              </a:ext>
            </a:extLst>
          </p:cNvPr>
          <p:cNvGrpSpPr/>
          <p:nvPr/>
        </p:nvGrpSpPr>
        <p:grpSpPr>
          <a:xfrm rot="16200000">
            <a:off x="1495753" y="1772781"/>
            <a:ext cx="108000" cy="566346"/>
            <a:chOff x="895466" y="4229171"/>
            <a:chExt cx="108000" cy="566346"/>
          </a:xfrm>
          <a:solidFill>
            <a:srgbClr val="F24B00"/>
          </a:solidFill>
        </p:grpSpPr>
        <p:cxnSp>
          <p:nvCxnSpPr>
            <p:cNvPr id="16" name="Connettore diritto 15">
              <a:extLst>
                <a:ext uri="{FF2B5EF4-FFF2-40B4-BE49-F238E27FC236}">
                  <a16:creationId xmlns:a16="http://schemas.microsoft.com/office/drawing/2014/main" id="{98E43644-F2B5-FD01-3901-4418E262FA85}"/>
                </a:ext>
              </a:extLst>
            </p:cNvPr>
            <p:cNvCxnSpPr/>
            <p:nvPr/>
          </p:nvCxnSpPr>
          <p:spPr>
            <a:xfrm>
              <a:off x="951662" y="4229171"/>
              <a:ext cx="0" cy="517000"/>
            </a:xfrm>
            <a:prstGeom prst="line">
              <a:avLst/>
            </a:prstGeom>
            <a:grpFill/>
            <a:ln>
              <a:solidFill>
                <a:srgbClr val="F24B00"/>
              </a:solidFill>
            </a:ln>
          </p:spPr>
          <p:style>
            <a:lnRef idx="1">
              <a:schemeClr val="accent1"/>
            </a:lnRef>
            <a:fillRef idx="0">
              <a:schemeClr val="accent1"/>
            </a:fillRef>
            <a:effectRef idx="0">
              <a:schemeClr val="accent1"/>
            </a:effectRef>
            <a:fontRef idx="minor">
              <a:schemeClr val="tx1"/>
            </a:fontRef>
          </p:style>
        </p:cxnSp>
        <p:sp>
          <p:nvSpPr>
            <p:cNvPr id="17" name="Ovale 16">
              <a:extLst>
                <a:ext uri="{FF2B5EF4-FFF2-40B4-BE49-F238E27FC236}">
                  <a16:creationId xmlns:a16="http://schemas.microsoft.com/office/drawing/2014/main" id="{5266B1CE-0F1F-8334-5C30-B84CDA9D695D}"/>
                </a:ext>
              </a:extLst>
            </p:cNvPr>
            <p:cNvSpPr/>
            <p:nvPr/>
          </p:nvSpPr>
          <p:spPr>
            <a:xfrm>
              <a:off x="895466" y="4687517"/>
              <a:ext cx="108000" cy="108000"/>
            </a:xfrm>
            <a:prstGeom prst="ellipse">
              <a:avLst/>
            </a:prstGeom>
            <a:grpFill/>
            <a:ln>
              <a:solidFill>
                <a:srgbClr val="F24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8" name="Gruppo 17">
            <a:extLst>
              <a:ext uri="{FF2B5EF4-FFF2-40B4-BE49-F238E27FC236}">
                <a16:creationId xmlns:a16="http://schemas.microsoft.com/office/drawing/2014/main" id="{8C0D6E35-5972-E800-81E2-AF247ABD01E6}"/>
              </a:ext>
            </a:extLst>
          </p:cNvPr>
          <p:cNvGrpSpPr/>
          <p:nvPr/>
        </p:nvGrpSpPr>
        <p:grpSpPr>
          <a:xfrm>
            <a:off x="186580" y="1515954"/>
            <a:ext cx="1080000" cy="1080000"/>
            <a:chOff x="418012" y="3149171"/>
            <a:chExt cx="1080000" cy="1080000"/>
          </a:xfrm>
        </p:grpSpPr>
        <p:sp>
          <p:nvSpPr>
            <p:cNvPr id="19" name="Ovale 18">
              <a:extLst>
                <a:ext uri="{FF2B5EF4-FFF2-40B4-BE49-F238E27FC236}">
                  <a16:creationId xmlns:a16="http://schemas.microsoft.com/office/drawing/2014/main" id="{AF895FA8-81FE-6136-330D-BE20B582DE40}"/>
                </a:ext>
              </a:extLst>
            </p:cNvPr>
            <p:cNvSpPr/>
            <p:nvPr/>
          </p:nvSpPr>
          <p:spPr>
            <a:xfrm>
              <a:off x="418012" y="3149171"/>
              <a:ext cx="1080000" cy="1080000"/>
            </a:xfrm>
            <a:prstGeom prst="ellipse">
              <a:avLst/>
            </a:prstGeom>
            <a:solidFill>
              <a:srgbClr val="FF7639"/>
            </a:solidFill>
            <a:ln>
              <a:solidFill>
                <a:srgbClr val="FF76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e 19">
              <a:extLst>
                <a:ext uri="{FF2B5EF4-FFF2-40B4-BE49-F238E27FC236}">
                  <a16:creationId xmlns:a16="http://schemas.microsoft.com/office/drawing/2014/main" id="{2204C317-3B76-26A2-7FE0-7976832C3826}"/>
                </a:ext>
              </a:extLst>
            </p:cNvPr>
            <p:cNvSpPr/>
            <p:nvPr/>
          </p:nvSpPr>
          <p:spPr>
            <a:xfrm>
              <a:off x="526012" y="3257171"/>
              <a:ext cx="864000" cy="864000"/>
            </a:xfrm>
            <a:prstGeom prst="ellipse">
              <a:avLst/>
            </a:prstGeom>
            <a:solidFill>
              <a:srgbClr val="FFCFB9"/>
            </a:solidFill>
            <a:ln>
              <a:solidFill>
                <a:srgbClr val="FF76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oup 256">
              <a:extLst>
                <a:ext uri="{FF2B5EF4-FFF2-40B4-BE49-F238E27FC236}">
                  <a16:creationId xmlns:a16="http://schemas.microsoft.com/office/drawing/2014/main" id="{18FEE477-DC56-108F-9F48-FC3264C3ABDC}"/>
                </a:ext>
              </a:extLst>
            </p:cNvPr>
            <p:cNvGrpSpPr/>
            <p:nvPr/>
          </p:nvGrpSpPr>
          <p:grpSpPr>
            <a:xfrm>
              <a:off x="722668" y="3389816"/>
              <a:ext cx="471663" cy="560137"/>
              <a:chOff x="-9139238" y="-603250"/>
              <a:chExt cx="923925" cy="1125538"/>
            </a:xfrm>
            <a:solidFill>
              <a:srgbClr val="FA4D00"/>
            </a:solidFill>
          </p:grpSpPr>
          <p:sp>
            <p:nvSpPr>
              <p:cNvPr id="22" name="Freeform 179">
                <a:extLst>
                  <a:ext uri="{FF2B5EF4-FFF2-40B4-BE49-F238E27FC236}">
                    <a16:creationId xmlns:a16="http://schemas.microsoft.com/office/drawing/2014/main" id="{866977BD-4240-6F6E-2464-3ABE67DA9033}"/>
                  </a:ext>
                </a:extLst>
              </p:cNvPr>
              <p:cNvSpPr>
                <a:spLocks noEditPoints="1"/>
              </p:cNvSpPr>
              <p:nvPr/>
            </p:nvSpPr>
            <p:spPr bwMode="auto">
              <a:xfrm>
                <a:off x="-9139238" y="-603250"/>
                <a:ext cx="923925" cy="1125538"/>
              </a:xfrm>
              <a:custGeom>
                <a:avLst/>
                <a:gdLst/>
                <a:ahLst/>
                <a:cxnLst>
                  <a:cxn ang="0">
                    <a:pos x="307" y="28"/>
                  </a:cxn>
                  <a:cxn ang="0">
                    <a:pos x="314" y="21"/>
                  </a:cxn>
                  <a:cxn ang="0">
                    <a:pos x="329" y="11"/>
                  </a:cxn>
                  <a:cxn ang="0">
                    <a:pos x="345" y="4"/>
                  </a:cxn>
                  <a:cxn ang="0">
                    <a:pos x="363" y="0"/>
                  </a:cxn>
                  <a:cxn ang="0">
                    <a:pos x="1070" y="0"/>
                  </a:cxn>
                  <a:cxn ang="0">
                    <a:pos x="1080" y="0"/>
                  </a:cxn>
                  <a:cxn ang="0">
                    <a:pos x="1098" y="4"/>
                  </a:cxn>
                  <a:cxn ang="0">
                    <a:pos x="1114" y="11"/>
                  </a:cxn>
                  <a:cxn ang="0">
                    <a:pos x="1130" y="22"/>
                  </a:cxn>
                  <a:cxn ang="0">
                    <a:pos x="1142" y="35"/>
                  </a:cxn>
                  <a:cxn ang="0">
                    <a:pos x="1153" y="50"/>
                  </a:cxn>
                  <a:cxn ang="0">
                    <a:pos x="1160" y="67"/>
                  </a:cxn>
                  <a:cxn ang="0">
                    <a:pos x="1164" y="85"/>
                  </a:cxn>
                  <a:cxn ang="0">
                    <a:pos x="1164" y="1324"/>
                  </a:cxn>
                  <a:cxn ang="0">
                    <a:pos x="1164" y="1334"/>
                  </a:cxn>
                  <a:cxn ang="0">
                    <a:pos x="1160" y="1352"/>
                  </a:cxn>
                  <a:cxn ang="0">
                    <a:pos x="1153" y="1369"/>
                  </a:cxn>
                  <a:cxn ang="0">
                    <a:pos x="1142" y="1384"/>
                  </a:cxn>
                  <a:cxn ang="0">
                    <a:pos x="1130" y="1397"/>
                  </a:cxn>
                  <a:cxn ang="0">
                    <a:pos x="1114" y="1408"/>
                  </a:cxn>
                  <a:cxn ang="0">
                    <a:pos x="1098" y="1415"/>
                  </a:cxn>
                  <a:cxn ang="0">
                    <a:pos x="1080" y="1419"/>
                  </a:cxn>
                  <a:cxn ang="0">
                    <a:pos x="95" y="1419"/>
                  </a:cxn>
                  <a:cxn ang="0">
                    <a:pos x="85" y="1419"/>
                  </a:cxn>
                  <a:cxn ang="0">
                    <a:pos x="67" y="1415"/>
                  </a:cxn>
                  <a:cxn ang="0">
                    <a:pos x="50" y="1408"/>
                  </a:cxn>
                  <a:cxn ang="0">
                    <a:pos x="35" y="1397"/>
                  </a:cxn>
                  <a:cxn ang="0">
                    <a:pos x="23" y="1384"/>
                  </a:cxn>
                  <a:cxn ang="0">
                    <a:pos x="11" y="1369"/>
                  </a:cxn>
                  <a:cxn ang="0">
                    <a:pos x="5" y="1352"/>
                  </a:cxn>
                  <a:cxn ang="0">
                    <a:pos x="0" y="1334"/>
                  </a:cxn>
                  <a:cxn ang="0">
                    <a:pos x="0" y="373"/>
                  </a:cxn>
                  <a:cxn ang="0">
                    <a:pos x="0" y="364"/>
                  </a:cxn>
                  <a:cxn ang="0">
                    <a:pos x="5" y="345"/>
                  </a:cxn>
                  <a:cxn ang="0">
                    <a:pos x="11" y="328"/>
                  </a:cxn>
                  <a:cxn ang="0">
                    <a:pos x="21" y="313"/>
                  </a:cxn>
                  <a:cxn ang="0">
                    <a:pos x="28" y="306"/>
                  </a:cxn>
                  <a:cxn ang="0">
                    <a:pos x="100" y="399"/>
                  </a:cxn>
                  <a:cxn ang="0">
                    <a:pos x="1065" y="1319"/>
                  </a:cxn>
                  <a:cxn ang="0">
                    <a:pos x="416" y="100"/>
                  </a:cxn>
                  <a:cxn ang="0">
                    <a:pos x="416" y="323"/>
                  </a:cxn>
                  <a:cxn ang="0">
                    <a:pos x="409" y="353"/>
                  </a:cxn>
                  <a:cxn ang="0">
                    <a:pos x="394" y="377"/>
                  </a:cxn>
                  <a:cxn ang="0">
                    <a:pos x="369" y="393"/>
                  </a:cxn>
                  <a:cxn ang="0">
                    <a:pos x="338" y="399"/>
                  </a:cxn>
                  <a:cxn ang="0">
                    <a:pos x="144" y="333"/>
                  </a:cxn>
                  <a:cxn ang="0">
                    <a:pos x="338" y="333"/>
                  </a:cxn>
                  <a:cxn ang="0">
                    <a:pos x="347" y="330"/>
                  </a:cxn>
                  <a:cxn ang="0">
                    <a:pos x="350" y="323"/>
                  </a:cxn>
                  <a:cxn ang="0">
                    <a:pos x="144" y="333"/>
                  </a:cxn>
                </a:cxnLst>
                <a:rect l="0" t="0" r="r" b="b"/>
                <a:pathLst>
                  <a:path w="1164" h="1419">
                    <a:moveTo>
                      <a:pt x="28" y="306"/>
                    </a:moveTo>
                    <a:lnTo>
                      <a:pt x="307" y="28"/>
                    </a:lnTo>
                    <a:lnTo>
                      <a:pt x="307" y="28"/>
                    </a:lnTo>
                    <a:lnTo>
                      <a:pt x="314" y="21"/>
                    </a:lnTo>
                    <a:lnTo>
                      <a:pt x="322" y="15"/>
                    </a:lnTo>
                    <a:lnTo>
                      <a:pt x="329" y="11"/>
                    </a:lnTo>
                    <a:lnTo>
                      <a:pt x="337" y="7"/>
                    </a:lnTo>
                    <a:lnTo>
                      <a:pt x="345" y="4"/>
                    </a:lnTo>
                    <a:lnTo>
                      <a:pt x="355" y="1"/>
                    </a:lnTo>
                    <a:lnTo>
                      <a:pt x="363" y="0"/>
                    </a:lnTo>
                    <a:lnTo>
                      <a:pt x="373" y="0"/>
                    </a:lnTo>
                    <a:lnTo>
                      <a:pt x="1070" y="0"/>
                    </a:lnTo>
                    <a:lnTo>
                      <a:pt x="1070" y="0"/>
                    </a:lnTo>
                    <a:lnTo>
                      <a:pt x="1080" y="0"/>
                    </a:lnTo>
                    <a:lnTo>
                      <a:pt x="1089" y="1"/>
                    </a:lnTo>
                    <a:lnTo>
                      <a:pt x="1098" y="4"/>
                    </a:lnTo>
                    <a:lnTo>
                      <a:pt x="1106" y="7"/>
                    </a:lnTo>
                    <a:lnTo>
                      <a:pt x="1114" y="11"/>
                    </a:lnTo>
                    <a:lnTo>
                      <a:pt x="1123" y="17"/>
                    </a:lnTo>
                    <a:lnTo>
                      <a:pt x="1130" y="22"/>
                    </a:lnTo>
                    <a:lnTo>
                      <a:pt x="1137" y="28"/>
                    </a:lnTo>
                    <a:lnTo>
                      <a:pt x="1142" y="35"/>
                    </a:lnTo>
                    <a:lnTo>
                      <a:pt x="1148" y="42"/>
                    </a:lnTo>
                    <a:lnTo>
                      <a:pt x="1153" y="50"/>
                    </a:lnTo>
                    <a:lnTo>
                      <a:pt x="1157" y="58"/>
                    </a:lnTo>
                    <a:lnTo>
                      <a:pt x="1160" y="67"/>
                    </a:lnTo>
                    <a:lnTo>
                      <a:pt x="1163" y="75"/>
                    </a:lnTo>
                    <a:lnTo>
                      <a:pt x="1164" y="85"/>
                    </a:lnTo>
                    <a:lnTo>
                      <a:pt x="1164" y="94"/>
                    </a:lnTo>
                    <a:lnTo>
                      <a:pt x="1164" y="1324"/>
                    </a:lnTo>
                    <a:lnTo>
                      <a:pt x="1164" y="1324"/>
                    </a:lnTo>
                    <a:lnTo>
                      <a:pt x="1164" y="1334"/>
                    </a:lnTo>
                    <a:lnTo>
                      <a:pt x="1163" y="1344"/>
                    </a:lnTo>
                    <a:lnTo>
                      <a:pt x="1160" y="1352"/>
                    </a:lnTo>
                    <a:lnTo>
                      <a:pt x="1157" y="1361"/>
                    </a:lnTo>
                    <a:lnTo>
                      <a:pt x="1153" y="1369"/>
                    </a:lnTo>
                    <a:lnTo>
                      <a:pt x="1148" y="1377"/>
                    </a:lnTo>
                    <a:lnTo>
                      <a:pt x="1142" y="1384"/>
                    </a:lnTo>
                    <a:lnTo>
                      <a:pt x="1137" y="1391"/>
                    </a:lnTo>
                    <a:lnTo>
                      <a:pt x="1130" y="1397"/>
                    </a:lnTo>
                    <a:lnTo>
                      <a:pt x="1123" y="1402"/>
                    </a:lnTo>
                    <a:lnTo>
                      <a:pt x="1114" y="1408"/>
                    </a:lnTo>
                    <a:lnTo>
                      <a:pt x="1106" y="1412"/>
                    </a:lnTo>
                    <a:lnTo>
                      <a:pt x="1098" y="1415"/>
                    </a:lnTo>
                    <a:lnTo>
                      <a:pt x="1089" y="1417"/>
                    </a:lnTo>
                    <a:lnTo>
                      <a:pt x="1080" y="1419"/>
                    </a:lnTo>
                    <a:lnTo>
                      <a:pt x="1070" y="1419"/>
                    </a:lnTo>
                    <a:lnTo>
                      <a:pt x="95" y="1419"/>
                    </a:lnTo>
                    <a:lnTo>
                      <a:pt x="95" y="1419"/>
                    </a:lnTo>
                    <a:lnTo>
                      <a:pt x="85" y="1419"/>
                    </a:lnTo>
                    <a:lnTo>
                      <a:pt x="75" y="1417"/>
                    </a:lnTo>
                    <a:lnTo>
                      <a:pt x="67" y="1415"/>
                    </a:lnTo>
                    <a:lnTo>
                      <a:pt x="59" y="1412"/>
                    </a:lnTo>
                    <a:lnTo>
                      <a:pt x="50" y="1408"/>
                    </a:lnTo>
                    <a:lnTo>
                      <a:pt x="42" y="1402"/>
                    </a:lnTo>
                    <a:lnTo>
                      <a:pt x="35" y="1397"/>
                    </a:lnTo>
                    <a:lnTo>
                      <a:pt x="28" y="1391"/>
                    </a:lnTo>
                    <a:lnTo>
                      <a:pt x="23" y="1384"/>
                    </a:lnTo>
                    <a:lnTo>
                      <a:pt x="17" y="1377"/>
                    </a:lnTo>
                    <a:lnTo>
                      <a:pt x="11" y="1369"/>
                    </a:lnTo>
                    <a:lnTo>
                      <a:pt x="7" y="1361"/>
                    </a:lnTo>
                    <a:lnTo>
                      <a:pt x="5" y="1352"/>
                    </a:lnTo>
                    <a:lnTo>
                      <a:pt x="2" y="1344"/>
                    </a:lnTo>
                    <a:lnTo>
                      <a:pt x="0" y="1334"/>
                    </a:lnTo>
                    <a:lnTo>
                      <a:pt x="0" y="1324"/>
                    </a:lnTo>
                    <a:lnTo>
                      <a:pt x="0" y="373"/>
                    </a:lnTo>
                    <a:lnTo>
                      <a:pt x="0" y="373"/>
                    </a:lnTo>
                    <a:lnTo>
                      <a:pt x="0" y="364"/>
                    </a:lnTo>
                    <a:lnTo>
                      <a:pt x="2" y="355"/>
                    </a:lnTo>
                    <a:lnTo>
                      <a:pt x="5" y="345"/>
                    </a:lnTo>
                    <a:lnTo>
                      <a:pt x="7" y="337"/>
                    </a:lnTo>
                    <a:lnTo>
                      <a:pt x="11" y="328"/>
                    </a:lnTo>
                    <a:lnTo>
                      <a:pt x="16" y="321"/>
                    </a:lnTo>
                    <a:lnTo>
                      <a:pt x="21" y="313"/>
                    </a:lnTo>
                    <a:lnTo>
                      <a:pt x="28" y="306"/>
                    </a:lnTo>
                    <a:lnTo>
                      <a:pt x="28" y="306"/>
                    </a:lnTo>
                    <a:close/>
                    <a:moveTo>
                      <a:pt x="338" y="399"/>
                    </a:moveTo>
                    <a:lnTo>
                      <a:pt x="100" y="399"/>
                    </a:lnTo>
                    <a:lnTo>
                      <a:pt x="100" y="1319"/>
                    </a:lnTo>
                    <a:lnTo>
                      <a:pt x="1065" y="1319"/>
                    </a:lnTo>
                    <a:lnTo>
                      <a:pt x="1065" y="100"/>
                    </a:lnTo>
                    <a:lnTo>
                      <a:pt x="416" y="100"/>
                    </a:lnTo>
                    <a:lnTo>
                      <a:pt x="416" y="323"/>
                    </a:lnTo>
                    <a:lnTo>
                      <a:pt x="416" y="323"/>
                    </a:lnTo>
                    <a:lnTo>
                      <a:pt x="415" y="338"/>
                    </a:lnTo>
                    <a:lnTo>
                      <a:pt x="409" y="353"/>
                    </a:lnTo>
                    <a:lnTo>
                      <a:pt x="402" y="366"/>
                    </a:lnTo>
                    <a:lnTo>
                      <a:pt x="394" y="377"/>
                    </a:lnTo>
                    <a:lnTo>
                      <a:pt x="381" y="387"/>
                    </a:lnTo>
                    <a:lnTo>
                      <a:pt x="369" y="393"/>
                    </a:lnTo>
                    <a:lnTo>
                      <a:pt x="354" y="398"/>
                    </a:lnTo>
                    <a:lnTo>
                      <a:pt x="338" y="399"/>
                    </a:lnTo>
                    <a:lnTo>
                      <a:pt x="338" y="399"/>
                    </a:lnTo>
                    <a:close/>
                    <a:moveTo>
                      <a:pt x="144" y="333"/>
                    </a:moveTo>
                    <a:lnTo>
                      <a:pt x="338" y="333"/>
                    </a:lnTo>
                    <a:lnTo>
                      <a:pt x="338" y="333"/>
                    </a:lnTo>
                    <a:lnTo>
                      <a:pt x="343" y="333"/>
                    </a:lnTo>
                    <a:lnTo>
                      <a:pt x="347" y="330"/>
                    </a:lnTo>
                    <a:lnTo>
                      <a:pt x="348" y="327"/>
                    </a:lnTo>
                    <a:lnTo>
                      <a:pt x="350" y="323"/>
                    </a:lnTo>
                    <a:lnTo>
                      <a:pt x="350" y="126"/>
                    </a:lnTo>
                    <a:lnTo>
                      <a:pt x="144" y="333"/>
                    </a:lnTo>
                    <a:lnTo>
                      <a:pt x="144" y="33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3" name="Freeform 180">
                <a:extLst>
                  <a:ext uri="{FF2B5EF4-FFF2-40B4-BE49-F238E27FC236}">
                    <a16:creationId xmlns:a16="http://schemas.microsoft.com/office/drawing/2014/main" id="{7000573D-7E2A-8832-3E69-25403D8DD6A9}"/>
                  </a:ext>
                </a:extLst>
              </p:cNvPr>
              <p:cNvSpPr>
                <a:spLocks noEditPoints="1"/>
              </p:cNvSpPr>
              <p:nvPr/>
            </p:nvSpPr>
            <p:spPr bwMode="auto">
              <a:xfrm>
                <a:off x="-9007475" y="-347662"/>
                <a:ext cx="658812" cy="695325"/>
              </a:xfrm>
              <a:custGeom>
                <a:avLst/>
                <a:gdLst/>
                <a:ahLst/>
                <a:cxnLst>
                  <a:cxn ang="0">
                    <a:pos x="282" y="794"/>
                  </a:cxn>
                  <a:cxn ang="0">
                    <a:pos x="232" y="850"/>
                  </a:cxn>
                  <a:cxn ang="0">
                    <a:pos x="149" y="876"/>
                  </a:cxn>
                  <a:cxn ang="0">
                    <a:pos x="54" y="841"/>
                  </a:cxn>
                  <a:cxn ang="0">
                    <a:pos x="7" y="769"/>
                  </a:cxn>
                  <a:cxn ang="0">
                    <a:pos x="7" y="681"/>
                  </a:cxn>
                  <a:cxn ang="0">
                    <a:pos x="52" y="610"/>
                  </a:cxn>
                  <a:cxn ang="0">
                    <a:pos x="126" y="575"/>
                  </a:cxn>
                  <a:cxn ang="0">
                    <a:pos x="88" y="455"/>
                  </a:cxn>
                  <a:cxn ang="0">
                    <a:pos x="163" y="399"/>
                  </a:cxn>
                  <a:cxn ang="0">
                    <a:pos x="250" y="250"/>
                  </a:cxn>
                  <a:cxn ang="0">
                    <a:pos x="415" y="138"/>
                  </a:cxn>
                  <a:cxn ang="0">
                    <a:pos x="454" y="10"/>
                  </a:cxn>
                  <a:cxn ang="0">
                    <a:pos x="805" y="2"/>
                  </a:cxn>
                  <a:cxn ang="0">
                    <a:pos x="831" y="34"/>
                  </a:cxn>
                  <a:cxn ang="0">
                    <a:pos x="817" y="294"/>
                  </a:cxn>
                  <a:cxn ang="0">
                    <a:pos x="763" y="388"/>
                  </a:cxn>
                  <a:cxn ang="0">
                    <a:pos x="760" y="423"/>
                  </a:cxn>
                  <a:cxn ang="0">
                    <a:pos x="727" y="581"/>
                  </a:cxn>
                  <a:cxn ang="0">
                    <a:pos x="787" y="618"/>
                  </a:cxn>
                  <a:cxn ang="0">
                    <a:pos x="830" y="710"/>
                  </a:cxn>
                  <a:cxn ang="0">
                    <a:pos x="813" y="797"/>
                  </a:cxn>
                  <a:cxn ang="0">
                    <a:pos x="753" y="858"/>
                  </a:cxn>
                  <a:cxn ang="0">
                    <a:pos x="666" y="875"/>
                  </a:cxn>
                  <a:cxn ang="0">
                    <a:pos x="576" y="832"/>
                  </a:cxn>
                  <a:cxn ang="0">
                    <a:pos x="539" y="767"/>
                  </a:cxn>
                  <a:cxn ang="0">
                    <a:pos x="429" y="815"/>
                  </a:cxn>
                  <a:cxn ang="0">
                    <a:pos x="410" y="749"/>
                  </a:cxn>
                  <a:cxn ang="0">
                    <a:pos x="336" y="228"/>
                  </a:cxn>
                  <a:cxn ang="0">
                    <a:pos x="238" y="341"/>
                  </a:cxn>
                  <a:cxn ang="0">
                    <a:pos x="235" y="480"/>
                  </a:cxn>
                  <a:cxn ang="0">
                    <a:pos x="248" y="516"/>
                  </a:cxn>
                  <a:cxn ang="0">
                    <a:pos x="219" y="592"/>
                  </a:cxn>
                  <a:cxn ang="0">
                    <a:pos x="270" y="636"/>
                  </a:cxn>
                  <a:cxn ang="0">
                    <a:pos x="410" y="704"/>
                  </a:cxn>
                  <a:cxn ang="0">
                    <a:pos x="428" y="638"/>
                  </a:cxn>
                  <a:cxn ang="0">
                    <a:pos x="537" y="685"/>
                  </a:cxn>
                  <a:cxn ang="0">
                    <a:pos x="576" y="618"/>
                  </a:cxn>
                  <a:cxn ang="0">
                    <a:pos x="647" y="578"/>
                  </a:cxn>
                  <a:cxn ang="0">
                    <a:pos x="598" y="419"/>
                  </a:cxn>
                  <a:cxn ang="0">
                    <a:pos x="666" y="302"/>
                  </a:cxn>
                  <a:cxn ang="0">
                    <a:pos x="453" y="290"/>
                  </a:cxn>
                  <a:cxn ang="0">
                    <a:pos x="764" y="67"/>
                  </a:cxn>
                  <a:cxn ang="0">
                    <a:pos x="741" y="665"/>
                  </a:cxn>
                  <a:cxn ang="0">
                    <a:pos x="681" y="641"/>
                  </a:cxn>
                  <a:cxn ang="0">
                    <a:pos x="623" y="665"/>
                  </a:cxn>
                  <a:cxn ang="0">
                    <a:pos x="598" y="733"/>
                  </a:cxn>
                  <a:cxn ang="0">
                    <a:pos x="649" y="803"/>
                  </a:cxn>
                  <a:cxn ang="0">
                    <a:pos x="698" y="808"/>
                  </a:cxn>
                  <a:cxn ang="0">
                    <a:pos x="759" y="758"/>
                  </a:cxn>
                  <a:cxn ang="0">
                    <a:pos x="759" y="692"/>
                  </a:cxn>
                  <a:cxn ang="0">
                    <a:pos x="181" y="647"/>
                  </a:cxn>
                  <a:cxn ang="0">
                    <a:pos x="133" y="642"/>
                  </a:cxn>
                  <a:cxn ang="0">
                    <a:pos x="72" y="692"/>
                  </a:cxn>
                  <a:cxn ang="0">
                    <a:pos x="72" y="758"/>
                  </a:cxn>
                  <a:cxn ang="0">
                    <a:pos x="133" y="808"/>
                  </a:cxn>
                  <a:cxn ang="0">
                    <a:pos x="181" y="803"/>
                  </a:cxn>
                  <a:cxn ang="0">
                    <a:pos x="232" y="733"/>
                  </a:cxn>
                  <a:cxn ang="0">
                    <a:pos x="207" y="665"/>
                  </a:cxn>
                </a:cxnLst>
                <a:rect l="0" t="0" r="r" b="b"/>
                <a:pathLst>
                  <a:path w="831" h="876">
                    <a:moveTo>
                      <a:pt x="410" y="749"/>
                    </a:moveTo>
                    <a:lnTo>
                      <a:pt x="296" y="749"/>
                    </a:lnTo>
                    <a:lnTo>
                      <a:pt x="296" y="749"/>
                    </a:lnTo>
                    <a:lnTo>
                      <a:pt x="295" y="761"/>
                    </a:lnTo>
                    <a:lnTo>
                      <a:pt x="291" y="772"/>
                    </a:lnTo>
                    <a:lnTo>
                      <a:pt x="286" y="783"/>
                    </a:lnTo>
                    <a:lnTo>
                      <a:pt x="282" y="794"/>
                    </a:lnTo>
                    <a:lnTo>
                      <a:pt x="277" y="804"/>
                    </a:lnTo>
                    <a:lnTo>
                      <a:pt x="270" y="814"/>
                    </a:lnTo>
                    <a:lnTo>
                      <a:pt x="263" y="823"/>
                    </a:lnTo>
                    <a:lnTo>
                      <a:pt x="255" y="832"/>
                    </a:lnTo>
                    <a:lnTo>
                      <a:pt x="255" y="832"/>
                    </a:lnTo>
                    <a:lnTo>
                      <a:pt x="243" y="841"/>
                    </a:lnTo>
                    <a:lnTo>
                      <a:pt x="232" y="850"/>
                    </a:lnTo>
                    <a:lnTo>
                      <a:pt x="220" y="858"/>
                    </a:lnTo>
                    <a:lnTo>
                      <a:pt x="207" y="864"/>
                    </a:lnTo>
                    <a:lnTo>
                      <a:pt x="194" y="869"/>
                    </a:lnTo>
                    <a:lnTo>
                      <a:pt x="180" y="873"/>
                    </a:lnTo>
                    <a:lnTo>
                      <a:pt x="165" y="875"/>
                    </a:lnTo>
                    <a:lnTo>
                      <a:pt x="149" y="876"/>
                    </a:lnTo>
                    <a:lnTo>
                      <a:pt x="149" y="876"/>
                    </a:lnTo>
                    <a:lnTo>
                      <a:pt x="134" y="875"/>
                    </a:lnTo>
                    <a:lnTo>
                      <a:pt x="119" y="873"/>
                    </a:lnTo>
                    <a:lnTo>
                      <a:pt x="105" y="869"/>
                    </a:lnTo>
                    <a:lnTo>
                      <a:pt x="91" y="864"/>
                    </a:lnTo>
                    <a:lnTo>
                      <a:pt x="77" y="858"/>
                    </a:lnTo>
                    <a:lnTo>
                      <a:pt x="66" y="850"/>
                    </a:lnTo>
                    <a:lnTo>
                      <a:pt x="54" y="841"/>
                    </a:lnTo>
                    <a:lnTo>
                      <a:pt x="44" y="832"/>
                    </a:lnTo>
                    <a:lnTo>
                      <a:pt x="44" y="832"/>
                    </a:lnTo>
                    <a:lnTo>
                      <a:pt x="34" y="821"/>
                    </a:lnTo>
                    <a:lnTo>
                      <a:pt x="25" y="810"/>
                    </a:lnTo>
                    <a:lnTo>
                      <a:pt x="18" y="797"/>
                    </a:lnTo>
                    <a:lnTo>
                      <a:pt x="11" y="783"/>
                    </a:lnTo>
                    <a:lnTo>
                      <a:pt x="7" y="769"/>
                    </a:lnTo>
                    <a:lnTo>
                      <a:pt x="2" y="755"/>
                    </a:lnTo>
                    <a:lnTo>
                      <a:pt x="1" y="740"/>
                    </a:lnTo>
                    <a:lnTo>
                      <a:pt x="0" y="725"/>
                    </a:lnTo>
                    <a:lnTo>
                      <a:pt x="0" y="725"/>
                    </a:lnTo>
                    <a:lnTo>
                      <a:pt x="1" y="710"/>
                    </a:lnTo>
                    <a:lnTo>
                      <a:pt x="2" y="695"/>
                    </a:lnTo>
                    <a:lnTo>
                      <a:pt x="7" y="681"/>
                    </a:lnTo>
                    <a:lnTo>
                      <a:pt x="11" y="667"/>
                    </a:lnTo>
                    <a:lnTo>
                      <a:pt x="18" y="653"/>
                    </a:lnTo>
                    <a:lnTo>
                      <a:pt x="25" y="641"/>
                    </a:lnTo>
                    <a:lnTo>
                      <a:pt x="34" y="629"/>
                    </a:lnTo>
                    <a:lnTo>
                      <a:pt x="44" y="618"/>
                    </a:lnTo>
                    <a:lnTo>
                      <a:pt x="44" y="618"/>
                    </a:lnTo>
                    <a:lnTo>
                      <a:pt x="52" y="610"/>
                    </a:lnTo>
                    <a:lnTo>
                      <a:pt x="61" y="603"/>
                    </a:lnTo>
                    <a:lnTo>
                      <a:pt x="70" y="596"/>
                    </a:lnTo>
                    <a:lnTo>
                      <a:pt x="81" y="591"/>
                    </a:lnTo>
                    <a:lnTo>
                      <a:pt x="91" y="586"/>
                    </a:lnTo>
                    <a:lnTo>
                      <a:pt x="102" y="582"/>
                    </a:lnTo>
                    <a:lnTo>
                      <a:pt x="115" y="578"/>
                    </a:lnTo>
                    <a:lnTo>
                      <a:pt x="126" y="575"/>
                    </a:lnTo>
                    <a:lnTo>
                      <a:pt x="84" y="483"/>
                    </a:lnTo>
                    <a:lnTo>
                      <a:pt x="84" y="483"/>
                    </a:lnTo>
                    <a:lnTo>
                      <a:pt x="81" y="477"/>
                    </a:lnTo>
                    <a:lnTo>
                      <a:pt x="80" y="471"/>
                    </a:lnTo>
                    <a:lnTo>
                      <a:pt x="81" y="465"/>
                    </a:lnTo>
                    <a:lnTo>
                      <a:pt x="84" y="459"/>
                    </a:lnTo>
                    <a:lnTo>
                      <a:pt x="88" y="455"/>
                    </a:lnTo>
                    <a:lnTo>
                      <a:pt x="94" y="451"/>
                    </a:lnTo>
                    <a:lnTo>
                      <a:pt x="101" y="449"/>
                    </a:lnTo>
                    <a:lnTo>
                      <a:pt x="109" y="451"/>
                    </a:lnTo>
                    <a:lnTo>
                      <a:pt x="147" y="459"/>
                    </a:lnTo>
                    <a:lnTo>
                      <a:pt x="147" y="459"/>
                    </a:lnTo>
                    <a:lnTo>
                      <a:pt x="153" y="429"/>
                    </a:lnTo>
                    <a:lnTo>
                      <a:pt x="163" y="399"/>
                    </a:lnTo>
                    <a:lnTo>
                      <a:pt x="174" y="372"/>
                    </a:lnTo>
                    <a:lnTo>
                      <a:pt x="187" y="344"/>
                    </a:lnTo>
                    <a:lnTo>
                      <a:pt x="201" y="319"/>
                    </a:lnTo>
                    <a:lnTo>
                      <a:pt x="216" y="294"/>
                    </a:lnTo>
                    <a:lnTo>
                      <a:pt x="232" y="271"/>
                    </a:lnTo>
                    <a:lnTo>
                      <a:pt x="250" y="250"/>
                    </a:lnTo>
                    <a:lnTo>
                      <a:pt x="250" y="250"/>
                    </a:lnTo>
                    <a:lnTo>
                      <a:pt x="270" y="228"/>
                    </a:lnTo>
                    <a:lnTo>
                      <a:pt x="292" y="208"/>
                    </a:lnTo>
                    <a:lnTo>
                      <a:pt x="316" y="190"/>
                    </a:lnTo>
                    <a:lnTo>
                      <a:pt x="339" y="174"/>
                    </a:lnTo>
                    <a:lnTo>
                      <a:pt x="364" y="160"/>
                    </a:lnTo>
                    <a:lnTo>
                      <a:pt x="389" y="147"/>
                    </a:lnTo>
                    <a:lnTo>
                      <a:pt x="415" y="138"/>
                    </a:lnTo>
                    <a:lnTo>
                      <a:pt x="443" y="131"/>
                    </a:lnTo>
                    <a:lnTo>
                      <a:pt x="443" y="34"/>
                    </a:lnTo>
                    <a:lnTo>
                      <a:pt x="443" y="34"/>
                    </a:lnTo>
                    <a:lnTo>
                      <a:pt x="444" y="27"/>
                    </a:lnTo>
                    <a:lnTo>
                      <a:pt x="446" y="21"/>
                    </a:lnTo>
                    <a:lnTo>
                      <a:pt x="450" y="16"/>
                    </a:lnTo>
                    <a:lnTo>
                      <a:pt x="454" y="10"/>
                    </a:lnTo>
                    <a:lnTo>
                      <a:pt x="460" y="6"/>
                    </a:lnTo>
                    <a:lnTo>
                      <a:pt x="465" y="3"/>
                    </a:lnTo>
                    <a:lnTo>
                      <a:pt x="472" y="2"/>
                    </a:lnTo>
                    <a:lnTo>
                      <a:pt x="479" y="0"/>
                    </a:lnTo>
                    <a:lnTo>
                      <a:pt x="798" y="0"/>
                    </a:lnTo>
                    <a:lnTo>
                      <a:pt x="798" y="0"/>
                    </a:lnTo>
                    <a:lnTo>
                      <a:pt x="805" y="2"/>
                    </a:lnTo>
                    <a:lnTo>
                      <a:pt x="810" y="3"/>
                    </a:lnTo>
                    <a:lnTo>
                      <a:pt x="817" y="6"/>
                    </a:lnTo>
                    <a:lnTo>
                      <a:pt x="821" y="10"/>
                    </a:lnTo>
                    <a:lnTo>
                      <a:pt x="825" y="16"/>
                    </a:lnTo>
                    <a:lnTo>
                      <a:pt x="828" y="21"/>
                    </a:lnTo>
                    <a:lnTo>
                      <a:pt x="831" y="27"/>
                    </a:lnTo>
                    <a:lnTo>
                      <a:pt x="831" y="34"/>
                    </a:lnTo>
                    <a:lnTo>
                      <a:pt x="831" y="266"/>
                    </a:lnTo>
                    <a:lnTo>
                      <a:pt x="831" y="266"/>
                    </a:lnTo>
                    <a:lnTo>
                      <a:pt x="831" y="273"/>
                    </a:lnTo>
                    <a:lnTo>
                      <a:pt x="828" y="279"/>
                    </a:lnTo>
                    <a:lnTo>
                      <a:pt x="825" y="284"/>
                    </a:lnTo>
                    <a:lnTo>
                      <a:pt x="821" y="290"/>
                    </a:lnTo>
                    <a:lnTo>
                      <a:pt x="817" y="294"/>
                    </a:lnTo>
                    <a:lnTo>
                      <a:pt x="810" y="297"/>
                    </a:lnTo>
                    <a:lnTo>
                      <a:pt x="805" y="300"/>
                    </a:lnTo>
                    <a:lnTo>
                      <a:pt x="798" y="300"/>
                    </a:lnTo>
                    <a:lnTo>
                      <a:pt x="692" y="300"/>
                    </a:lnTo>
                    <a:lnTo>
                      <a:pt x="692" y="300"/>
                    </a:lnTo>
                    <a:lnTo>
                      <a:pt x="697" y="302"/>
                    </a:lnTo>
                    <a:lnTo>
                      <a:pt x="763" y="388"/>
                    </a:lnTo>
                    <a:lnTo>
                      <a:pt x="763" y="388"/>
                    </a:lnTo>
                    <a:lnTo>
                      <a:pt x="767" y="393"/>
                    </a:lnTo>
                    <a:lnTo>
                      <a:pt x="769" y="399"/>
                    </a:lnTo>
                    <a:lnTo>
                      <a:pt x="770" y="405"/>
                    </a:lnTo>
                    <a:lnTo>
                      <a:pt x="769" y="412"/>
                    </a:lnTo>
                    <a:lnTo>
                      <a:pt x="766" y="417"/>
                    </a:lnTo>
                    <a:lnTo>
                      <a:pt x="760" y="423"/>
                    </a:lnTo>
                    <a:lnTo>
                      <a:pt x="753" y="426"/>
                    </a:lnTo>
                    <a:lnTo>
                      <a:pt x="745" y="427"/>
                    </a:lnTo>
                    <a:lnTo>
                      <a:pt x="704" y="427"/>
                    </a:lnTo>
                    <a:lnTo>
                      <a:pt x="704" y="575"/>
                    </a:lnTo>
                    <a:lnTo>
                      <a:pt x="704" y="575"/>
                    </a:lnTo>
                    <a:lnTo>
                      <a:pt x="716" y="578"/>
                    </a:lnTo>
                    <a:lnTo>
                      <a:pt x="727" y="581"/>
                    </a:lnTo>
                    <a:lnTo>
                      <a:pt x="738" y="585"/>
                    </a:lnTo>
                    <a:lnTo>
                      <a:pt x="749" y="591"/>
                    </a:lnTo>
                    <a:lnTo>
                      <a:pt x="759" y="596"/>
                    </a:lnTo>
                    <a:lnTo>
                      <a:pt x="770" y="603"/>
                    </a:lnTo>
                    <a:lnTo>
                      <a:pt x="778" y="610"/>
                    </a:lnTo>
                    <a:lnTo>
                      <a:pt x="787" y="618"/>
                    </a:lnTo>
                    <a:lnTo>
                      <a:pt x="787" y="618"/>
                    </a:lnTo>
                    <a:lnTo>
                      <a:pt x="796" y="629"/>
                    </a:lnTo>
                    <a:lnTo>
                      <a:pt x="806" y="641"/>
                    </a:lnTo>
                    <a:lnTo>
                      <a:pt x="813" y="653"/>
                    </a:lnTo>
                    <a:lnTo>
                      <a:pt x="820" y="667"/>
                    </a:lnTo>
                    <a:lnTo>
                      <a:pt x="824" y="681"/>
                    </a:lnTo>
                    <a:lnTo>
                      <a:pt x="828" y="695"/>
                    </a:lnTo>
                    <a:lnTo>
                      <a:pt x="830" y="710"/>
                    </a:lnTo>
                    <a:lnTo>
                      <a:pt x="831" y="725"/>
                    </a:lnTo>
                    <a:lnTo>
                      <a:pt x="831" y="725"/>
                    </a:lnTo>
                    <a:lnTo>
                      <a:pt x="830" y="740"/>
                    </a:lnTo>
                    <a:lnTo>
                      <a:pt x="828" y="755"/>
                    </a:lnTo>
                    <a:lnTo>
                      <a:pt x="824" y="769"/>
                    </a:lnTo>
                    <a:lnTo>
                      <a:pt x="820" y="783"/>
                    </a:lnTo>
                    <a:lnTo>
                      <a:pt x="813" y="797"/>
                    </a:lnTo>
                    <a:lnTo>
                      <a:pt x="806" y="810"/>
                    </a:lnTo>
                    <a:lnTo>
                      <a:pt x="796" y="821"/>
                    </a:lnTo>
                    <a:lnTo>
                      <a:pt x="787" y="832"/>
                    </a:lnTo>
                    <a:lnTo>
                      <a:pt x="787" y="832"/>
                    </a:lnTo>
                    <a:lnTo>
                      <a:pt x="777" y="841"/>
                    </a:lnTo>
                    <a:lnTo>
                      <a:pt x="764" y="850"/>
                    </a:lnTo>
                    <a:lnTo>
                      <a:pt x="753" y="858"/>
                    </a:lnTo>
                    <a:lnTo>
                      <a:pt x="740" y="864"/>
                    </a:lnTo>
                    <a:lnTo>
                      <a:pt x="726" y="869"/>
                    </a:lnTo>
                    <a:lnTo>
                      <a:pt x="712" y="873"/>
                    </a:lnTo>
                    <a:lnTo>
                      <a:pt x="697" y="875"/>
                    </a:lnTo>
                    <a:lnTo>
                      <a:pt x="681" y="876"/>
                    </a:lnTo>
                    <a:lnTo>
                      <a:pt x="681" y="876"/>
                    </a:lnTo>
                    <a:lnTo>
                      <a:pt x="666" y="875"/>
                    </a:lnTo>
                    <a:lnTo>
                      <a:pt x="651" y="873"/>
                    </a:lnTo>
                    <a:lnTo>
                      <a:pt x="637" y="869"/>
                    </a:lnTo>
                    <a:lnTo>
                      <a:pt x="623" y="864"/>
                    </a:lnTo>
                    <a:lnTo>
                      <a:pt x="611" y="858"/>
                    </a:lnTo>
                    <a:lnTo>
                      <a:pt x="598" y="850"/>
                    </a:lnTo>
                    <a:lnTo>
                      <a:pt x="587" y="841"/>
                    </a:lnTo>
                    <a:lnTo>
                      <a:pt x="576" y="832"/>
                    </a:lnTo>
                    <a:lnTo>
                      <a:pt x="576" y="832"/>
                    </a:lnTo>
                    <a:lnTo>
                      <a:pt x="568" y="822"/>
                    </a:lnTo>
                    <a:lnTo>
                      <a:pt x="559" y="812"/>
                    </a:lnTo>
                    <a:lnTo>
                      <a:pt x="552" y="803"/>
                    </a:lnTo>
                    <a:lnTo>
                      <a:pt x="547" y="790"/>
                    </a:lnTo>
                    <a:lnTo>
                      <a:pt x="541" y="779"/>
                    </a:lnTo>
                    <a:lnTo>
                      <a:pt x="539" y="767"/>
                    </a:lnTo>
                    <a:lnTo>
                      <a:pt x="534" y="754"/>
                    </a:lnTo>
                    <a:lnTo>
                      <a:pt x="533" y="742"/>
                    </a:lnTo>
                    <a:lnTo>
                      <a:pt x="446" y="808"/>
                    </a:lnTo>
                    <a:lnTo>
                      <a:pt x="446" y="808"/>
                    </a:lnTo>
                    <a:lnTo>
                      <a:pt x="442" y="812"/>
                    </a:lnTo>
                    <a:lnTo>
                      <a:pt x="436" y="815"/>
                    </a:lnTo>
                    <a:lnTo>
                      <a:pt x="429" y="815"/>
                    </a:lnTo>
                    <a:lnTo>
                      <a:pt x="424" y="814"/>
                    </a:lnTo>
                    <a:lnTo>
                      <a:pt x="418" y="811"/>
                    </a:lnTo>
                    <a:lnTo>
                      <a:pt x="414" y="807"/>
                    </a:lnTo>
                    <a:lnTo>
                      <a:pt x="411" y="800"/>
                    </a:lnTo>
                    <a:lnTo>
                      <a:pt x="410" y="790"/>
                    </a:lnTo>
                    <a:lnTo>
                      <a:pt x="410" y="749"/>
                    </a:lnTo>
                    <a:lnTo>
                      <a:pt x="410" y="749"/>
                    </a:lnTo>
                    <a:close/>
                    <a:moveTo>
                      <a:pt x="443" y="176"/>
                    </a:moveTo>
                    <a:lnTo>
                      <a:pt x="443" y="176"/>
                    </a:lnTo>
                    <a:lnTo>
                      <a:pt x="421" y="183"/>
                    </a:lnTo>
                    <a:lnTo>
                      <a:pt x="399" y="192"/>
                    </a:lnTo>
                    <a:lnTo>
                      <a:pt x="377" y="203"/>
                    </a:lnTo>
                    <a:lnTo>
                      <a:pt x="357" y="215"/>
                    </a:lnTo>
                    <a:lnTo>
                      <a:pt x="336" y="228"/>
                    </a:lnTo>
                    <a:lnTo>
                      <a:pt x="318" y="243"/>
                    </a:lnTo>
                    <a:lnTo>
                      <a:pt x="300" y="261"/>
                    </a:lnTo>
                    <a:lnTo>
                      <a:pt x="282" y="279"/>
                    </a:lnTo>
                    <a:lnTo>
                      <a:pt x="282" y="279"/>
                    </a:lnTo>
                    <a:lnTo>
                      <a:pt x="267" y="298"/>
                    </a:lnTo>
                    <a:lnTo>
                      <a:pt x="252" y="319"/>
                    </a:lnTo>
                    <a:lnTo>
                      <a:pt x="238" y="341"/>
                    </a:lnTo>
                    <a:lnTo>
                      <a:pt x="225" y="365"/>
                    </a:lnTo>
                    <a:lnTo>
                      <a:pt x="214" y="390"/>
                    </a:lnTo>
                    <a:lnTo>
                      <a:pt x="205" y="415"/>
                    </a:lnTo>
                    <a:lnTo>
                      <a:pt x="196" y="441"/>
                    </a:lnTo>
                    <a:lnTo>
                      <a:pt x="189" y="469"/>
                    </a:lnTo>
                    <a:lnTo>
                      <a:pt x="235" y="480"/>
                    </a:lnTo>
                    <a:lnTo>
                      <a:pt x="235" y="480"/>
                    </a:lnTo>
                    <a:lnTo>
                      <a:pt x="243" y="483"/>
                    </a:lnTo>
                    <a:lnTo>
                      <a:pt x="248" y="487"/>
                    </a:lnTo>
                    <a:lnTo>
                      <a:pt x="252" y="492"/>
                    </a:lnTo>
                    <a:lnTo>
                      <a:pt x="253" y="498"/>
                    </a:lnTo>
                    <a:lnTo>
                      <a:pt x="253" y="503"/>
                    </a:lnTo>
                    <a:lnTo>
                      <a:pt x="250" y="510"/>
                    </a:lnTo>
                    <a:lnTo>
                      <a:pt x="248" y="516"/>
                    </a:lnTo>
                    <a:lnTo>
                      <a:pt x="243" y="520"/>
                    </a:lnTo>
                    <a:lnTo>
                      <a:pt x="176" y="577"/>
                    </a:lnTo>
                    <a:lnTo>
                      <a:pt x="176" y="577"/>
                    </a:lnTo>
                    <a:lnTo>
                      <a:pt x="187" y="580"/>
                    </a:lnTo>
                    <a:lnTo>
                      <a:pt x="198" y="582"/>
                    </a:lnTo>
                    <a:lnTo>
                      <a:pt x="209" y="586"/>
                    </a:lnTo>
                    <a:lnTo>
                      <a:pt x="219" y="592"/>
                    </a:lnTo>
                    <a:lnTo>
                      <a:pt x="228" y="598"/>
                    </a:lnTo>
                    <a:lnTo>
                      <a:pt x="238" y="603"/>
                    </a:lnTo>
                    <a:lnTo>
                      <a:pt x="246" y="610"/>
                    </a:lnTo>
                    <a:lnTo>
                      <a:pt x="255" y="618"/>
                    </a:lnTo>
                    <a:lnTo>
                      <a:pt x="255" y="618"/>
                    </a:lnTo>
                    <a:lnTo>
                      <a:pt x="263" y="627"/>
                    </a:lnTo>
                    <a:lnTo>
                      <a:pt x="270" y="636"/>
                    </a:lnTo>
                    <a:lnTo>
                      <a:pt x="277" y="646"/>
                    </a:lnTo>
                    <a:lnTo>
                      <a:pt x="282" y="657"/>
                    </a:lnTo>
                    <a:lnTo>
                      <a:pt x="288" y="668"/>
                    </a:lnTo>
                    <a:lnTo>
                      <a:pt x="292" y="679"/>
                    </a:lnTo>
                    <a:lnTo>
                      <a:pt x="295" y="692"/>
                    </a:lnTo>
                    <a:lnTo>
                      <a:pt x="298" y="704"/>
                    </a:lnTo>
                    <a:lnTo>
                      <a:pt x="410" y="704"/>
                    </a:lnTo>
                    <a:lnTo>
                      <a:pt x="410" y="660"/>
                    </a:lnTo>
                    <a:lnTo>
                      <a:pt x="410" y="660"/>
                    </a:lnTo>
                    <a:lnTo>
                      <a:pt x="411" y="652"/>
                    </a:lnTo>
                    <a:lnTo>
                      <a:pt x="414" y="646"/>
                    </a:lnTo>
                    <a:lnTo>
                      <a:pt x="418" y="642"/>
                    </a:lnTo>
                    <a:lnTo>
                      <a:pt x="422" y="639"/>
                    </a:lnTo>
                    <a:lnTo>
                      <a:pt x="428" y="638"/>
                    </a:lnTo>
                    <a:lnTo>
                      <a:pt x="435" y="638"/>
                    </a:lnTo>
                    <a:lnTo>
                      <a:pt x="440" y="641"/>
                    </a:lnTo>
                    <a:lnTo>
                      <a:pt x="446" y="643"/>
                    </a:lnTo>
                    <a:lnTo>
                      <a:pt x="533" y="711"/>
                    </a:lnTo>
                    <a:lnTo>
                      <a:pt x="533" y="711"/>
                    </a:lnTo>
                    <a:lnTo>
                      <a:pt x="534" y="697"/>
                    </a:lnTo>
                    <a:lnTo>
                      <a:pt x="537" y="685"/>
                    </a:lnTo>
                    <a:lnTo>
                      <a:pt x="541" y="672"/>
                    </a:lnTo>
                    <a:lnTo>
                      <a:pt x="547" y="660"/>
                    </a:lnTo>
                    <a:lnTo>
                      <a:pt x="552" y="649"/>
                    </a:lnTo>
                    <a:lnTo>
                      <a:pt x="559" y="638"/>
                    </a:lnTo>
                    <a:lnTo>
                      <a:pt x="568" y="628"/>
                    </a:lnTo>
                    <a:lnTo>
                      <a:pt x="576" y="618"/>
                    </a:lnTo>
                    <a:lnTo>
                      <a:pt x="576" y="618"/>
                    </a:lnTo>
                    <a:lnTo>
                      <a:pt x="584" y="610"/>
                    </a:lnTo>
                    <a:lnTo>
                      <a:pt x="594" y="603"/>
                    </a:lnTo>
                    <a:lnTo>
                      <a:pt x="604" y="596"/>
                    </a:lnTo>
                    <a:lnTo>
                      <a:pt x="613" y="591"/>
                    </a:lnTo>
                    <a:lnTo>
                      <a:pt x="625" y="585"/>
                    </a:lnTo>
                    <a:lnTo>
                      <a:pt x="636" y="581"/>
                    </a:lnTo>
                    <a:lnTo>
                      <a:pt x="647" y="578"/>
                    </a:lnTo>
                    <a:lnTo>
                      <a:pt x="659" y="575"/>
                    </a:lnTo>
                    <a:lnTo>
                      <a:pt x="659" y="427"/>
                    </a:lnTo>
                    <a:lnTo>
                      <a:pt x="616" y="427"/>
                    </a:lnTo>
                    <a:lnTo>
                      <a:pt x="616" y="427"/>
                    </a:lnTo>
                    <a:lnTo>
                      <a:pt x="608" y="426"/>
                    </a:lnTo>
                    <a:lnTo>
                      <a:pt x="602" y="423"/>
                    </a:lnTo>
                    <a:lnTo>
                      <a:pt x="598" y="419"/>
                    </a:lnTo>
                    <a:lnTo>
                      <a:pt x="595" y="413"/>
                    </a:lnTo>
                    <a:lnTo>
                      <a:pt x="594" y="406"/>
                    </a:lnTo>
                    <a:lnTo>
                      <a:pt x="594" y="399"/>
                    </a:lnTo>
                    <a:lnTo>
                      <a:pt x="595" y="394"/>
                    </a:lnTo>
                    <a:lnTo>
                      <a:pt x="600" y="388"/>
                    </a:lnTo>
                    <a:lnTo>
                      <a:pt x="666" y="302"/>
                    </a:lnTo>
                    <a:lnTo>
                      <a:pt x="666" y="302"/>
                    </a:lnTo>
                    <a:lnTo>
                      <a:pt x="669" y="300"/>
                    </a:lnTo>
                    <a:lnTo>
                      <a:pt x="476" y="300"/>
                    </a:lnTo>
                    <a:lnTo>
                      <a:pt x="476" y="300"/>
                    </a:lnTo>
                    <a:lnTo>
                      <a:pt x="469" y="298"/>
                    </a:lnTo>
                    <a:lnTo>
                      <a:pt x="464" y="297"/>
                    </a:lnTo>
                    <a:lnTo>
                      <a:pt x="457" y="294"/>
                    </a:lnTo>
                    <a:lnTo>
                      <a:pt x="453" y="290"/>
                    </a:lnTo>
                    <a:lnTo>
                      <a:pt x="449" y="286"/>
                    </a:lnTo>
                    <a:lnTo>
                      <a:pt x="446" y="280"/>
                    </a:lnTo>
                    <a:lnTo>
                      <a:pt x="443" y="273"/>
                    </a:lnTo>
                    <a:lnTo>
                      <a:pt x="443" y="266"/>
                    </a:lnTo>
                    <a:lnTo>
                      <a:pt x="443" y="176"/>
                    </a:lnTo>
                    <a:lnTo>
                      <a:pt x="443" y="176"/>
                    </a:lnTo>
                    <a:close/>
                    <a:moveTo>
                      <a:pt x="764" y="67"/>
                    </a:moveTo>
                    <a:lnTo>
                      <a:pt x="510" y="67"/>
                    </a:lnTo>
                    <a:lnTo>
                      <a:pt x="510" y="233"/>
                    </a:lnTo>
                    <a:lnTo>
                      <a:pt x="764" y="233"/>
                    </a:lnTo>
                    <a:lnTo>
                      <a:pt x="764" y="67"/>
                    </a:lnTo>
                    <a:lnTo>
                      <a:pt x="764" y="67"/>
                    </a:lnTo>
                    <a:close/>
                    <a:moveTo>
                      <a:pt x="741" y="665"/>
                    </a:moveTo>
                    <a:lnTo>
                      <a:pt x="741" y="665"/>
                    </a:lnTo>
                    <a:lnTo>
                      <a:pt x="728" y="656"/>
                    </a:lnTo>
                    <a:lnTo>
                      <a:pt x="715" y="647"/>
                    </a:lnTo>
                    <a:lnTo>
                      <a:pt x="706" y="645"/>
                    </a:lnTo>
                    <a:lnTo>
                      <a:pt x="698" y="642"/>
                    </a:lnTo>
                    <a:lnTo>
                      <a:pt x="690" y="641"/>
                    </a:lnTo>
                    <a:lnTo>
                      <a:pt x="681" y="641"/>
                    </a:lnTo>
                    <a:lnTo>
                      <a:pt x="681" y="641"/>
                    </a:lnTo>
                    <a:lnTo>
                      <a:pt x="673" y="641"/>
                    </a:lnTo>
                    <a:lnTo>
                      <a:pt x="665" y="642"/>
                    </a:lnTo>
                    <a:lnTo>
                      <a:pt x="656" y="645"/>
                    </a:lnTo>
                    <a:lnTo>
                      <a:pt x="649" y="647"/>
                    </a:lnTo>
                    <a:lnTo>
                      <a:pt x="634" y="656"/>
                    </a:lnTo>
                    <a:lnTo>
                      <a:pt x="623" y="665"/>
                    </a:lnTo>
                    <a:lnTo>
                      <a:pt x="623" y="665"/>
                    </a:lnTo>
                    <a:lnTo>
                      <a:pt x="612" y="678"/>
                    </a:lnTo>
                    <a:lnTo>
                      <a:pt x="605" y="692"/>
                    </a:lnTo>
                    <a:lnTo>
                      <a:pt x="600" y="708"/>
                    </a:lnTo>
                    <a:lnTo>
                      <a:pt x="598" y="717"/>
                    </a:lnTo>
                    <a:lnTo>
                      <a:pt x="598" y="725"/>
                    </a:lnTo>
                    <a:lnTo>
                      <a:pt x="598" y="725"/>
                    </a:lnTo>
                    <a:lnTo>
                      <a:pt x="598" y="733"/>
                    </a:lnTo>
                    <a:lnTo>
                      <a:pt x="600" y="742"/>
                    </a:lnTo>
                    <a:lnTo>
                      <a:pt x="605" y="758"/>
                    </a:lnTo>
                    <a:lnTo>
                      <a:pt x="612" y="772"/>
                    </a:lnTo>
                    <a:lnTo>
                      <a:pt x="623" y="785"/>
                    </a:lnTo>
                    <a:lnTo>
                      <a:pt x="623" y="785"/>
                    </a:lnTo>
                    <a:lnTo>
                      <a:pt x="634" y="796"/>
                    </a:lnTo>
                    <a:lnTo>
                      <a:pt x="649" y="803"/>
                    </a:lnTo>
                    <a:lnTo>
                      <a:pt x="656" y="805"/>
                    </a:lnTo>
                    <a:lnTo>
                      <a:pt x="665" y="808"/>
                    </a:lnTo>
                    <a:lnTo>
                      <a:pt x="673" y="810"/>
                    </a:lnTo>
                    <a:lnTo>
                      <a:pt x="681" y="810"/>
                    </a:lnTo>
                    <a:lnTo>
                      <a:pt x="681" y="810"/>
                    </a:lnTo>
                    <a:lnTo>
                      <a:pt x="690" y="810"/>
                    </a:lnTo>
                    <a:lnTo>
                      <a:pt x="698" y="808"/>
                    </a:lnTo>
                    <a:lnTo>
                      <a:pt x="706" y="805"/>
                    </a:lnTo>
                    <a:lnTo>
                      <a:pt x="715" y="803"/>
                    </a:lnTo>
                    <a:lnTo>
                      <a:pt x="728" y="796"/>
                    </a:lnTo>
                    <a:lnTo>
                      <a:pt x="741" y="785"/>
                    </a:lnTo>
                    <a:lnTo>
                      <a:pt x="741" y="785"/>
                    </a:lnTo>
                    <a:lnTo>
                      <a:pt x="751" y="772"/>
                    </a:lnTo>
                    <a:lnTo>
                      <a:pt x="759" y="758"/>
                    </a:lnTo>
                    <a:lnTo>
                      <a:pt x="763" y="742"/>
                    </a:lnTo>
                    <a:lnTo>
                      <a:pt x="764" y="733"/>
                    </a:lnTo>
                    <a:lnTo>
                      <a:pt x="764" y="725"/>
                    </a:lnTo>
                    <a:lnTo>
                      <a:pt x="764" y="725"/>
                    </a:lnTo>
                    <a:lnTo>
                      <a:pt x="764" y="717"/>
                    </a:lnTo>
                    <a:lnTo>
                      <a:pt x="763" y="708"/>
                    </a:lnTo>
                    <a:lnTo>
                      <a:pt x="759" y="692"/>
                    </a:lnTo>
                    <a:lnTo>
                      <a:pt x="751" y="678"/>
                    </a:lnTo>
                    <a:lnTo>
                      <a:pt x="741" y="665"/>
                    </a:lnTo>
                    <a:lnTo>
                      <a:pt x="741" y="665"/>
                    </a:lnTo>
                    <a:close/>
                    <a:moveTo>
                      <a:pt x="207" y="665"/>
                    </a:moveTo>
                    <a:lnTo>
                      <a:pt x="207" y="665"/>
                    </a:lnTo>
                    <a:lnTo>
                      <a:pt x="196" y="656"/>
                    </a:lnTo>
                    <a:lnTo>
                      <a:pt x="181" y="647"/>
                    </a:lnTo>
                    <a:lnTo>
                      <a:pt x="174" y="645"/>
                    </a:lnTo>
                    <a:lnTo>
                      <a:pt x="166" y="642"/>
                    </a:lnTo>
                    <a:lnTo>
                      <a:pt x="158" y="641"/>
                    </a:lnTo>
                    <a:lnTo>
                      <a:pt x="149" y="641"/>
                    </a:lnTo>
                    <a:lnTo>
                      <a:pt x="149" y="641"/>
                    </a:lnTo>
                    <a:lnTo>
                      <a:pt x="141" y="641"/>
                    </a:lnTo>
                    <a:lnTo>
                      <a:pt x="133" y="642"/>
                    </a:lnTo>
                    <a:lnTo>
                      <a:pt x="124" y="645"/>
                    </a:lnTo>
                    <a:lnTo>
                      <a:pt x="116" y="647"/>
                    </a:lnTo>
                    <a:lnTo>
                      <a:pt x="102" y="656"/>
                    </a:lnTo>
                    <a:lnTo>
                      <a:pt x="90" y="665"/>
                    </a:lnTo>
                    <a:lnTo>
                      <a:pt x="90" y="665"/>
                    </a:lnTo>
                    <a:lnTo>
                      <a:pt x="80" y="678"/>
                    </a:lnTo>
                    <a:lnTo>
                      <a:pt x="72" y="692"/>
                    </a:lnTo>
                    <a:lnTo>
                      <a:pt x="68" y="708"/>
                    </a:lnTo>
                    <a:lnTo>
                      <a:pt x="66" y="717"/>
                    </a:lnTo>
                    <a:lnTo>
                      <a:pt x="66" y="725"/>
                    </a:lnTo>
                    <a:lnTo>
                      <a:pt x="66" y="725"/>
                    </a:lnTo>
                    <a:lnTo>
                      <a:pt x="66" y="733"/>
                    </a:lnTo>
                    <a:lnTo>
                      <a:pt x="68" y="742"/>
                    </a:lnTo>
                    <a:lnTo>
                      <a:pt x="72" y="758"/>
                    </a:lnTo>
                    <a:lnTo>
                      <a:pt x="80" y="772"/>
                    </a:lnTo>
                    <a:lnTo>
                      <a:pt x="90" y="785"/>
                    </a:lnTo>
                    <a:lnTo>
                      <a:pt x="90" y="785"/>
                    </a:lnTo>
                    <a:lnTo>
                      <a:pt x="102" y="796"/>
                    </a:lnTo>
                    <a:lnTo>
                      <a:pt x="116" y="803"/>
                    </a:lnTo>
                    <a:lnTo>
                      <a:pt x="124" y="805"/>
                    </a:lnTo>
                    <a:lnTo>
                      <a:pt x="133" y="808"/>
                    </a:lnTo>
                    <a:lnTo>
                      <a:pt x="141" y="810"/>
                    </a:lnTo>
                    <a:lnTo>
                      <a:pt x="149" y="810"/>
                    </a:lnTo>
                    <a:lnTo>
                      <a:pt x="149" y="810"/>
                    </a:lnTo>
                    <a:lnTo>
                      <a:pt x="158" y="810"/>
                    </a:lnTo>
                    <a:lnTo>
                      <a:pt x="166" y="808"/>
                    </a:lnTo>
                    <a:lnTo>
                      <a:pt x="174" y="805"/>
                    </a:lnTo>
                    <a:lnTo>
                      <a:pt x="181" y="803"/>
                    </a:lnTo>
                    <a:lnTo>
                      <a:pt x="196" y="796"/>
                    </a:lnTo>
                    <a:lnTo>
                      <a:pt x="207" y="785"/>
                    </a:lnTo>
                    <a:lnTo>
                      <a:pt x="207" y="785"/>
                    </a:lnTo>
                    <a:lnTo>
                      <a:pt x="219" y="772"/>
                    </a:lnTo>
                    <a:lnTo>
                      <a:pt x="225" y="758"/>
                    </a:lnTo>
                    <a:lnTo>
                      <a:pt x="231" y="742"/>
                    </a:lnTo>
                    <a:lnTo>
                      <a:pt x="232" y="733"/>
                    </a:lnTo>
                    <a:lnTo>
                      <a:pt x="232" y="725"/>
                    </a:lnTo>
                    <a:lnTo>
                      <a:pt x="232" y="725"/>
                    </a:lnTo>
                    <a:lnTo>
                      <a:pt x="232" y="717"/>
                    </a:lnTo>
                    <a:lnTo>
                      <a:pt x="231" y="708"/>
                    </a:lnTo>
                    <a:lnTo>
                      <a:pt x="225" y="692"/>
                    </a:lnTo>
                    <a:lnTo>
                      <a:pt x="219" y="678"/>
                    </a:lnTo>
                    <a:lnTo>
                      <a:pt x="207" y="665"/>
                    </a:lnTo>
                    <a:lnTo>
                      <a:pt x="207" y="66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grpSp>
        <p:nvGrpSpPr>
          <p:cNvPr id="24" name="Gruppo 23">
            <a:extLst>
              <a:ext uri="{FF2B5EF4-FFF2-40B4-BE49-F238E27FC236}">
                <a16:creationId xmlns:a16="http://schemas.microsoft.com/office/drawing/2014/main" id="{BBDF5AC2-A42E-5995-93BF-39CB02036A13}"/>
              </a:ext>
            </a:extLst>
          </p:cNvPr>
          <p:cNvGrpSpPr/>
          <p:nvPr/>
        </p:nvGrpSpPr>
        <p:grpSpPr>
          <a:xfrm rot="16200000">
            <a:off x="1490441" y="3085397"/>
            <a:ext cx="108000" cy="566346"/>
            <a:chOff x="904012" y="4229171"/>
            <a:chExt cx="108000" cy="566346"/>
          </a:xfrm>
          <a:solidFill>
            <a:srgbClr val="B40040"/>
          </a:solidFill>
        </p:grpSpPr>
        <p:cxnSp>
          <p:nvCxnSpPr>
            <p:cNvPr id="25" name="Connettore diritto 24">
              <a:extLst>
                <a:ext uri="{FF2B5EF4-FFF2-40B4-BE49-F238E27FC236}">
                  <a16:creationId xmlns:a16="http://schemas.microsoft.com/office/drawing/2014/main" id="{4B05AFDB-D75F-FB80-5C77-CE1E6B286024}"/>
                </a:ext>
              </a:extLst>
            </p:cNvPr>
            <p:cNvCxnSpPr/>
            <p:nvPr/>
          </p:nvCxnSpPr>
          <p:spPr>
            <a:xfrm>
              <a:off x="951662" y="4229171"/>
              <a:ext cx="0" cy="517000"/>
            </a:xfrm>
            <a:prstGeom prst="line">
              <a:avLst/>
            </a:prstGeom>
            <a:grpFill/>
            <a:ln>
              <a:solidFill>
                <a:srgbClr val="B40040"/>
              </a:solidFill>
            </a:ln>
          </p:spPr>
          <p:style>
            <a:lnRef idx="1">
              <a:schemeClr val="accent1"/>
            </a:lnRef>
            <a:fillRef idx="0">
              <a:schemeClr val="accent1"/>
            </a:fillRef>
            <a:effectRef idx="0">
              <a:schemeClr val="accent1"/>
            </a:effectRef>
            <a:fontRef idx="minor">
              <a:schemeClr val="tx1"/>
            </a:fontRef>
          </p:style>
        </p:cxnSp>
        <p:sp>
          <p:nvSpPr>
            <p:cNvPr id="26" name="Ovale 25">
              <a:extLst>
                <a:ext uri="{FF2B5EF4-FFF2-40B4-BE49-F238E27FC236}">
                  <a16:creationId xmlns:a16="http://schemas.microsoft.com/office/drawing/2014/main" id="{C2F5A67A-3436-3128-8E45-1E76E79B6601}"/>
                </a:ext>
              </a:extLst>
            </p:cNvPr>
            <p:cNvSpPr/>
            <p:nvPr/>
          </p:nvSpPr>
          <p:spPr>
            <a:xfrm>
              <a:off x="904012" y="4687517"/>
              <a:ext cx="108000" cy="108000"/>
            </a:xfrm>
            <a:prstGeom prst="ellipse">
              <a:avLst/>
            </a:prstGeom>
            <a:grpFill/>
            <a:ln>
              <a:solidFill>
                <a:srgbClr val="B40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uppo 29">
            <a:extLst>
              <a:ext uri="{FF2B5EF4-FFF2-40B4-BE49-F238E27FC236}">
                <a16:creationId xmlns:a16="http://schemas.microsoft.com/office/drawing/2014/main" id="{E0E8F183-0B8E-532D-4360-B523F6C7F818}"/>
              </a:ext>
            </a:extLst>
          </p:cNvPr>
          <p:cNvGrpSpPr/>
          <p:nvPr/>
        </p:nvGrpSpPr>
        <p:grpSpPr>
          <a:xfrm rot="16200000">
            <a:off x="1465768" y="5033958"/>
            <a:ext cx="108000" cy="566346"/>
            <a:chOff x="904012" y="4229171"/>
            <a:chExt cx="108000" cy="566346"/>
          </a:xfrm>
          <a:solidFill>
            <a:srgbClr val="043FB4"/>
          </a:solidFill>
        </p:grpSpPr>
        <p:cxnSp>
          <p:nvCxnSpPr>
            <p:cNvPr id="31" name="Connettore diritto 30">
              <a:extLst>
                <a:ext uri="{FF2B5EF4-FFF2-40B4-BE49-F238E27FC236}">
                  <a16:creationId xmlns:a16="http://schemas.microsoft.com/office/drawing/2014/main" id="{C2B65308-1920-B652-0141-9F5D78604C72}"/>
                </a:ext>
              </a:extLst>
            </p:cNvPr>
            <p:cNvCxnSpPr/>
            <p:nvPr/>
          </p:nvCxnSpPr>
          <p:spPr>
            <a:xfrm>
              <a:off x="951662" y="4229171"/>
              <a:ext cx="0" cy="517000"/>
            </a:xfrm>
            <a:prstGeom prst="line">
              <a:avLst/>
            </a:prstGeom>
            <a:grpFill/>
            <a:ln>
              <a:solidFill>
                <a:srgbClr val="043FB4"/>
              </a:solidFill>
            </a:ln>
          </p:spPr>
          <p:style>
            <a:lnRef idx="1">
              <a:schemeClr val="accent1"/>
            </a:lnRef>
            <a:fillRef idx="0">
              <a:schemeClr val="accent1"/>
            </a:fillRef>
            <a:effectRef idx="0">
              <a:schemeClr val="accent1"/>
            </a:effectRef>
            <a:fontRef idx="minor">
              <a:schemeClr val="tx1"/>
            </a:fontRef>
          </p:style>
        </p:cxnSp>
        <p:sp>
          <p:nvSpPr>
            <p:cNvPr id="32" name="Ovale 31">
              <a:extLst>
                <a:ext uri="{FF2B5EF4-FFF2-40B4-BE49-F238E27FC236}">
                  <a16:creationId xmlns:a16="http://schemas.microsoft.com/office/drawing/2014/main" id="{BCB8E004-2A71-E5E1-7DCF-7E4CCDA0563C}"/>
                </a:ext>
              </a:extLst>
            </p:cNvPr>
            <p:cNvSpPr/>
            <p:nvPr/>
          </p:nvSpPr>
          <p:spPr>
            <a:xfrm>
              <a:off x="904012" y="4687517"/>
              <a:ext cx="108000" cy="108000"/>
            </a:xfrm>
            <a:prstGeom prst="ellipse">
              <a:avLst/>
            </a:prstGeom>
            <a:grpFill/>
            <a:ln>
              <a:solidFill>
                <a:srgbClr val="043F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0" name="Gruppo 39">
            <a:extLst>
              <a:ext uri="{FF2B5EF4-FFF2-40B4-BE49-F238E27FC236}">
                <a16:creationId xmlns:a16="http://schemas.microsoft.com/office/drawing/2014/main" id="{8AD1C81D-5A78-B840-8F93-3B98AE46EA1E}"/>
              </a:ext>
            </a:extLst>
          </p:cNvPr>
          <p:cNvGrpSpPr/>
          <p:nvPr/>
        </p:nvGrpSpPr>
        <p:grpSpPr>
          <a:xfrm>
            <a:off x="186580" y="2862850"/>
            <a:ext cx="1080000" cy="1080000"/>
            <a:chOff x="2446238" y="3149171"/>
            <a:chExt cx="1080000" cy="1080000"/>
          </a:xfrm>
        </p:grpSpPr>
        <p:sp>
          <p:nvSpPr>
            <p:cNvPr id="41" name="Ovale 40">
              <a:extLst>
                <a:ext uri="{FF2B5EF4-FFF2-40B4-BE49-F238E27FC236}">
                  <a16:creationId xmlns:a16="http://schemas.microsoft.com/office/drawing/2014/main" id="{1A4F17D8-12D4-51A3-C2AB-B62F9276C84F}"/>
                </a:ext>
              </a:extLst>
            </p:cNvPr>
            <p:cNvSpPr/>
            <p:nvPr/>
          </p:nvSpPr>
          <p:spPr>
            <a:xfrm>
              <a:off x="2446238" y="3149171"/>
              <a:ext cx="1080000" cy="1080000"/>
            </a:xfrm>
            <a:prstGeom prst="ellipse">
              <a:avLst/>
            </a:prstGeom>
            <a:solidFill>
              <a:srgbClr val="FF1769"/>
            </a:solidFill>
            <a:ln>
              <a:solidFill>
                <a:srgbClr val="FF17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e 41">
              <a:extLst>
                <a:ext uri="{FF2B5EF4-FFF2-40B4-BE49-F238E27FC236}">
                  <a16:creationId xmlns:a16="http://schemas.microsoft.com/office/drawing/2014/main" id="{CF7077FE-F349-2392-2131-FD7091BB4813}"/>
                </a:ext>
              </a:extLst>
            </p:cNvPr>
            <p:cNvSpPr/>
            <p:nvPr/>
          </p:nvSpPr>
          <p:spPr>
            <a:xfrm>
              <a:off x="2554238" y="3257171"/>
              <a:ext cx="864000" cy="864000"/>
            </a:xfrm>
            <a:prstGeom prst="ellipse">
              <a:avLst/>
            </a:prstGeom>
            <a:solidFill>
              <a:srgbClr val="FFA7C6"/>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3" name="Group 294">
              <a:extLst>
                <a:ext uri="{FF2B5EF4-FFF2-40B4-BE49-F238E27FC236}">
                  <a16:creationId xmlns:a16="http://schemas.microsoft.com/office/drawing/2014/main" id="{7BBC4F2A-F001-7F58-54E8-4462799F8EDD}"/>
                </a:ext>
              </a:extLst>
            </p:cNvPr>
            <p:cNvGrpSpPr/>
            <p:nvPr/>
          </p:nvGrpSpPr>
          <p:grpSpPr>
            <a:xfrm>
              <a:off x="2762219" y="3420612"/>
              <a:ext cx="438181" cy="522099"/>
              <a:chOff x="5203825" y="4883150"/>
              <a:chExt cx="669925" cy="815975"/>
            </a:xfrm>
            <a:solidFill>
              <a:srgbClr val="BC0043"/>
            </a:solidFill>
          </p:grpSpPr>
          <p:sp>
            <p:nvSpPr>
              <p:cNvPr id="44" name="Freeform 43">
                <a:extLst>
                  <a:ext uri="{FF2B5EF4-FFF2-40B4-BE49-F238E27FC236}">
                    <a16:creationId xmlns:a16="http://schemas.microsoft.com/office/drawing/2014/main" id="{84A7BD5F-4562-0B37-FAA2-940208D6EC3E}"/>
                  </a:ext>
                </a:extLst>
              </p:cNvPr>
              <p:cNvSpPr>
                <a:spLocks noEditPoints="1"/>
              </p:cNvSpPr>
              <p:nvPr/>
            </p:nvSpPr>
            <p:spPr bwMode="auto">
              <a:xfrm>
                <a:off x="5203825" y="4883150"/>
                <a:ext cx="669925" cy="815975"/>
              </a:xfrm>
              <a:custGeom>
                <a:avLst/>
                <a:gdLst/>
                <a:ahLst/>
                <a:cxnLst>
                  <a:cxn ang="0">
                    <a:pos x="364" y="112"/>
                  </a:cxn>
                  <a:cxn ang="0">
                    <a:pos x="318" y="120"/>
                  </a:cxn>
                  <a:cxn ang="0">
                    <a:pos x="238" y="94"/>
                  </a:cxn>
                  <a:cxn ang="0">
                    <a:pos x="272" y="66"/>
                  </a:cxn>
                  <a:cxn ang="0">
                    <a:pos x="292" y="60"/>
                  </a:cxn>
                  <a:cxn ang="0">
                    <a:pos x="302" y="46"/>
                  </a:cxn>
                  <a:cxn ang="0">
                    <a:pos x="306" y="32"/>
                  </a:cxn>
                  <a:cxn ang="0">
                    <a:pos x="300" y="14"/>
                  </a:cxn>
                  <a:cxn ang="0">
                    <a:pos x="286" y="2"/>
                  </a:cxn>
                  <a:cxn ang="0">
                    <a:pos x="150" y="0"/>
                  </a:cxn>
                  <a:cxn ang="0">
                    <a:pos x="138" y="2"/>
                  </a:cxn>
                  <a:cxn ang="0">
                    <a:pos x="124" y="14"/>
                  </a:cxn>
                  <a:cxn ang="0">
                    <a:pos x="118" y="32"/>
                  </a:cxn>
                  <a:cxn ang="0">
                    <a:pos x="120" y="46"/>
                  </a:cxn>
                  <a:cxn ang="0">
                    <a:pos x="132" y="60"/>
                  </a:cxn>
                  <a:cxn ang="0">
                    <a:pos x="150" y="66"/>
                  </a:cxn>
                  <a:cxn ang="0">
                    <a:pos x="186" y="94"/>
                  </a:cxn>
                  <a:cxn ang="0">
                    <a:pos x="100" y="124"/>
                  </a:cxn>
                  <a:cxn ang="0">
                    <a:pos x="8" y="150"/>
                  </a:cxn>
                  <a:cxn ang="0">
                    <a:pos x="24" y="208"/>
                  </a:cxn>
                  <a:cxn ang="0">
                    <a:pos x="6" y="254"/>
                  </a:cxn>
                  <a:cxn ang="0">
                    <a:pos x="0" y="302"/>
                  </a:cxn>
                  <a:cxn ang="0">
                    <a:pos x="6" y="344"/>
                  </a:cxn>
                  <a:cxn ang="0">
                    <a:pos x="26" y="402"/>
                  </a:cxn>
                  <a:cxn ang="0">
                    <a:pos x="62" y="452"/>
                  </a:cxn>
                  <a:cxn ang="0">
                    <a:pos x="112" y="488"/>
                  </a:cxn>
                  <a:cxn ang="0">
                    <a:pos x="170" y="508"/>
                  </a:cxn>
                  <a:cxn ang="0">
                    <a:pos x="212" y="514"/>
                  </a:cxn>
                  <a:cxn ang="0">
                    <a:pos x="274" y="504"/>
                  </a:cxn>
                  <a:cxn ang="0">
                    <a:pos x="330" y="478"/>
                  </a:cxn>
                  <a:cxn ang="0">
                    <a:pos x="374" y="436"/>
                  </a:cxn>
                  <a:cxn ang="0">
                    <a:pos x="406" y="384"/>
                  </a:cxn>
                  <a:cxn ang="0">
                    <a:pos x="422" y="324"/>
                  </a:cxn>
                  <a:cxn ang="0">
                    <a:pos x="422" y="284"/>
                  </a:cxn>
                  <a:cxn ang="0">
                    <a:pos x="410" y="232"/>
                  </a:cxn>
                  <a:cxn ang="0">
                    <a:pos x="388" y="188"/>
                  </a:cxn>
                  <a:cxn ang="0">
                    <a:pos x="212" y="470"/>
                  </a:cxn>
                  <a:cxn ang="0">
                    <a:pos x="178" y="466"/>
                  </a:cxn>
                  <a:cxn ang="0">
                    <a:pos x="132" y="450"/>
                  </a:cxn>
                  <a:cxn ang="0">
                    <a:pos x="94" y="420"/>
                  </a:cxn>
                  <a:cxn ang="0">
                    <a:pos x="64" y="382"/>
                  </a:cxn>
                  <a:cxn ang="0">
                    <a:pos x="48" y="336"/>
                  </a:cxn>
                  <a:cxn ang="0">
                    <a:pos x="44" y="302"/>
                  </a:cxn>
                  <a:cxn ang="0">
                    <a:pos x="52" y="252"/>
                  </a:cxn>
                  <a:cxn ang="0">
                    <a:pos x="74" y="208"/>
                  </a:cxn>
                  <a:cxn ang="0">
                    <a:pos x="106" y="174"/>
                  </a:cxn>
                  <a:cxn ang="0">
                    <a:pos x="146" y="148"/>
                  </a:cxn>
                  <a:cxn ang="0">
                    <a:pos x="194" y="136"/>
                  </a:cxn>
                  <a:cxn ang="0">
                    <a:pos x="228" y="136"/>
                  </a:cxn>
                  <a:cxn ang="0">
                    <a:pos x="276" y="148"/>
                  </a:cxn>
                  <a:cxn ang="0">
                    <a:pos x="318" y="174"/>
                  </a:cxn>
                  <a:cxn ang="0">
                    <a:pos x="350" y="208"/>
                  </a:cxn>
                  <a:cxn ang="0">
                    <a:pos x="372" y="252"/>
                  </a:cxn>
                  <a:cxn ang="0">
                    <a:pos x="378" y="302"/>
                  </a:cxn>
                  <a:cxn ang="0">
                    <a:pos x="376" y="336"/>
                  </a:cxn>
                  <a:cxn ang="0">
                    <a:pos x="358" y="382"/>
                  </a:cxn>
                  <a:cxn ang="0">
                    <a:pos x="330" y="420"/>
                  </a:cxn>
                  <a:cxn ang="0">
                    <a:pos x="292" y="450"/>
                  </a:cxn>
                  <a:cxn ang="0">
                    <a:pos x="246" y="466"/>
                  </a:cxn>
                  <a:cxn ang="0">
                    <a:pos x="212" y="470"/>
                  </a:cxn>
                </a:cxnLst>
                <a:rect l="0" t="0" r="r" b="b"/>
                <a:pathLst>
                  <a:path w="422" h="514">
                    <a:moveTo>
                      <a:pt x="378" y="174"/>
                    </a:moveTo>
                    <a:lnTo>
                      <a:pt x="402" y="150"/>
                    </a:lnTo>
                    <a:lnTo>
                      <a:pt x="364" y="112"/>
                    </a:lnTo>
                    <a:lnTo>
                      <a:pt x="340" y="136"/>
                    </a:lnTo>
                    <a:lnTo>
                      <a:pt x="340" y="136"/>
                    </a:lnTo>
                    <a:lnTo>
                      <a:pt x="318" y="120"/>
                    </a:lnTo>
                    <a:lnTo>
                      <a:pt x="292" y="108"/>
                    </a:lnTo>
                    <a:lnTo>
                      <a:pt x="266" y="98"/>
                    </a:lnTo>
                    <a:lnTo>
                      <a:pt x="238" y="94"/>
                    </a:lnTo>
                    <a:lnTo>
                      <a:pt x="238" y="66"/>
                    </a:lnTo>
                    <a:lnTo>
                      <a:pt x="272" y="66"/>
                    </a:lnTo>
                    <a:lnTo>
                      <a:pt x="272" y="66"/>
                    </a:lnTo>
                    <a:lnTo>
                      <a:pt x="280" y="64"/>
                    </a:lnTo>
                    <a:lnTo>
                      <a:pt x="286" y="62"/>
                    </a:lnTo>
                    <a:lnTo>
                      <a:pt x="292" y="60"/>
                    </a:lnTo>
                    <a:lnTo>
                      <a:pt x="296" y="56"/>
                    </a:lnTo>
                    <a:lnTo>
                      <a:pt x="300" y="50"/>
                    </a:lnTo>
                    <a:lnTo>
                      <a:pt x="302" y="46"/>
                    </a:lnTo>
                    <a:lnTo>
                      <a:pt x="304" y="40"/>
                    </a:lnTo>
                    <a:lnTo>
                      <a:pt x="306" y="32"/>
                    </a:lnTo>
                    <a:lnTo>
                      <a:pt x="306" y="32"/>
                    </a:lnTo>
                    <a:lnTo>
                      <a:pt x="304" y="26"/>
                    </a:lnTo>
                    <a:lnTo>
                      <a:pt x="302" y="20"/>
                    </a:lnTo>
                    <a:lnTo>
                      <a:pt x="300" y="14"/>
                    </a:lnTo>
                    <a:lnTo>
                      <a:pt x="296" y="10"/>
                    </a:lnTo>
                    <a:lnTo>
                      <a:pt x="292" y="6"/>
                    </a:lnTo>
                    <a:lnTo>
                      <a:pt x="286" y="2"/>
                    </a:lnTo>
                    <a:lnTo>
                      <a:pt x="280" y="0"/>
                    </a:lnTo>
                    <a:lnTo>
                      <a:pt x="272" y="0"/>
                    </a:lnTo>
                    <a:lnTo>
                      <a:pt x="150" y="0"/>
                    </a:lnTo>
                    <a:lnTo>
                      <a:pt x="150" y="0"/>
                    </a:lnTo>
                    <a:lnTo>
                      <a:pt x="144" y="0"/>
                    </a:lnTo>
                    <a:lnTo>
                      <a:pt x="138" y="2"/>
                    </a:lnTo>
                    <a:lnTo>
                      <a:pt x="132" y="6"/>
                    </a:lnTo>
                    <a:lnTo>
                      <a:pt x="128" y="10"/>
                    </a:lnTo>
                    <a:lnTo>
                      <a:pt x="124" y="14"/>
                    </a:lnTo>
                    <a:lnTo>
                      <a:pt x="120" y="20"/>
                    </a:lnTo>
                    <a:lnTo>
                      <a:pt x="118" y="26"/>
                    </a:lnTo>
                    <a:lnTo>
                      <a:pt x="118" y="32"/>
                    </a:lnTo>
                    <a:lnTo>
                      <a:pt x="118" y="32"/>
                    </a:lnTo>
                    <a:lnTo>
                      <a:pt x="118" y="40"/>
                    </a:lnTo>
                    <a:lnTo>
                      <a:pt x="120" y="46"/>
                    </a:lnTo>
                    <a:lnTo>
                      <a:pt x="124" y="50"/>
                    </a:lnTo>
                    <a:lnTo>
                      <a:pt x="128" y="56"/>
                    </a:lnTo>
                    <a:lnTo>
                      <a:pt x="132" y="60"/>
                    </a:lnTo>
                    <a:lnTo>
                      <a:pt x="138" y="62"/>
                    </a:lnTo>
                    <a:lnTo>
                      <a:pt x="144" y="64"/>
                    </a:lnTo>
                    <a:lnTo>
                      <a:pt x="150" y="66"/>
                    </a:lnTo>
                    <a:lnTo>
                      <a:pt x="186" y="66"/>
                    </a:lnTo>
                    <a:lnTo>
                      <a:pt x="186" y="94"/>
                    </a:lnTo>
                    <a:lnTo>
                      <a:pt x="186" y="94"/>
                    </a:lnTo>
                    <a:lnTo>
                      <a:pt x="154" y="100"/>
                    </a:lnTo>
                    <a:lnTo>
                      <a:pt x="126" y="110"/>
                    </a:lnTo>
                    <a:lnTo>
                      <a:pt x="100" y="124"/>
                    </a:lnTo>
                    <a:lnTo>
                      <a:pt x="76" y="142"/>
                    </a:lnTo>
                    <a:lnTo>
                      <a:pt x="46" y="112"/>
                    </a:lnTo>
                    <a:lnTo>
                      <a:pt x="8" y="150"/>
                    </a:lnTo>
                    <a:lnTo>
                      <a:pt x="40" y="180"/>
                    </a:lnTo>
                    <a:lnTo>
                      <a:pt x="40" y="180"/>
                    </a:lnTo>
                    <a:lnTo>
                      <a:pt x="24" y="208"/>
                    </a:lnTo>
                    <a:lnTo>
                      <a:pt x="16" y="222"/>
                    </a:lnTo>
                    <a:lnTo>
                      <a:pt x="12" y="238"/>
                    </a:lnTo>
                    <a:lnTo>
                      <a:pt x="6" y="254"/>
                    </a:lnTo>
                    <a:lnTo>
                      <a:pt x="4" y="270"/>
                    </a:lnTo>
                    <a:lnTo>
                      <a:pt x="2" y="286"/>
                    </a:lnTo>
                    <a:lnTo>
                      <a:pt x="0" y="302"/>
                    </a:lnTo>
                    <a:lnTo>
                      <a:pt x="0" y="302"/>
                    </a:lnTo>
                    <a:lnTo>
                      <a:pt x="2" y="324"/>
                    </a:lnTo>
                    <a:lnTo>
                      <a:pt x="6" y="344"/>
                    </a:lnTo>
                    <a:lnTo>
                      <a:pt x="10" y="366"/>
                    </a:lnTo>
                    <a:lnTo>
                      <a:pt x="18" y="384"/>
                    </a:lnTo>
                    <a:lnTo>
                      <a:pt x="26" y="402"/>
                    </a:lnTo>
                    <a:lnTo>
                      <a:pt x="36" y="420"/>
                    </a:lnTo>
                    <a:lnTo>
                      <a:pt x="48" y="436"/>
                    </a:lnTo>
                    <a:lnTo>
                      <a:pt x="62" y="452"/>
                    </a:lnTo>
                    <a:lnTo>
                      <a:pt x="78" y="466"/>
                    </a:lnTo>
                    <a:lnTo>
                      <a:pt x="94" y="478"/>
                    </a:lnTo>
                    <a:lnTo>
                      <a:pt x="112" y="488"/>
                    </a:lnTo>
                    <a:lnTo>
                      <a:pt x="130" y="496"/>
                    </a:lnTo>
                    <a:lnTo>
                      <a:pt x="148" y="504"/>
                    </a:lnTo>
                    <a:lnTo>
                      <a:pt x="170" y="508"/>
                    </a:lnTo>
                    <a:lnTo>
                      <a:pt x="190" y="512"/>
                    </a:lnTo>
                    <a:lnTo>
                      <a:pt x="212" y="514"/>
                    </a:lnTo>
                    <a:lnTo>
                      <a:pt x="212" y="514"/>
                    </a:lnTo>
                    <a:lnTo>
                      <a:pt x="234" y="512"/>
                    </a:lnTo>
                    <a:lnTo>
                      <a:pt x="254" y="508"/>
                    </a:lnTo>
                    <a:lnTo>
                      <a:pt x="274" y="504"/>
                    </a:lnTo>
                    <a:lnTo>
                      <a:pt x="294" y="496"/>
                    </a:lnTo>
                    <a:lnTo>
                      <a:pt x="312" y="488"/>
                    </a:lnTo>
                    <a:lnTo>
                      <a:pt x="330" y="478"/>
                    </a:lnTo>
                    <a:lnTo>
                      <a:pt x="346" y="466"/>
                    </a:lnTo>
                    <a:lnTo>
                      <a:pt x="360" y="452"/>
                    </a:lnTo>
                    <a:lnTo>
                      <a:pt x="374" y="436"/>
                    </a:lnTo>
                    <a:lnTo>
                      <a:pt x="386" y="420"/>
                    </a:lnTo>
                    <a:lnTo>
                      <a:pt x="396" y="402"/>
                    </a:lnTo>
                    <a:lnTo>
                      <a:pt x="406" y="384"/>
                    </a:lnTo>
                    <a:lnTo>
                      <a:pt x="412" y="366"/>
                    </a:lnTo>
                    <a:lnTo>
                      <a:pt x="418" y="344"/>
                    </a:lnTo>
                    <a:lnTo>
                      <a:pt x="422" y="324"/>
                    </a:lnTo>
                    <a:lnTo>
                      <a:pt x="422" y="302"/>
                    </a:lnTo>
                    <a:lnTo>
                      <a:pt x="422" y="302"/>
                    </a:lnTo>
                    <a:lnTo>
                      <a:pt x="422" y="284"/>
                    </a:lnTo>
                    <a:lnTo>
                      <a:pt x="420" y="266"/>
                    </a:lnTo>
                    <a:lnTo>
                      <a:pt x="416" y="250"/>
                    </a:lnTo>
                    <a:lnTo>
                      <a:pt x="410" y="232"/>
                    </a:lnTo>
                    <a:lnTo>
                      <a:pt x="404" y="216"/>
                    </a:lnTo>
                    <a:lnTo>
                      <a:pt x="396" y="202"/>
                    </a:lnTo>
                    <a:lnTo>
                      <a:pt x="388" y="188"/>
                    </a:lnTo>
                    <a:lnTo>
                      <a:pt x="378" y="174"/>
                    </a:lnTo>
                    <a:lnTo>
                      <a:pt x="378" y="174"/>
                    </a:lnTo>
                    <a:close/>
                    <a:moveTo>
                      <a:pt x="212" y="470"/>
                    </a:moveTo>
                    <a:lnTo>
                      <a:pt x="212" y="470"/>
                    </a:lnTo>
                    <a:lnTo>
                      <a:pt x="194" y="468"/>
                    </a:lnTo>
                    <a:lnTo>
                      <a:pt x="178" y="466"/>
                    </a:lnTo>
                    <a:lnTo>
                      <a:pt x="162" y="462"/>
                    </a:lnTo>
                    <a:lnTo>
                      <a:pt x="146" y="456"/>
                    </a:lnTo>
                    <a:lnTo>
                      <a:pt x="132" y="450"/>
                    </a:lnTo>
                    <a:lnTo>
                      <a:pt x="118" y="440"/>
                    </a:lnTo>
                    <a:lnTo>
                      <a:pt x="106" y="432"/>
                    </a:lnTo>
                    <a:lnTo>
                      <a:pt x="94" y="420"/>
                    </a:lnTo>
                    <a:lnTo>
                      <a:pt x="82" y="408"/>
                    </a:lnTo>
                    <a:lnTo>
                      <a:pt x="74" y="396"/>
                    </a:lnTo>
                    <a:lnTo>
                      <a:pt x="64" y="382"/>
                    </a:lnTo>
                    <a:lnTo>
                      <a:pt x="58" y="368"/>
                    </a:lnTo>
                    <a:lnTo>
                      <a:pt x="52" y="352"/>
                    </a:lnTo>
                    <a:lnTo>
                      <a:pt x="48" y="336"/>
                    </a:lnTo>
                    <a:lnTo>
                      <a:pt x="46" y="320"/>
                    </a:lnTo>
                    <a:lnTo>
                      <a:pt x="44" y="302"/>
                    </a:lnTo>
                    <a:lnTo>
                      <a:pt x="44" y="302"/>
                    </a:lnTo>
                    <a:lnTo>
                      <a:pt x="46" y="286"/>
                    </a:lnTo>
                    <a:lnTo>
                      <a:pt x="48" y="268"/>
                    </a:lnTo>
                    <a:lnTo>
                      <a:pt x="52" y="252"/>
                    </a:lnTo>
                    <a:lnTo>
                      <a:pt x="58" y="238"/>
                    </a:lnTo>
                    <a:lnTo>
                      <a:pt x="64" y="222"/>
                    </a:lnTo>
                    <a:lnTo>
                      <a:pt x="74" y="208"/>
                    </a:lnTo>
                    <a:lnTo>
                      <a:pt x="82" y="196"/>
                    </a:lnTo>
                    <a:lnTo>
                      <a:pt x="94" y="184"/>
                    </a:lnTo>
                    <a:lnTo>
                      <a:pt x="106" y="174"/>
                    </a:lnTo>
                    <a:lnTo>
                      <a:pt x="118" y="164"/>
                    </a:lnTo>
                    <a:lnTo>
                      <a:pt x="132" y="156"/>
                    </a:lnTo>
                    <a:lnTo>
                      <a:pt x="146" y="148"/>
                    </a:lnTo>
                    <a:lnTo>
                      <a:pt x="162" y="142"/>
                    </a:lnTo>
                    <a:lnTo>
                      <a:pt x="178" y="138"/>
                    </a:lnTo>
                    <a:lnTo>
                      <a:pt x="194" y="136"/>
                    </a:lnTo>
                    <a:lnTo>
                      <a:pt x="212" y="136"/>
                    </a:lnTo>
                    <a:lnTo>
                      <a:pt x="212" y="136"/>
                    </a:lnTo>
                    <a:lnTo>
                      <a:pt x="228" y="136"/>
                    </a:lnTo>
                    <a:lnTo>
                      <a:pt x="246" y="138"/>
                    </a:lnTo>
                    <a:lnTo>
                      <a:pt x="262" y="142"/>
                    </a:lnTo>
                    <a:lnTo>
                      <a:pt x="276" y="148"/>
                    </a:lnTo>
                    <a:lnTo>
                      <a:pt x="292" y="156"/>
                    </a:lnTo>
                    <a:lnTo>
                      <a:pt x="306" y="164"/>
                    </a:lnTo>
                    <a:lnTo>
                      <a:pt x="318" y="174"/>
                    </a:lnTo>
                    <a:lnTo>
                      <a:pt x="330" y="184"/>
                    </a:lnTo>
                    <a:lnTo>
                      <a:pt x="340" y="196"/>
                    </a:lnTo>
                    <a:lnTo>
                      <a:pt x="350" y="208"/>
                    </a:lnTo>
                    <a:lnTo>
                      <a:pt x="358" y="222"/>
                    </a:lnTo>
                    <a:lnTo>
                      <a:pt x="366" y="238"/>
                    </a:lnTo>
                    <a:lnTo>
                      <a:pt x="372" y="252"/>
                    </a:lnTo>
                    <a:lnTo>
                      <a:pt x="376" y="268"/>
                    </a:lnTo>
                    <a:lnTo>
                      <a:pt x="378" y="286"/>
                    </a:lnTo>
                    <a:lnTo>
                      <a:pt x="378" y="302"/>
                    </a:lnTo>
                    <a:lnTo>
                      <a:pt x="378" y="302"/>
                    </a:lnTo>
                    <a:lnTo>
                      <a:pt x="378" y="320"/>
                    </a:lnTo>
                    <a:lnTo>
                      <a:pt x="376" y="336"/>
                    </a:lnTo>
                    <a:lnTo>
                      <a:pt x="372" y="352"/>
                    </a:lnTo>
                    <a:lnTo>
                      <a:pt x="366" y="368"/>
                    </a:lnTo>
                    <a:lnTo>
                      <a:pt x="358" y="382"/>
                    </a:lnTo>
                    <a:lnTo>
                      <a:pt x="350" y="396"/>
                    </a:lnTo>
                    <a:lnTo>
                      <a:pt x="340" y="408"/>
                    </a:lnTo>
                    <a:lnTo>
                      <a:pt x="330" y="420"/>
                    </a:lnTo>
                    <a:lnTo>
                      <a:pt x="318" y="432"/>
                    </a:lnTo>
                    <a:lnTo>
                      <a:pt x="306" y="440"/>
                    </a:lnTo>
                    <a:lnTo>
                      <a:pt x="292" y="450"/>
                    </a:lnTo>
                    <a:lnTo>
                      <a:pt x="276" y="456"/>
                    </a:lnTo>
                    <a:lnTo>
                      <a:pt x="262" y="462"/>
                    </a:lnTo>
                    <a:lnTo>
                      <a:pt x="246" y="466"/>
                    </a:lnTo>
                    <a:lnTo>
                      <a:pt x="228" y="468"/>
                    </a:lnTo>
                    <a:lnTo>
                      <a:pt x="212" y="470"/>
                    </a:lnTo>
                    <a:lnTo>
                      <a:pt x="212" y="47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5" name="Freeform 44">
                <a:extLst>
                  <a:ext uri="{FF2B5EF4-FFF2-40B4-BE49-F238E27FC236}">
                    <a16:creationId xmlns:a16="http://schemas.microsoft.com/office/drawing/2014/main" id="{AA69121F-822E-C12F-55B7-A277C34810F7}"/>
                  </a:ext>
                </a:extLst>
              </p:cNvPr>
              <p:cNvSpPr>
                <a:spLocks/>
              </p:cNvSpPr>
              <p:nvPr/>
            </p:nvSpPr>
            <p:spPr bwMode="auto">
              <a:xfrm>
                <a:off x="5492750" y="5140325"/>
                <a:ext cx="155575" cy="273050"/>
              </a:xfrm>
              <a:custGeom>
                <a:avLst/>
                <a:gdLst/>
                <a:ahLst/>
                <a:cxnLst>
                  <a:cxn ang="0">
                    <a:pos x="54" y="126"/>
                  </a:cxn>
                  <a:cxn ang="0">
                    <a:pos x="54" y="126"/>
                  </a:cxn>
                  <a:cxn ang="0">
                    <a:pos x="60" y="114"/>
                  </a:cxn>
                  <a:cxn ang="0">
                    <a:pos x="60" y="114"/>
                  </a:cxn>
                  <a:cxn ang="0">
                    <a:pos x="74" y="82"/>
                  </a:cxn>
                  <a:cxn ang="0">
                    <a:pos x="88" y="46"/>
                  </a:cxn>
                  <a:cxn ang="0">
                    <a:pos x="96" y="14"/>
                  </a:cxn>
                  <a:cxn ang="0">
                    <a:pos x="98" y="4"/>
                  </a:cxn>
                  <a:cxn ang="0">
                    <a:pos x="98" y="0"/>
                  </a:cxn>
                  <a:cxn ang="0">
                    <a:pos x="98" y="0"/>
                  </a:cxn>
                  <a:cxn ang="0">
                    <a:pos x="94" y="2"/>
                  </a:cxn>
                  <a:cxn ang="0">
                    <a:pos x="88" y="10"/>
                  </a:cxn>
                  <a:cxn ang="0">
                    <a:pos x="70" y="36"/>
                  </a:cxn>
                  <a:cxn ang="0">
                    <a:pos x="48" y="70"/>
                  </a:cxn>
                  <a:cxn ang="0">
                    <a:pos x="32" y="100"/>
                  </a:cxn>
                  <a:cxn ang="0">
                    <a:pos x="32" y="100"/>
                  </a:cxn>
                  <a:cxn ang="0">
                    <a:pos x="28" y="112"/>
                  </a:cxn>
                  <a:cxn ang="0">
                    <a:pos x="28" y="112"/>
                  </a:cxn>
                  <a:cxn ang="0">
                    <a:pos x="20" y="114"/>
                  </a:cxn>
                  <a:cxn ang="0">
                    <a:pos x="12" y="116"/>
                  </a:cxn>
                  <a:cxn ang="0">
                    <a:pos x="6" y="122"/>
                  </a:cxn>
                  <a:cxn ang="0">
                    <a:pos x="2" y="128"/>
                  </a:cxn>
                  <a:cxn ang="0">
                    <a:pos x="2" y="128"/>
                  </a:cxn>
                  <a:cxn ang="0">
                    <a:pos x="0" y="134"/>
                  </a:cxn>
                  <a:cxn ang="0">
                    <a:pos x="0" y="140"/>
                  </a:cxn>
                  <a:cxn ang="0">
                    <a:pos x="2" y="152"/>
                  </a:cxn>
                  <a:cxn ang="0">
                    <a:pos x="6" y="162"/>
                  </a:cxn>
                  <a:cxn ang="0">
                    <a:pos x="12" y="166"/>
                  </a:cxn>
                  <a:cxn ang="0">
                    <a:pos x="16" y="168"/>
                  </a:cxn>
                  <a:cxn ang="0">
                    <a:pos x="16" y="168"/>
                  </a:cxn>
                  <a:cxn ang="0">
                    <a:pos x="22" y="170"/>
                  </a:cxn>
                  <a:cxn ang="0">
                    <a:pos x="28" y="172"/>
                  </a:cxn>
                  <a:cxn ang="0">
                    <a:pos x="40" y="170"/>
                  </a:cxn>
                  <a:cxn ang="0">
                    <a:pos x="50" y="164"/>
                  </a:cxn>
                  <a:cxn ang="0">
                    <a:pos x="54" y="160"/>
                  </a:cxn>
                  <a:cxn ang="0">
                    <a:pos x="56" y="154"/>
                  </a:cxn>
                  <a:cxn ang="0">
                    <a:pos x="56" y="154"/>
                  </a:cxn>
                  <a:cxn ang="0">
                    <a:pos x="60" y="148"/>
                  </a:cxn>
                  <a:cxn ang="0">
                    <a:pos x="60" y="140"/>
                  </a:cxn>
                  <a:cxn ang="0">
                    <a:pos x="58" y="132"/>
                  </a:cxn>
                  <a:cxn ang="0">
                    <a:pos x="54" y="126"/>
                  </a:cxn>
                  <a:cxn ang="0">
                    <a:pos x="54" y="126"/>
                  </a:cxn>
                </a:cxnLst>
                <a:rect l="0" t="0" r="r" b="b"/>
                <a:pathLst>
                  <a:path w="98" h="172">
                    <a:moveTo>
                      <a:pt x="54" y="126"/>
                    </a:moveTo>
                    <a:lnTo>
                      <a:pt x="54" y="126"/>
                    </a:lnTo>
                    <a:lnTo>
                      <a:pt x="60" y="114"/>
                    </a:lnTo>
                    <a:lnTo>
                      <a:pt x="60" y="114"/>
                    </a:lnTo>
                    <a:lnTo>
                      <a:pt x="74" y="82"/>
                    </a:lnTo>
                    <a:lnTo>
                      <a:pt x="88" y="46"/>
                    </a:lnTo>
                    <a:lnTo>
                      <a:pt x="96" y="14"/>
                    </a:lnTo>
                    <a:lnTo>
                      <a:pt x="98" y="4"/>
                    </a:lnTo>
                    <a:lnTo>
                      <a:pt x="98" y="0"/>
                    </a:lnTo>
                    <a:lnTo>
                      <a:pt x="98" y="0"/>
                    </a:lnTo>
                    <a:lnTo>
                      <a:pt x="94" y="2"/>
                    </a:lnTo>
                    <a:lnTo>
                      <a:pt x="88" y="10"/>
                    </a:lnTo>
                    <a:lnTo>
                      <a:pt x="70" y="36"/>
                    </a:lnTo>
                    <a:lnTo>
                      <a:pt x="48" y="70"/>
                    </a:lnTo>
                    <a:lnTo>
                      <a:pt x="32" y="100"/>
                    </a:lnTo>
                    <a:lnTo>
                      <a:pt x="32" y="100"/>
                    </a:lnTo>
                    <a:lnTo>
                      <a:pt x="28" y="112"/>
                    </a:lnTo>
                    <a:lnTo>
                      <a:pt x="28" y="112"/>
                    </a:lnTo>
                    <a:lnTo>
                      <a:pt x="20" y="114"/>
                    </a:lnTo>
                    <a:lnTo>
                      <a:pt x="12" y="116"/>
                    </a:lnTo>
                    <a:lnTo>
                      <a:pt x="6" y="122"/>
                    </a:lnTo>
                    <a:lnTo>
                      <a:pt x="2" y="128"/>
                    </a:lnTo>
                    <a:lnTo>
                      <a:pt x="2" y="128"/>
                    </a:lnTo>
                    <a:lnTo>
                      <a:pt x="0" y="134"/>
                    </a:lnTo>
                    <a:lnTo>
                      <a:pt x="0" y="140"/>
                    </a:lnTo>
                    <a:lnTo>
                      <a:pt x="2" y="152"/>
                    </a:lnTo>
                    <a:lnTo>
                      <a:pt x="6" y="162"/>
                    </a:lnTo>
                    <a:lnTo>
                      <a:pt x="12" y="166"/>
                    </a:lnTo>
                    <a:lnTo>
                      <a:pt x="16" y="168"/>
                    </a:lnTo>
                    <a:lnTo>
                      <a:pt x="16" y="168"/>
                    </a:lnTo>
                    <a:lnTo>
                      <a:pt x="22" y="170"/>
                    </a:lnTo>
                    <a:lnTo>
                      <a:pt x="28" y="172"/>
                    </a:lnTo>
                    <a:lnTo>
                      <a:pt x="40" y="170"/>
                    </a:lnTo>
                    <a:lnTo>
                      <a:pt x="50" y="164"/>
                    </a:lnTo>
                    <a:lnTo>
                      <a:pt x="54" y="160"/>
                    </a:lnTo>
                    <a:lnTo>
                      <a:pt x="56" y="154"/>
                    </a:lnTo>
                    <a:lnTo>
                      <a:pt x="56" y="154"/>
                    </a:lnTo>
                    <a:lnTo>
                      <a:pt x="60" y="148"/>
                    </a:lnTo>
                    <a:lnTo>
                      <a:pt x="60" y="140"/>
                    </a:lnTo>
                    <a:lnTo>
                      <a:pt x="58" y="132"/>
                    </a:lnTo>
                    <a:lnTo>
                      <a:pt x="54" y="126"/>
                    </a:lnTo>
                    <a:lnTo>
                      <a:pt x="54" y="12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grpSp>
        <p:nvGrpSpPr>
          <p:cNvPr id="46" name="Gruppo 45">
            <a:extLst>
              <a:ext uri="{FF2B5EF4-FFF2-40B4-BE49-F238E27FC236}">
                <a16:creationId xmlns:a16="http://schemas.microsoft.com/office/drawing/2014/main" id="{3ECE4CE3-8E57-B0FA-8189-E24200CB3B97}"/>
              </a:ext>
            </a:extLst>
          </p:cNvPr>
          <p:cNvGrpSpPr/>
          <p:nvPr/>
        </p:nvGrpSpPr>
        <p:grpSpPr>
          <a:xfrm>
            <a:off x="181268" y="4736299"/>
            <a:ext cx="1080000" cy="1080000"/>
            <a:chOff x="6502690" y="3149171"/>
            <a:chExt cx="1080000" cy="1080000"/>
          </a:xfrm>
        </p:grpSpPr>
        <p:sp>
          <p:nvSpPr>
            <p:cNvPr id="47" name="Ovale 46">
              <a:extLst>
                <a:ext uri="{FF2B5EF4-FFF2-40B4-BE49-F238E27FC236}">
                  <a16:creationId xmlns:a16="http://schemas.microsoft.com/office/drawing/2014/main" id="{224EFBC2-F592-CA9E-AE3B-9A308F95F068}"/>
                </a:ext>
              </a:extLst>
            </p:cNvPr>
            <p:cNvSpPr/>
            <p:nvPr/>
          </p:nvSpPr>
          <p:spPr>
            <a:xfrm>
              <a:off x="6502690" y="3149171"/>
              <a:ext cx="1080000" cy="1080000"/>
            </a:xfrm>
            <a:prstGeom prst="ellipse">
              <a:avLst/>
            </a:prstGeom>
            <a:solidFill>
              <a:srgbClr val="0555FA"/>
            </a:solidFill>
            <a:ln>
              <a:solidFill>
                <a:srgbClr val="0555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Ovale 47">
              <a:extLst>
                <a:ext uri="{FF2B5EF4-FFF2-40B4-BE49-F238E27FC236}">
                  <a16:creationId xmlns:a16="http://schemas.microsoft.com/office/drawing/2014/main" id="{BAFB3E89-1FB8-2508-0D02-E0C51F42B060}"/>
                </a:ext>
              </a:extLst>
            </p:cNvPr>
            <p:cNvSpPr/>
            <p:nvPr/>
          </p:nvSpPr>
          <p:spPr>
            <a:xfrm>
              <a:off x="6610690" y="3257171"/>
              <a:ext cx="864000" cy="864000"/>
            </a:xfrm>
            <a:prstGeom prst="ellipse">
              <a:avLst/>
            </a:prstGeom>
            <a:solidFill>
              <a:srgbClr val="B8CFFE"/>
            </a:solidFill>
            <a:ln>
              <a:solidFill>
                <a:srgbClr val="0555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9" name="Group 738">
              <a:extLst>
                <a:ext uri="{FF2B5EF4-FFF2-40B4-BE49-F238E27FC236}">
                  <a16:creationId xmlns:a16="http://schemas.microsoft.com/office/drawing/2014/main" id="{91421359-EDC3-4028-8880-BB965EC2FACA}"/>
                </a:ext>
              </a:extLst>
            </p:cNvPr>
            <p:cNvGrpSpPr/>
            <p:nvPr/>
          </p:nvGrpSpPr>
          <p:grpSpPr>
            <a:xfrm>
              <a:off x="6767092" y="3447909"/>
              <a:ext cx="564521" cy="415140"/>
              <a:chOff x="6835775" y="5797550"/>
              <a:chExt cx="515938" cy="379413"/>
            </a:xfrm>
          </p:grpSpPr>
          <p:sp>
            <p:nvSpPr>
              <p:cNvPr id="50" name="Rectangle 627">
                <a:extLst>
                  <a:ext uri="{FF2B5EF4-FFF2-40B4-BE49-F238E27FC236}">
                    <a16:creationId xmlns:a16="http://schemas.microsoft.com/office/drawing/2014/main" id="{52091439-DB5F-4881-CDAE-72ACEA7191B6}"/>
                  </a:ext>
                </a:extLst>
              </p:cNvPr>
              <p:cNvSpPr>
                <a:spLocks noChangeArrowheads="1"/>
              </p:cNvSpPr>
              <p:nvPr/>
            </p:nvSpPr>
            <p:spPr bwMode="auto">
              <a:xfrm>
                <a:off x="6945313" y="5907088"/>
                <a:ext cx="406400" cy="269875"/>
              </a:xfrm>
              <a:prstGeom prst="rect">
                <a:avLst/>
              </a:prstGeom>
              <a:solidFill>
                <a:srgbClr val="022874"/>
              </a:solid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51" name="Rectangle 628">
                <a:extLst>
                  <a:ext uri="{FF2B5EF4-FFF2-40B4-BE49-F238E27FC236}">
                    <a16:creationId xmlns:a16="http://schemas.microsoft.com/office/drawing/2014/main" id="{83F370E9-C2E3-284C-D0BE-B5B700FECBCF}"/>
                  </a:ext>
                </a:extLst>
              </p:cNvPr>
              <p:cNvSpPr>
                <a:spLocks noChangeArrowheads="1"/>
              </p:cNvSpPr>
              <p:nvPr/>
            </p:nvSpPr>
            <p:spPr bwMode="auto">
              <a:xfrm>
                <a:off x="6889750" y="5851525"/>
                <a:ext cx="407988" cy="271463"/>
              </a:xfrm>
              <a:prstGeom prst="rect">
                <a:avLst/>
              </a:prstGeom>
              <a:solidFill>
                <a:srgbClr val="0447CC"/>
              </a:solid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52" name="Rectangle 630">
                <a:extLst>
                  <a:ext uri="{FF2B5EF4-FFF2-40B4-BE49-F238E27FC236}">
                    <a16:creationId xmlns:a16="http://schemas.microsoft.com/office/drawing/2014/main" id="{A446EDC6-B6A7-E824-F012-23EED1D4599D}"/>
                  </a:ext>
                </a:extLst>
              </p:cNvPr>
              <p:cNvSpPr>
                <a:spLocks noChangeArrowheads="1"/>
              </p:cNvSpPr>
              <p:nvPr/>
            </p:nvSpPr>
            <p:spPr bwMode="auto">
              <a:xfrm>
                <a:off x="6889750" y="5851525"/>
                <a:ext cx="354013" cy="217488"/>
              </a:xfrm>
              <a:prstGeom prst="rect">
                <a:avLst/>
              </a:prstGeom>
              <a:solidFill>
                <a:srgbClr val="0447CC"/>
              </a:solid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53" name="Rectangle 629">
                <a:extLst>
                  <a:ext uri="{FF2B5EF4-FFF2-40B4-BE49-F238E27FC236}">
                    <a16:creationId xmlns:a16="http://schemas.microsoft.com/office/drawing/2014/main" id="{FA184DAA-DABB-9FDC-F1D9-2987A2EE4DA6}"/>
                  </a:ext>
                </a:extLst>
              </p:cNvPr>
              <p:cNvSpPr>
                <a:spLocks noChangeArrowheads="1"/>
              </p:cNvSpPr>
              <p:nvPr/>
            </p:nvSpPr>
            <p:spPr bwMode="auto">
              <a:xfrm>
                <a:off x="6835775" y="5797550"/>
                <a:ext cx="407988" cy="271463"/>
              </a:xfrm>
              <a:prstGeom prst="rect">
                <a:avLst/>
              </a:prstGeom>
              <a:solidFill>
                <a:srgbClr val="296FFB"/>
              </a:solid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grpSp>
      </p:grpSp>
      <p:grpSp>
        <p:nvGrpSpPr>
          <p:cNvPr id="2" name="Gruppo 1">
            <a:extLst>
              <a:ext uri="{FF2B5EF4-FFF2-40B4-BE49-F238E27FC236}">
                <a16:creationId xmlns:a16="http://schemas.microsoft.com/office/drawing/2014/main" id="{CDDE359C-D22E-76A6-6AB1-D86823EF71E5}"/>
              </a:ext>
            </a:extLst>
          </p:cNvPr>
          <p:cNvGrpSpPr/>
          <p:nvPr/>
        </p:nvGrpSpPr>
        <p:grpSpPr>
          <a:xfrm>
            <a:off x="1727397" y="1613418"/>
            <a:ext cx="3991516" cy="978519"/>
            <a:chOff x="1865620" y="1592154"/>
            <a:chExt cx="3991516" cy="978519"/>
          </a:xfrm>
        </p:grpSpPr>
        <p:sp>
          <p:nvSpPr>
            <p:cNvPr id="58" name="CasellaDiTesto 57">
              <a:extLst>
                <a:ext uri="{FF2B5EF4-FFF2-40B4-BE49-F238E27FC236}">
                  <a16:creationId xmlns:a16="http://schemas.microsoft.com/office/drawing/2014/main" id="{32F4FA30-030E-1DE9-B29E-4B0C43CEF809}"/>
                </a:ext>
              </a:extLst>
            </p:cNvPr>
            <p:cNvSpPr txBox="1"/>
            <p:nvPr/>
          </p:nvSpPr>
          <p:spPr>
            <a:xfrm>
              <a:off x="1865620" y="1592154"/>
              <a:ext cx="3544580" cy="369332"/>
            </a:xfrm>
            <a:prstGeom prst="rect">
              <a:avLst/>
            </a:prstGeom>
            <a:solidFill>
              <a:srgbClr val="FFCFB9"/>
            </a:solidFill>
            <a:effectLst>
              <a:softEdge rad="127000"/>
            </a:effectLst>
          </p:spPr>
          <p:txBody>
            <a:bodyPr wrap="square">
              <a:spAutoFit/>
            </a:bodyPr>
            <a:lstStyle/>
            <a:p>
              <a:endParaRPr lang="it-IT" kern="0" dirty="0">
                <a:solidFill>
                  <a:prstClr val="black"/>
                </a:solidFill>
                <a:latin typeface="Calibri" panose="020F0502020204030204" pitchFamily="34" charset="0"/>
                <a:cs typeface="Calibri" panose="020F0502020204030204" pitchFamily="34" charset="0"/>
              </a:endParaRPr>
            </a:p>
          </p:txBody>
        </p:sp>
        <p:sp>
          <p:nvSpPr>
            <p:cNvPr id="55" name="CasellaDiTesto 54">
              <a:extLst>
                <a:ext uri="{FF2B5EF4-FFF2-40B4-BE49-F238E27FC236}">
                  <a16:creationId xmlns:a16="http://schemas.microsoft.com/office/drawing/2014/main" id="{65CD5592-B7AB-D58A-A544-69884AE3FB9D}"/>
                </a:ext>
              </a:extLst>
            </p:cNvPr>
            <p:cNvSpPr txBox="1"/>
            <p:nvPr/>
          </p:nvSpPr>
          <p:spPr>
            <a:xfrm>
              <a:off x="1891579" y="1616566"/>
              <a:ext cx="3965557" cy="954107"/>
            </a:xfrm>
            <a:prstGeom prst="rect">
              <a:avLst/>
            </a:prstGeom>
            <a:noFill/>
          </p:spPr>
          <p:txBody>
            <a:bodyPr wrap="square">
              <a:spAutoFit/>
            </a:bodyPr>
            <a:lstStyle/>
            <a:p>
              <a:r>
                <a:rPr lang="it-IT" sz="1400" b="1" spc="100" dirty="0">
                  <a:solidFill>
                    <a:srgbClr val="FF7639"/>
                  </a:solidFill>
                  <a:latin typeface="+mj-lt"/>
                  <a:cs typeface="Times New Roman" panose="02020603050405020304" pitchFamily="18" charset="0"/>
                </a:rPr>
                <a:t>Il Problema: I Limiti della Binarizzazione</a:t>
              </a:r>
              <a:br>
                <a:rPr lang="it-IT" sz="1200" dirty="0">
                  <a:solidFill>
                    <a:schemeClr val="bg1"/>
                  </a:solidFill>
                  <a:latin typeface="+mj-lt"/>
                  <a:cs typeface="Times New Roman" panose="02020603050405020304" pitchFamily="18" charset="0"/>
                </a:rPr>
              </a:br>
              <a:endParaRPr lang="it-IT" sz="1200" dirty="0">
                <a:solidFill>
                  <a:schemeClr val="bg1"/>
                </a:solidFill>
                <a:latin typeface="+mj-lt"/>
                <a:cs typeface="Times New Roman" panose="02020603050405020304" pitchFamily="18" charset="0"/>
              </a:endParaRPr>
            </a:p>
            <a:p>
              <a:r>
                <a:rPr lang="it-IT" sz="1000" dirty="0">
                  <a:solidFill>
                    <a:schemeClr val="bg1"/>
                  </a:solidFill>
                  <a:latin typeface="+mj-lt"/>
                  <a:cs typeface="Times New Roman" panose="02020603050405020304" pitchFamily="18" charset="0"/>
                </a:rPr>
                <a:t>Le metriche di </a:t>
              </a:r>
              <a:r>
                <a:rPr lang="it-IT" sz="1000" dirty="0" err="1">
                  <a:solidFill>
                    <a:schemeClr val="bg1"/>
                  </a:solidFill>
                  <a:latin typeface="+mj-lt"/>
                  <a:cs typeface="Times New Roman" panose="02020603050405020304" pitchFamily="18" charset="0"/>
                </a:rPr>
                <a:t>fairness</a:t>
              </a:r>
              <a:r>
                <a:rPr lang="it-IT" sz="1000" dirty="0">
                  <a:solidFill>
                    <a:schemeClr val="bg1"/>
                  </a:solidFill>
                  <a:latin typeface="+mj-lt"/>
                  <a:cs typeface="Times New Roman" panose="02020603050405020304" pitchFamily="18" charset="0"/>
                </a:rPr>
                <a:t> tradizionali, operando su scenari binari (es. uomo/donna), sono problematiche: semplificano la realtà, creano un'illusione di equità e nascondono discriminazioni intersezionali.</a:t>
              </a:r>
              <a:endParaRPr lang="it-IT" sz="1000" dirty="0">
                <a:solidFill>
                  <a:schemeClr val="bg1"/>
                </a:solidFill>
                <a:latin typeface="+mj-lt"/>
              </a:endParaRPr>
            </a:p>
          </p:txBody>
        </p:sp>
      </p:grpSp>
      <p:grpSp>
        <p:nvGrpSpPr>
          <p:cNvPr id="3" name="Gruppo 2">
            <a:extLst>
              <a:ext uri="{FF2B5EF4-FFF2-40B4-BE49-F238E27FC236}">
                <a16:creationId xmlns:a16="http://schemas.microsoft.com/office/drawing/2014/main" id="{119CC6DC-310B-8B3C-E763-C84C9300B8E3}"/>
              </a:ext>
            </a:extLst>
          </p:cNvPr>
          <p:cNvGrpSpPr/>
          <p:nvPr/>
        </p:nvGrpSpPr>
        <p:grpSpPr>
          <a:xfrm>
            <a:off x="1635391" y="2909048"/>
            <a:ext cx="4078212" cy="1151343"/>
            <a:chOff x="1773614" y="2887784"/>
            <a:chExt cx="4078212" cy="1151343"/>
          </a:xfrm>
        </p:grpSpPr>
        <p:sp>
          <p:nvSpPr>
            <p:cNvPr id="59" name="CasellaDiTesto 58">
              <a:extLst>
                <a:ext uri="{FF2B5EF4-FFF2-40B4-BE49-F238E27FC236}">
                  <a16:creationId xmlns:a16="http://schemas.microsoft.com/office/drawing/2014/main" id="{1D0D936C-5D5E-EC21-EA3C-9486F64CC524}"/>
                </a:ext>
              </a:extLst>
            </p:cNvPr>
            <p:cNvSpPr txBox="1"/>
            <p:nvPr/>
          </p:nvSpPr>
          <p:spPr>
            <a:xfrm>
              <a:off x="1773614" y="2887784"/>
              <a:ext cx="3544580" cy="369332"/>
            </a:xfrm>
            <a:prstGeom prst="rect">
              <a:avLst/>
            </a:prstGeom>
            <a:solidFill>
              <a:srgbClr val="FFA7C6"/>
            </a:solidFill>
            <a:effectLst>
              <a:softEdge rad="127000"/>
            </a:effectLst>
          </p:spPr>
          <p:txBody>
            <a:bodyPr wrap="square">
              <a:spAutoFit/>
            </a:bodyPr>
            <a:lstStyle/>
            <a:p>
              <a:endParaRPr lang="it-IT" kern="0" dirty="0">
                <a:solidFill>
                  <a:prstClr val="black"/>
                </a:solidFill>
                <a:latin typeface="Calibri" panose="020F0502020204030204" pitchFamily="34" charset="0"/>
                <a:cs typeface="Calibri" panose="020F0502020204030204" pitchFamily="34" charset="0"/>
              </a:endParaRPr>
            </a:p>
          </p:txBody>
        </p:sp>
        <p:sp>
          <p:nvSpPr>
            <p:cNvPr id="56" name="CasellaDiTesto 55">
              <a:extLst>
                <a:ext uri="{FF2B5EF4-FFF2-40B4-BE49-F238E27FC236}">
                  <a16:creationId xmlns:a16="http://schemas.microsoft.com/office/drawing/2014/main" id="{BD38CE25-2A63-5BBA-ED3B-15C77339A509}"/>
                </a:ext>
              </a:extLst>
            </p:cNvPr>
            <p:cNvSpPr txBox="1"/>
            <p:nvPr/>
          </p:nvSpPr>
          <p:spPr>
            <a:xfrm>
              <a:off x="1891580" y="2931131"/>
              <a:ext cx="3960246" cy="1107996"/>
            </a:xfrm>
            <a:prstGeom prst="rect">
              <a:avLst/>
            </a:prstGeom>
            <a:noFill/>
          </p:spPr>
          <p:txBody>
            <a:bodyPr wrap="square">
              <a:spAutoFit/>
            </a:bodyPr>
            <a:lstStyle/>
            <a:p>
              <a:r>
                <a:rPr lang="it-IT" sz="1400" b="1" spc="100" dirty="0">
                  <a:solidFill>
                    <a:srgbClr val="FF1769"/>
                  </a:solidFill>
                  <a:latin typeface="+mj-lt"/>
                  <a:cs typeface="Times New Roman" panose="02020603050405020304" pitchFamily="18" charset="0"/>
                </a:rPr>
                <a:t>La Soluzione: Metriche </a:t>
              </a:r>
              <a:r>
                <a:rPr lang="it-IT" sz="1400" b="1" spc="100" dirty="0" err="1">
                  <a:solidFill>
                    <a:srgbClr val="FF1769"/>
                  </a:solidFill>
                  <a:latin typeface="+mj-lt"/>
                  <a:cs typeface="Times New Roman" panose="02020603050405020304" pitchFamily="18" charset="0"/>
                </a:rPr>
                <a:t>Multigruppo</a:t>
              </a:r>
              <a:br>
                <a:rPr lang="it-IT" sz="1200" dirty="0">
                  <a:solidFill>
                    <a:schemeClr val="bg1"/>
                  </a:solidFill>
                  <a:latin typeface="+mj-lt"/>
                  <a:cs typeface="Times New Roman" panose="02020603050405020304" pitchFamily="18" charset="0"/>
                </a:rPr>
              </a:br>
              <a:endParaRPr lang="it-IT" sz="1200" dirty="0">
                <a:solidFill>
                  <a:schemeClr val="bg1"/>
                </a:solidFill>
                <a:latin typeface="+mj-lt"/>
                <a:cs typeface="Times New Roman" panose="02020603050405020304" pitchFamily="18" charset="0"/>
              </a:endParaRPr>
            </a:p>
            <a:p>
              <a:r>
                <a:rPr lang="it-IT" sz="1000" dirty="0">
                  <a:solidFill>
                    <a:schemeClr val="bg1"/>
                  </a:solidFill>
                  <a:latin typeface="+mj-lt"/>
                  <a:cs typeface="Times New Roman" panose="02020603050405020304" pitchFamily="18" charset="0"/>
                </a:rPr>
                <a:t>La ricerca estende le metriche classiche a scenari </a:t>
              </a:r>
              <a:r>
                <a:rPr lang="it-IT" sz="1000" dirty="0" err="1">
                  <a:solidFill>
                    <a:schemeClr val="bg1"/>
                  </a:solidFill>
                  <a:latin typeface="+mj-lt"/>
                  <a:cs typeface="Times New Roman" panose="02020603050405020304" pitchFamily="18" charset="0"/>
                </a:rPr>
                <a:t>multigruppo</a:t>
              </a:r>
              <a:r>
                <a:rPr lang="it-IT" sz="1000" dirty="0">
                  <a:solidFill>
                    <a:schemeClr val="bg1"/>
                  </a:solidFill>
                  <a:latin typeface="+mj-lt"/>
                  <a:cs typeface="Times New Roman" panose="02020603050405020304" pitchFamily="18" charset="0"/>
                </a:rPr>
                <a:t>. Questo permette un'analisi più dettagliata (fine-</a:t>
              </a:r>
              <a:r>
                <a:rPr lang="it-IT" sz="1000" dirty="0" err="1">
                  <a:solidFill>
                    <a:schemeClr val="bg1"/>
                  </a:solidFill>
                  <a:latin typeface="+mj-lt"/>
                  <a:cs typeface="Times New Roman" panose="02020603050405020304" pitchFamily="18" charset="0"/>
                </a:rPr>
                <a:t>grained</a:t>
              </a:r>
              <a:r>
                <a:rPr lang="it-IT" sz="1000" dirty="0">
                  <a:solidFill>
                    <a:schemeClr val="bg1"/>
                  </a:solidFill>
                  <a:latin typeface="+mj-lt"/>
                  <a:cs typeface="Times New Roman" panose="02020603050405020304" pitchFamily="18" charset="0"/>
                </a:rPr>
                <a:t>) che fa emergere le discriminazioni nascoste e identifica con precisione i gruppi svantaggiati, consentendo interventi di mitigazione mirati.</a:t>
              </a:r>
              <a:endParaRPr lang="it-IT" sz="1000" dirty="0">
                <a:solidFill>
                  <a:schemeClr val="bg1"/>
                </a:solidFill>
                <a:latin typeface="+mj-lt"/>
              </a:endParaRPr>
            </a:p>
          </p:txBody>
        </p:sp>
      </p:grpSp>
      <p:grpSp>
        <p:nvGrpSpPr>
          <p:cNvPr id="4" name="Gruppo 3">
            <a:extLst>
              <a:ext uri="{FF2B5EF4-FFF2-40B4-BE49-F238E27FC236}">
                <a16:creationId xmlns:a16="http://schemas.microsoft.com/office/drawing/2014/main" id="{B64F69F6-4AF1-EA81-73B1-B7B39CEE1B6A}"/>
              </a:ext>
            </a:extLst>
          </p:cNvPr>
          <p:cNvGrpSpPr/>
          <p:nvPr/>
        </p:nvGrpSpPr>
        <p:grpSpPr>
          <a:xfrm>
            <a:off x="1727397" y="4389516"/>
            <a:ext cx="4230380" cy="2090112"/>
            <a:chOff x="1865620" y="4368252"/>
            <a:chExt cx="4230380" cy="2090112"/>
          </a:xfrm>
        </p:grpSpPr>
        <p:sp>
          <p:nvSpPr>
            <p:cNvPr id="60" name="CasellaDiTesto 59">
              <a:extLst>
                <a:ext uri="{FF2B5EF4-FFF2-40B4-BE49-F238E27FC236}">
                  <a16:creationId xmlns:a16="http://schemas.microsoft.com/office/drawing/2014/main" id="{42082362-6CB6-FFC6-1649-07989659880F}"/>
                </a:ext>
              </a:extLst>
            </p:cNvPr>
            <p:cNvSpPr txBox="1"/>
            <p:nvPr/>
          </p:nvSpPr>
          <p:spPr>
            <a:xfrm>
              <a:off x="1865620" y="4368252"/>
              <a:ext cx="3544580" cy="369332"/>
            </a:xfrm>
            <a:prstGeom prst="rect">
              <a:avLst/>
            </a:prstGeom>
            <a:solidFill>
              <a:srgbClr val="B8CFFE"/>
            </a:solidFill>
            <a:effectLst>
              <a:softEdge rad="127000"/>
            </a:effectLst>
          </p:spPr>
          <p:txBody>
            <a:bodyPr wrap="square">
              <a:spAutoFit/>
            </a:bodyPr>
            <a:lstStyle/>
            <a:p>
              <a:endParaRPr lang="it-IT" kern="0" dirty="0">
                <a:solidFill>
                  <a:prstClr val="black"/>
                </a:solidFill>
                <a:latin typeface="Calibri" panose="020F0502020204030204" pitchFamily="34" charset="0"/>
                <a:cs typeface="Calibri" panose="020F0502020204030204" pitchFamily="34" charset="0"/>
              </a:endParaRPr>
            </a:p>
          </p:txBody>
        </p:sp>
        <p:sp>
          <p:nvSpPr>
            <p:cNvPr id="57" name="CasellaDiTesto 56">
              <a:extLst>
                <a:ext uri="{FF2B5EF4-FFF2-40B4-BE49-F238E27FC236}">
                  <a16:creationId xmlns:a16="http://schemas.microsoft.com/office/drawing/2014/main" id="{1170EB2E-2792-B4F6-8BD8-BF2A4A4EAB23}"/>
                </a:ext>
              </a:extLst>
            </p:cNvPr>
            <p:cNvSpPr txBox="1"/>
            <p:nvPr/>
          </p:nvSpPr>
          <p:spPr>
            <a:xfrm>
              <a:off x="1891579" y="4396261"/>
              <a:ext cx="4204421" cy="2062103"/>
            </a:xfrm>
            <a:prstGeom prst="rect">
              <a:avLst/>
            </a:prstGeom>
            <a:noFill/>
          </p:spPr>
          <p:txBody>
            <a:bodyPr wrap="square">
              <a:spAutoFit/>
            </a:bodyPr>
            <a:lstStyle/>
            <a:p>
              <a:r>
                <a:rPr lang="it-IT" sz="1400" b="1" spc="100" dirty="0">
                  <a:solidFill>
                    <a:srgbClr val="0555FA"/>
                  </a:solidFill>
                  <a:latin typeface="+mj-lt"/>
                  <a:cs typeface="Times New Roman" panose="02020603050405020304" pitchFamily="18" charset="0"/>
                </a:rPr>
                <a:t>Il Collegamento con Career </a:t>
              </a:r>
              <a:r>
                <a:rPr lang="it-IT" sz="1400" b="1" spc="100" dirty="0" err="1">
                  <a:solidFill>
                    <a:srgbClr val="0555FA"/>
                  </a:solidFill>
                  <a:latin typeface="+mj-lt"/>
                  <a:cs typeface="Times New Roman" panose="02020603050405020304" pitchFamily="18" charset="0"/>
                </a:rPr>
                <a:t>Compass</a:t>
              </a:r>
              <a:r>
                <a:rPr lang="it-IT" sz="1400" b="1" spc="100" dirty="0">
                  <a:solidFill>
                    <a:srgbClr val="0555FA"/>
                  </a:solidFill>
                  <a:latin typeface="+mj-lt"/>
                  <a:cs typeface="Times New Roman" panose="02020603050405020304" pitchFamily="18" charset="0"/>
                </a:rPr>
                <a:t> AI</a:t>
              </a:r>
              <a:br>
                <a:rPr lang="it-IT" sz="1200" dirty="0">
                  <a:solidFill>
                    <a:srgbClr val="0555FA"/>
                  </a:solidFill>
                  <a:latin typeface="+mj-lt"/>
                  <a:cs typeface="Times New Roman" panose="02020603050405020304" pitchFamily="18" charset="0"/>
                </a:rPr>
              </a:br>
              <a:endParaRPr lang="it-IT" sz="1200" dirty="0">
                <a:solidFill>
                  <a:srgbClr val="0555FA"/>
                </a:solidFill>
                <a:latin typeface="+mj-lt"/>
                <a:cs typeface="Times New Roman" panose="02020603050405020304" pitchFamily="18" charset="0"/>
              </a:endParaRPr>
            </a:p>
            <a:p>
              <a:r>
                <a:rPr lang="it-IT" sz="1000" i="1" dirty="0">
                  <a:solidFill>
                    <a:schemeClr val="bg1"/>
                  </a:solidFill>
                  <a:latin typeface="+mj-lt"/>
                  <a:cs typeface="Times New Roman" panose="02020603050405020304" pitchFamily="18" charset="0"/>
                </a:rPr>
                <a:t>Stato Attuale</a:t>
              </a:r>
              <a:r>
                <a:rPr lang="it-IT" sz="1000" dirty="0">
                  <a:solidFill>
                    <a:schemeClr val="bg1"/>
                  </a:solidFill>
                  <a:latin typeface="+mj-lt"/>
                  <a:cs typeface="Times New Roman" panose="02020603050405020304" pitchFamily="18" charset="0"/>
                </a:rPr>
                <a:t>: Il prototipo implementa un audit di </a:t>
              </a:r>
              <a:r>
                <a:rPr lang="it-IT" sz="1000" dirty="0" err="1">
                  <a:solidFill>
                    <a:schemeClr val="bg1"/>
                  </a:solidFill>
                  <a:latin typeface="+mj-lt"/>
                  <a:cs typeface="Times New Roman" panose="02020603050405020304" pitchFamily="18" charset="0"/>
                </a:rPr>
                <a:t>fairness</a:t>
              </a:r>
              <a:r>
                <a:rPr lang="it-IT" sz="1000" dirty="0">
                  <a:solidFill>
                    <a:schemeClr val="bg1"/>
                  </a:solidFill>
                  <a:latin typeface="+mj-lt"/>
                  <a:cs typeface="Times New Roman" panose="02020603050405020304" pitchFamily="18" charset="0"/>
                </a:rPr>
                <a:t> qualitativo, che rappresenta un primo passo fondamentale. L'IA analizza discorsivamente se una professione suggerita possa presentare </a:t>
              </a:r>
              <a:r>
                <a:rPr lang="it-IT" sz="1000" dirty="0" err="1">
                  <a:solidFill>
                    <a:schemeClr val="bg1"/>
                  </a:solidFill>
                  <a:latin typeface="+mj-lt"/>
                  <a:cs typeface="Times New Roman" panose="02020603050405020304" pitchFamily="18" charset="0"/>
                </a:rPr>
                <a:t>bias</a:t>
              </a:r>
              <a:r>
                <a:rPr lang="it-IT" sz="1000" dirty="0">
                  <a:solidFill>
                    <a:schemeClr val="bg1"/>
                  </a:solidFill>
                  <a:latin typeface="+mj-lt"/>
                  <a:cs typeface="Times New Roman" panose="02020603050405020304" pitchFamily="18" charset="0"/>
                </a:rPr>
                <a:t> o barriere d'accesso per sottogruppi specifici.</a:t>
              </a:r>
            </a:p>
            <a:p>
              <a:endParaRPr lang="it-IT" sz="1000" dirty="0">
                <a:solidFill>
                  <a:schemeClr val="bg1"/>
                </a:solidFill>
                <a:latin typeface="+mj-lt"/>
                <a:cs typeface="Times New Roman" panose="02020603050405020304" pitchFamily="18" charset="0"/>
              </a:endParaRPr>
            </a:p>
            <a:p>
              <a:r>
                <a:rPr lang="it-IT" sz="1000" i="1" dirty="0">
                  <a:solidFill>
                    <a:schemeClr val="bg1"/>
                  </a:solidFill>
                  <a:latin typeface="+mj-lt"/>
                  <a:cs typeface="Times New Roman" panose="02020603050405020304" pitchFamily="18" charset="0"/>
                </a:rPr>
                <a:t>Sviluppo Futuro</a:t>
              </a:r>
              <a:r>
                <a:rPr lang="it-IT" sz="1000" dirty="0">
                  <a:solidFill>
                    <a:schemeClr val="bg1"/>
                  </a:solidFill>
                  <a:latin typeface="+mj-lt"/>
                  <a:cs typeface="Times New Roman" panose="02020603050405020304" pitchFamily="18" charset="0"/>
                </a:rPr>
                <a:t>: L'evoluzione consiste nell’implementare un modulo di audit quantitativo basato su queste metriche estese. Questo trasformerà la </a:t>
              </a:r>
              <a:r>
                <a:rPr lang="it-IT" sz="1000" dirty="0" err="1">
                  <a:solidFill>
                    <a:schemeClr val="bg1"/>
                  </a:solidFill>
                  <a:latin typeface="+mj-lt"/>
                  <a:cs typeface="Times New Roman" panose="02020603050405020304" pitchFamily="18" charset="0"/>
                </a:rPr>
                <a:t>fairness</a:t>
              </a:r>
              <a:r>
                <a:rPr lang="it-IT" sz="1000" dirty="0">
                  <a:solidFill>
                    <a:schemeClr val="bg1"/>
                  </a:solidFill>
                  <a:latin typeface="+mj-lt"/>
                  <a:cs typeface="Times New Roman" panose="02020603050405020304" pitchFamily="18" charset="0"/>
                </a:rPr>
                <a:t> da un'osservazione discorsiva a una proprietà misurabile, verificabile e rigorosa del sistema.</a:t>
              </a:r>
            </a:p>
            <a:p>
              <a:endParaRPr lang="it-IT" sz="1200" dirty="0">
                <a:solidFill>
                  <a:schemeClr val="bg1"/>
                </a:solidFill>
                <a:latin typeface="+mj-lt"/>
              </a:endParaRPr>
            </a:p>
          </p:txBody>
        </p:sp>
      </p:grpSp>
    </p:spTree>
    <p:extLst>
      <p:ext uri="{BB962C8B-B14F-4D97-AF65-F5344CB8AC3E}">
        <p14:creationId xmlns:p14="http://schemas.microsoft.com/office/powerpoint/2010/main" val="31855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par>
                                <p:cTn id="8" presetID="53" presetClass="entr" presetSubtype="16" fill="hold" nodeType="withEffect">
                                  <p:stCondLst>
                                    <p:cond delay="500"/>
                                  </p:stCondLst>
                                  <p:childTnLst>
                                    <p:set>
                                      <p:cBhvr>
                                        <p:cTn id="9" dur="1" fill="hold">
                                          <p:stCondLst>
                                            <p:cond delay="0"/>
                                          </p:stCondLst>
                                        </p:cTn>
                                        <p:tgtEl>
                                          <p:spTgt spid="14"/>
                                        </p:tgtEl>
                                        <p:attrNameLst>
                                          <p:attrName>style.visibility</p:attrName>
                                        </p:attrNameLst>
                                      </p:cBhvr>
                                      <p:to>
                                        <p:strVal val="visible"/>
                                      </p:to>
                                    </p:set>
                                    <p:anim calcmode="lin" valueType="num">
                                      <p:cBhvr>
                                        <p:cTn id="10" dur="1500" fill="hold"/>
                                        <p:tgtEl>
                                          <p:spTgt spid="14"/>
                                        </p:tgtEl>
                                        <p:attrNameLst>
                                          <p:attrName>ppt_w</p:attrName>
                                        </p:attrNameLst>
                                      </p:cBhvr>
                                      <p:tavLst>
                                        <p:tav tm="0">
                                          <p:val>
                                            <p:fltVal val="0"/>
                                          </p:val>
                                        </p:tav>
                                        <p:tav tm="100000">
                                          <p:val>
                                            <p:strVal val="#ppt_w"/>
                                          </p:val>
                                        </p:tav>
                                      </p:tavLst>
                                    </p:anim>
                                    <p:anim calcmode="lin" valueType="num">
                                      <p:cBhvr>
                                        <p:cTn id="11" dur="1500" fill="hold"/>
                                        <p:tgtEl>
                                          <p:spTgt spid="14"/>
                                        </p:tgtEl>
                                        <p:attrNameLst>
                                          <p:attrName>ppt_h</p:attrName>
                                        </p:attrNameLst>
                                      </p:cBhvr>
                                      <p:tavLst>
                                        <p:tav tm="0">
                                          <p:val>
                                            <p:fltVal val="0"/>
                                          </p:val>
                                        </p:tav>
                                        <p:tav tm="100000">
                                          <p:val>
                                            <p:strVal val="#ppt_h"/>
                                          </p:val>
                                        </p:tav>
                                      </p:tavLst>
                                    </p:anim>
                                    <p:animEffect transition="in" filter="fade">
                                      <p:cBhvr>
                                        <p:cTn id="12" dur="1500"/>
                                        <p:tgtEl>
                                          <p:spTgt spid="14"/>
                                        </p:tgtEl>
                                      </p:cBhvr>
                                    </p:animEffect>
                                  </p:childTnLst>
                                </p:cTn>
                              </p:par>
                              <p:par>
                                <p:cTn id="13" presetID="16" presetClass="entr" presetSubtype="21" fill="hold" nodeType="withEffect">
                                  <p:stCondLst>
                                    <p:cond delay="100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2250"/>
                                        <p:tgtEl>
                                          <p:spTgt spid="18"/>
                                        </p:tgtEl>
                                      </p:cBhvr>
                                    </p:animEffect>
                                  </p:childTnLst>
                                </p:cTn>
                              </p:par>
                              <p:par>
                                <p:cTn id="16" presetID="2" presetClass="entr" presetSubtype="4" fill="hold" nodeType="withEffect">
                                  <p:stCondLst>
                                    <p:cond delay="300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2250" fill="hold"/>
                                        <p:tgtEl>
                                          <p:spTgt spid="15"/>
                                        </p:tgtEl>
                                        <p:attrNameLst>
                                          <p:attrName>ppt_x</p:attrName>
                                        </p:attrNameLst>
                                      </p:cBhvr>
                                      <p:tavLst>
                                        <p:tav tm="0">
                                          <p:val>
                                            <p:strVal val="#ppt_x"/>
                                          </p:val>
                                        </p:tav>
                                        <p:tav tm="100000">
                                          <p:val>
                                            <p:strVal val="#ppt_x"/>
                                          </p:val>
                                        </p:tav>
                                      </p:tavLst>
                                    </p:anim>
                                    <p:anim calcmode="lin" valueType="num">
                                      <p:cBhvr additive="base">
                                        <p:cTn id="19" dur="2250" fill="hold"/>
                                        <p:tgtEl>
                                          <p:spTgt spid="15"/>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300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2250" fill="hold"/>
                                        <p:tgtEl>
                                          <p:spTgt spid="2"/>
                                        </p:tgtEl>
                                        <p:attrNameLst>
                                          <p:attrName>ppt_x</p:attrName>
                                        </p:attrNameLst>
                                      </p:cBhvr>
                                      <p:tavLst>
                                        <p:tav tm="0">
                                          <p:val>
                                            <p:strVal val="#ppt_x"/>
                                          </p:val>
                                        </p:tav>
                                        <p:tav tm="100000">
                                          <p:val>
                                            <p:strVal val="#ppt_x"/>
                                          </p:val>
                                        </p:tav>
                                      </p:tavLst>
                                    </p:anim>
                                    <p:anim calcmode="lin" valueType="num">
                                      <p:cBhvr additive="base">
                                        <p:cTn id="23" dur="2250" fill="hold"/>
                                        <p:tgtEl>
                                          <p:spTgt spid="2"/>
                                        </p:tgtEl>
                                        <p:attrNameLst>
                                          <p:attrName>ppt_y</p:attrName>
                                        </p:attrNameLst>
                                      </p:cBhvr>
                                      <p:tavLst>
                                        <p:tav tm="0">
                                          <p:val>
                                            <p:strVal val="1+#ppt_h/2"/>
                                          </p:val>
                                        </p:tav>
                                        <p:tav tm="100000">
                                          <p:val>
                                            <p:strVal val="#ppt_y"/>
                                          </p:val>
                                        </p:tav>
                                      </p:tavLst>
                                    </p:anim>
                                  </p:childTnLst>
                                </p:cTn>
                              </p:par>
                              <p:par>
                                <p:cTn id="24" presetID="16" presetClass="entr" presetSubtype="21" fill="hold" nodeType="withEffect">
                                  <p:stCondLst>
                                    <p:cond delay="1000"/>
                                  </p:stCondLst>
                                  <p:childTnLst>
                                    <p:set>
                                      <p:cBhvr>
                                        <p:cTn id="25" dur="1" fill="hold">
                                          <p:stCondLst>
                                            <p:cond delay="0"/>
                                          </p:stCondLst>
                                        </p:cTn>
                                        <p:tgtEl>
                                          <p:spTgt spid="40"/>
                                        </p:tgtEl>
                                        <p:attrNameLst>
                                          <p:attrName>style.visibility</p:attrName>
                                        </p:attrNameLst>
                                      </p:cBhvr>
                                      <p:to>
                                        <p:strVal val="visible"/>
                                      </p:to>
                                    </p:set>
                                    <p:animEffect transition="in" filter="barn(inVertical)">
                                      <p:cBhvr>
                                        <p:cTn id="26" dur="2250"/>
                                        <p:tgtEl>
                                          <p:spTgt spid="40"/>
                                        </p:tgtEl>
                                      </p:cBhvr>
                                    </p:animEffect>
                                  </p:childTnLst>
                                </p:cTn>
                              </p:par>
                              <p:par>
                                <p:cTn id="27" presetID="42" presetClass="entr" presetSubtype="0" fill="hold" nodeType="withEffect">
                                  <p:stCondLst>
                                    <p:cond delay="500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2250"/>
                                        <p:tgtEl>
                                          <p:spTgt spid="24"/>
                                        </p:tgtEl>
                                      </p:cBhvr>
                                    </p:animEffect>
                                    <p:anim calcmode="lin" valueType="num">
                                      <p:cBhvr>
                                        <p:cTn id="30" dur="2250" fill="hold"/>
                                        <p:tgtEl>
                                          <p:spTgt spid="24"/>
                                        </p:tgtEl>
                                        <p:attrNameLst>
                                          <p:attrName>ppt_x</p:attrName>
                                        </p:attrNameLst>
                                      </p:cBhvr>
                                      <p:tavLst>
                                        <p:tav tm="0">
                                          <p:val>
                                            <p:strVal val="#ppt_x"/>
                                          </p:val>
                                        </p:tav>
                                        <p:tav tm="100000">
                                          <p:val>
                                            <p:strVal val="#ppt_x"/>
                                          </p:val>
                                        </p:tav>
                                      </p:tavLst>
                                    </p:anim>
                                    <p:anim calcmode="lin" valueType="num">
                                      <p:cBhvr>
                                        <p:cTn id="31" dur="2250" fill="hold"/>
                                        <p:tgtEl>
                                          <p:spTgt spid="24"/>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500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2250"/>
                                        <p:tgtEl>
                                          <p:spTgt spid="3"/>
                                        </p:tgtEl>
                                      </p:cBhvr>
                                    </p:animEffect>
                                    <p:anim calcmode="lin" valueType="num">
                                      <p:cBhvr>
                                        <p:cTn id="35" dur="2250" fill="hold"/>
                                        <p:tgtEl>
                                          <p:spTgt spid="3"/>
                                        </p:tgtEl>
                                        <p:attrNameLst>
                                          <p:attrName>ppt_x</p:attrName>
                                        </p:attrNameLst>
                                      </p:cBhvr>
                                      <p:tavLst>
                                        <p:tav tm="0">
                                          <p:val>
                                            <p:strVal val="#ppt_x"/>
                                          </p:val>
                                        </p:tav>
                                        <p:tav tm="100000">
                                          <p:val>
                                            <p:strVal val="#ppt_x"/>
                                          </p:val>
                                        </p:tav>
                                      </p:tavLst>
                                    </p:anim>
                                    <p:anim calcmode="lin" valueType="num">
                                      <p:cBhvr>
                                        <p:cTn id="36" dur="2250" fill="hold"/>
                                        <p:tgtEl>
                                          <p:spTgt spid="3"/>
                                        </p:tgtEl>
                                        <p:attrNameLst>
                                          <p:attrName>ppt_y</p:attrName>
                                        </p:attrNameLst>
                                      </p:cBhvr>
                                      <p:tavLst>
                                        <p:tav tm="0">
                                          <p:val>
                                            <p:strVal val="#ppt_y+.1"/>
                                          </p:val>
                                        </p:tav>
                                        <p:tav tm="100000">
                                          <p:val>
                                            <p:strVal val="#ppt_y"/>
                                          </p:val>
                                        </p:tav>
                                      </p:tavLst>
                                    </p:anim>
                                  </p:childTnLst>
                                </p:cTn>
                              </p:par>
                              <p:par>
                                <p:cTn id="37" presetID="16" presetClass="entr" presetSubtype="21" fill="hold" nodeType="withEffect">
                                  <p:stCondLst>
                                    <p:cond delay="1000"/>
                                  </p:stCondLst>
                                  <p:childTnLst>
                                    <p:set>
                                      <p:cBhvr>
                                        <p:cTn id="38" dur="1" fill="hold">
                                          <p:stCondLst>
                                            <p:cond delay="0"/>
                                          </p:stCondLst>
                                        </p:cTn>
                                        <p:tgtEl>
                                          <p:spTgt spid="46"/>
                                        </p:tgtEl>
                                        <p:attrNameLst>
                                          <p:attrName>style.visibility</p:attrName>
                                        </p:attrNameLst>
                                      </p:cBhvr>
                                      <p:to>
                                        <p:strVal val="visible"/>
                                      </p:to>
                                    </p:set>
                                    <p:animEffect transition="in" filter="barn(inVertical)">
                                      <p:cBhvr>
                                        <p:cTn id="39" dur="2250"/>
                                        <p:tgtEl>
                                          <p:spTgt spid="46"/>
                                        </p:tgtEl>
                                      </p:cBhvr>
                                    </p:animEffect>
                                  </p:childTnLst>
                                </p:cTn>
                              </p:par>
                              <p:par>
                                <p:cTn id="40" presetID="42" presetClass="entr" presetSubtype="0" fill="hold" nodeType="withEffect">
                                  <p:stCondLst>
                                    <p:cond delay="700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2250"/>
                                        <p:tgtEl>
                                          <p:spTgt spid="30"/>
                                        </p:tgtEl>
                                      </p:cBhvr>
                                    </p:animEffect>
                                    <p:anim calcmode="lin" valueType="num">
                                      <p:cBhvr>
                                        <p:cTn id="43" dur="2250" fill="hold"/>
                                        <p:tgtEl>
                                          <p:spTgt spid="30"/>
                                        </p:tgtEl>
                                        <p:attrNameLst>
                                          <p:attrName>ppt_x</p:attrName>
                                        </p:attrNameLst>
                                      </p:cBhvr>
                                      <p:tavLst>
                                        <p:tav tm="0">
                                          <p:val>
                                            <p:strVal val="#ppt_x"/>
                                          </p:val>
                                        </p:tav>
                                        <p:tav tm="100000">
                                          <p:val>
                                            <p:strVal val="#ppt_x"/>
                                          </p:val>
                                        </p:tav>
                                      </p:tavLst>
                                    </p:anim>
                                    <p:anim calcmode="lin" valueType="num">
                                      <p:cBhvr>
                                        <p:cTn id="44" dur="2250" fill="hold"/>
                                        <p:tgtEl>
                                          <p:spTgt spid="30"/>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700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2250"/>
                                        <p:tgtEl>
                                          <p:spTgt spid="4"/>
                                        </p:tgtEl>
                                      </p:cBhvr>
                                    </p:animEffect>
                                    <p:anim calcmode="lin" valueType="num">
                                      <p:cBhvr>
                                        <p:cTn id="48" dur="2250" fill="hold"/>
                                        <p:tgtEl>
                                          <p:spTgt spid="4"/>
                                        </p:tgtEl>
                                        <p:attrNameLst>
                                          <p:attrName>ppt_x</p:attrName>
                                        </p:attrNameLst>
                                      </p:cBhvr>
                                      <p:tavLst>
                                        <p:tav tm="0">
                                          <p:val>
                                            <p:strVal val="#ppt_x"/>
                                          </p:val>
                                        </p:tav>
                                        <p:tav tm="100000">
                                          <p:val>
                                            <p:strVal val="#ppt_x"/>
                                          </p:val>
                                        </p:tav>
                                      </p:tavLst>
                                    </p:anim>
                                    <p:anim calcmode="lin" valueType="num">
                                      <p:cBhvr>
                                        <p:cTn id="49" dur="2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4F5F1360-F1D6-5CC3-BD44-82C991D16573}"/>
              </a:ext>
            </a:extLst>
          </p:cNvPr>
          <p:cNvSpPr/>
          <p:nvPr/>
        </p:nvSpPr>
        <p:spPr>
          <a:xfrm>
            <a:off x="0" y="0"/>
            <a:ext cx="12191999" cy="6858000"/>
          </a:xfrm>
          <a:prstGeom prst="rect">
            <a:avLst/>
          </a:prstGeom>
          <a:solidFill>
            <a:sysClr val="window" lastClr="FFFFFF">
              <a:alpha val="49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5" name="Gruppo 4">
            <a:extLst>
              <a:ext uri="{FF2B5EF4-FFF2-40B4-BE49-F238E27FC236}">
                <a16:creationId xmlns:a16="http://schemas.microsoft.com/office/drawing/2014/main" id="{08FF0A16-8E03-9058-9508-4396F8B34C3C}"/>
              </a:ext>
            </a:extLst>
          </p:cNvPr>
          <p:cNvGrpSpPr/>
          <p:nvPr/>
        </p:nvGrpSpPr>
        <p:grpSpPr>
          <a:xfrm>
            <a:off x="1491921" y="285706"/>
            <a:ext cx="10391720" cy="2139552"/>
            <a:chOff x="596134" y="4518809"/>
            <a:chExt cx="10676917" cy="2139552"/>
          </a:xfrm>
        </p:grpSpPr>
        <p:sp>
          <p:nvSpPr>
            <p:cNvPr id="6" name="CasellaDiTesto 5">
              <a:extLst>
                <a:ext uri="{FF2B5EF4-FFF2-40B4-BE49-F238E27FC236}">
                  <a16:creationId xmlns:a16="http://schemas.microsoft.com/office/drawing/2014/main" id="{D4FA4CB0-CD5F-AE3C-91CA-B9145FC67378}"/>
                </a:ext>
              </a:extLst>
            </p:cNvPr>
            <p:cNvSpPr txBox="1"/>
            <p:nvPr/>
          </p:nvSpPr>
          <p:spPr>
            <a:xfrm>
              <a:off x="623862" y="4534703"/>
              <a:ext cx="10649189" cy="2123658"/>
            </a:xfrm>
            <a:prstGeom prst="rect">
              <a:avLst/>
            </a:prstGeom>
            <a:noFill/>
          </p:spPr>
          <p:txBody>
            <a:bodyPr wrap="square" rtlCol="0">
              <a:spAutoFit/>
            </a:bodyPr>
            <a:lstStyle/>
            <a:p>
              <a:pPr algn="r"/>
              <a:r>
                <a:rPr lang="it-IT" sz="6600" b="1" dirty="0">
                  <a:ln>
                    <a:solidFill>
                      <a:srgbClr val="022464"/>
                    </a:solidFill>
                  </a:ln>
                  <a:solidFill>
                    <a:schemeClr val="bg1"/>
                  </a:solidFill>
                  <a:latin typeface="Ink Free" panose="03080402000500000000" pitchFamily="66" charset="0"/>
                </a:rPr>
                <a:t>GRAZIE PER L’ATTENZIONE</a:t>
              </a:r>
              <a:endParaRPr lang="en-GB" sz="6600" b="1" dirty="0">
                <a:ln>
                  <a:solidFill>
                    <a:srgbClr val="022464"/>
                  </a:solidFill>
                </a:ln>
                <a:solidFill>
                  <a:schemeClr val="bg1"/>
                </a:solidFill>
                <a:latin typeface="Ink Free" panose="03080402000500000000" pitchFamily="66" charset="0"/>
              </a:endParaRPr>
            </a:p>
          </p:txBody>
        </p:sp>
        <p:sp>
          <p:nvSpPr>
            <p:cNvPr id="7" name="CasellaDiTesto 6">
              <a:extLst>
                <a:ext uri="{FF2B5EF4-FFF2-40B4-BE49-F238E27FC236}">
                  <a16:creationId xmlns:a16="http://schemas.microsoft.com/office/drawing/2014/main" id="{A94C1408-8F2E-470D-6393-184D9BD2CC1E}"/>
                </a:ext>
              </a:extLst>
            </p:cNvPr>
            <p:cNvSpPr txBox="1"/>
            <p:nvPr/>
          </p:nvSpPr>
          <p:spPr>
            <a:xfrm>
              <a:off x="596134" y="4518809"/>
              <a:ext cx="10649189" cy="2123658"/>
            </a:xfrm>
            <a:prstGeom prst="rect">
              <a:avLst/>
            </a:prstGeom>
            <a:noFill/>
          </p:spPr>
          <p:txBody>
            <a:bodyPr wrap="square" rtlCol="0">
              <a:spAutoFit/>
            </a:bodyPr>
            <a:lstStyle/>
            <a:p>
              <a:pPr algn="r"/>
              <a:r>
                <a:rPr lang="it-IT" sz="6600" b="1" dirty="0">
                  <a:ln>
                    <a:solidFill>
                      <a:srgbClr val="022464"/>
                    </a:solidFill>
                  </a:ln>
                  <a:solidFill>
                    <a:schemeClr val="bg1"/>
                  </a:solidFill>
                  <a:latin typeface="Ink Free" panose="03080402000500000000" pitchFamily="66" charset="0"/>
                </a:rPr>
                <a:t>GRAZIE PER L’ATTENZIONE</a:t>
              </a:r>
              <a:endParaRPr lang="en-GB" sz="6600" b="1" dirty="0">
                <a:ln>
                  <a:solidFill>
                    <a:srgbClr val="022464"/>
                  </a:solidFill>
                </a:ln>
                <a:solidFill>
                  <a:schemeClr val="bg1"/>
                </a:solidFill>
                <a:latin typeface="Ink Free" panose="03080402000500000000" pitchFamily="66" charset="0"/>
              </a:endParaRPr>
            </a:p>
          </p:txBody>
        </p:sp>
        <p:sp>
          <p:nvSpPr>
            <p:cNvPr id="8" name="CasellaDiTesto 7">
              <a:extLst>
                <a:ext uri="{FF2B5EF4-FFF2-40B4-BE49-F238E27FC236}">
                  <a16:creationId xmlns:a16="http://schemas.microsoft.com/office/drawing/2014/main" id="{ABC81F16-6224-6589-7981-16FF68824F61}"/>
                </a:ext>
              </a:extLst>
            </p:cNvPr>
            <p:cNvSpPr txBox="1"/>
            <p:nvPr/>
          </p:nvSpPr>
          <p:spPr>
            <a:xfrm>
              <a:off x="599112" y="4526756"/>
              <a:ext cx="10649189" cy="2123658"/>
            </a:xfrm>
            <a:prstGeom prst="rect">
              <a:avLst/>
            </a:prstGeom>
            <a:noFill/>
          </p:spPr>
          <p:txBody>
            <a:bodyPr wrap="square" rtlCol="0">
              <a:spAutoFit/>
            </a:bodyPr>
            <a:lstStyle/>
            <a:p>
              <a:pPr algn="r"/>
              <a:r>
                <a:rPr lang="it-IT" sz="6600" b="1" dirty="0">
                  <a:ln>
                    <a:solidFill>
                      <a:srgbClr val="022464"/>
                    </a:solidFill>
                  </a:ln>
                  <a:solidFill>
                    <a:schemeClr val="bg1"/>
                  </a:solidFill>
                  <a:latin typeface="Ink Free" panose="03080402000500000000" pitchFamily="66" charset="0"/>
                </a:rPr>
                <a:t>GRAZIE PER L’ATTENZIONE</a:t>
              </a:r>
              <a:endParaRPr lang="en-GB" sz="6600" b="1" dirty="0">
                <a:ln>
                  <a:solidFill>
                    <a:srgbClr val="022464"/>
                  </a:solidFill>
                </a:ln>
                <a:solidFill>
                  <a:schemeClr val="bg1"/>
                </a:solidFill>
                <a:latin typeface="Ink Free" panose="03080402000500000000" pitchFamily="66" charset="0"/>
              </a:endParaRPr>
            </a:p>
          </p:txBody>
        </p:sp>
      </p:grpSp>
      <p:grpSp>
        <p:nvGrpSpPr>
          <p:cNvPr id="24" name="Gruppo 23">
            <a:extLst>
              <a:ext uri="{FF2B5EF4-FFF2-40B4-BE49-F238E27FC236}">
                <a16:creationId xmlns:a16="http://schemas.microsoft.com/office/drawing/2014/main" id="{01C4409D-81FE-0425-8C42-D92B7DAC255C}"/>
              </a:ext>
            </a:extLst>
          </p:cNvPr>
          <p:cNvGrpSpPr/>
          <p:nvPr/>
        </p:nvGrpSpPr>
        <p:grpSpPr>
          <a:xfrm>
            <a:off x="2211055" y="4210011"/>
            <a:ext cx="1800000" cy="1800000"/>
            <a:chOff x="2211055" y="4210011"/>
            <a:chExt cx="1800000" cy="1800000"/>
          </a:xfrm>
        </p:grpSpPr>
        <p:sp>
          <p:nvSpPr>
            <p:cNvPr id="15" name="Ovale 14">
              <a:extLst>
                <a:ext uri="{FF2B5EF4-FFF2-40B4-BE49-F238E27FC236}">
                  <a16:creationId xmlns:a16="http://schemas.microsoft.com/office/drawing/2014/main" id="{00C7CA2D-FD9B-CCB9-752B-F3F3767D58BF}"/>
                </a:ext>
              </a:extLst>
            </p:cNvPr>
            <p:cNvSpPr/>
            <p:nvPr/>
          </p:nvSpPr>
          <p:spPr>
            <a:xfrm>
              <a:off x="2211055" y="4210011"/>
              <a:ext cx="1800000" cy="1800000"/>
            </a:xfrm>
            <a:prstGeom prst="ellipse">
              <a:avLst/>
            </a:prstGeom>
            <a:solidFill>
              <a:srgbClr val="009D73"/>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it-IT"/>
            </a:p>
          </p:txBody>
        </p:sp>
        <p:pic>
          <p:nvPicPr>
            <p:cNvPr id="16" name="Picture 2" descr="Università telematica Unimarconi - spaziostudi infopoint">
              <a:extLst>
                <a:ext uri="{FF2B5EF4-FFF2-40B4-BE49-F238E27FC236}">
                  <a16:creationId xmlns:a16="http://schemas.microsoft.com/office/drawing/2014/main" id="{4A08889C-6D18-77C7-80D1-7CFE054424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897" y="4276937"/>
              <a:ext cx="1683514" cy="1683514"/>
            </a:xfrm>
            <a:prstGeom prst="ellipse">
              <a:avLst/>
            </a:prstGeom>
            <a:solidFill>
              <a:srgbClr val="009D73"/>
            </a:solidFill>
          </p:spPr>
        </p:pic>
      </p:grpSp>
      <p:grpSp>
        <p:nvGrpSpPr>
          <p:cNvPr id="25" name="Gruppo 24">
            <a:extLst>
              <a:ext uri="{FF2B5EF4-FFF2-40B4-BE49-F238E27FC236}">
                <a16:creationId xmlns:a16="http://schemas.microsoft.com/office/drawing/2014/main" id="{BF89719B-7E4C-F061-1928-2DDE46D038F7}"/>
              </a:ext>
            </a:extLst>
          </p:cNvPr>
          <p:cNvGrpSpPr/>
          <p:nvPr/>
        </p:nvGrpSpPr>
        <p:grpSpPr>
          <a:xfrm>
            <a:off x="4572857" y="4210011"/>
            <a:ext cx="1800000" cy="1800000"/>
            <a:chOff x="4572857" y="4210011"/>
            <a:chExt cx="1800000" cy="1800000"/>
          </a:xfrm>
        </p:grpSpPr>
        <p:sp>
          <p:nvSpPr>
            <p:cNvPr id="17" name="Ovale 16">
              <a:extLst>
                <a:ext uri="{FF2B5EF4-FFF2-40B4-BE49-F238E27FC236}">
                  <a16:creationId xmlns:a16="http://schemas.microsoft.com/office/drawing/2014/main" id="{94F7FBCA-F241-1276-C1CB-05F77803CC49}"/>
                </a:ext>
              </a:extLst>
            </p:cNvPr>
            <p:cNvSpPr/>
            <p:nvPr/>
          </p:nvSpPr>
          <p:spPr>
            <a:xfrm>
              <a:off x="4572857" y="4210011"/>
              <a:ext cx="1800000" cy="1800000"/>
            </a:xfrm>
            <a:prstGeom prst="ellipse">
              <a:avLst/>
            </a:prstGeom>
            <a:solidFill>
              <a:srgbClr val="03224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it-IT"/>
            </a:p>
          </p:txBody>
        </p:sp>
        <p:pic>
          <p:nvPicPr>
            <p:cNvPr id="18" name="Picture 4" descr="Homepage - BIP Consulting">
              <a:extLst>
                <a:ext uri="{FF2B5EF4-FFF2-40B4-BE49-F238E27FC236}">
                  <a16:creationId xmlns:a16="http://schemas.microsoft.com/office/drawing/2014/main" id="{60E8F4EC-07AE-6231-3EB1-2D715CCB22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6292" y="4491789"/>
              <a:ext cx="1270653" cy="1270653"/>
            </a:xfrm>
            <a:prstGeom prst="ellipse">
              <a:avLst/>
            </a:prstGeom>
            <a:noFill/>
            <a:extLst>
              <a:ext uri="{909E8E84-426E-40DD-AFC4-6F175D3DCCD1}">
                <a14:hiddenFill xmlns:a14="http://schemas.microsoft.com/office/drawing/2010/main">
                  <a:solidFill>
                    <a:srgbClr val="FFFFFF"/>
                  </a:solidFill>
                </a14:hiddenFill>
              </a:ext>
            </a:extLst>
          </p:spPr>
        </p:pic>
      </p:grpSp>
      <p:grpSp>
        <p:nvGrpSpPr>
          <p:cNvPr id="27" name="Gruppo 26">
            <a:extLst>
              <a:ext uri="{FF2B5EF4-FFF2-40B4-BE49-F238E27FC236}">
                <a16:creationId xmlns:a16="http://schemas.microsoft.com/office/drawing/2014/main" id="{12C2144F-BBD9-4F0E-DF18-3756B6F37B76}"/>
              </a:ext>
            </a:extLst>
          </p:cNvPr>
          <p:cNvGrpSpPr/>
          <p:nvPr/>
        </p:nvGrpSpPr>
        <p:grpSpPr>
          <a:xfrm>
            <a:off x="9352978" y="4210010"/>
            <a:ext cx="1800000" cy="1800000"/>
            <a:chOff x="9352978" y="4210010"/>
            <a:chExt cx="1800000" cy="1800000"/>
          </a:xfrm>
        </p:grpSpPr>
        <p:sp>
          <p:nvSpPr>
            <p:cNvPr id="20" name="Ovale 19">
              <a:extLst>
                <a:ext uri="{FF2B5EF4-FFF2-40B4-BE49-F238E27FC236}">
                  <a16:creationId xmlns:a16="http://schemas.microsoft.com/office/drawing/2014/main" id="{499D1D3B-E8F5-346B-3E72-02FC8AD0E9C3}"/>
                </a:ext>
              </a:extLst>
            </p:cNvPr>
            <p:cNvSpPr/>
            <p:nvPr/>
          </p:nvSpPr>
          <p:spPr>
            <a:xfrm>
              <a:off x="9352978" y="4210010"/>
              <a:ext cx="1800000" cy="1800000"/>
            </a:xfrm>
            <a:prstGeom prst="ellipse">
              <a:avLst/>
            </a:prstGeom>
            <a:solidFill>
              <a:schemeClr val="bg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it-IT"/>
            </a:p>
          </p:txBody>
        </p:sp>
        <p:pic>
          <p:nvPicPr>
            <p:cNvPr id="21" name="Picture 2" descr="INAPP – Istituto nazionale per l'analisi delle politiche pubbliche">
              <a:extLst>
                <a:ext uri="{FF2B5EF4-FFF2-40B4-BE49-F238E27FC236}">
                  <a16:creationId xmlns:a16="http://schemas.microsoft.com/office/drawing/2014/main" id="{00CEF37B-C312-9ADD-8328-0FF8F196D8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2773" y="4562823"/>
              <a:ext cx="1446554" cy="95130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uppo 25">
            <a:extLst>
              <a:ext uri="{FF2B5EF4-FFF2-40B4-BE49-F238E27FC236}">
                <a16:creationId xmlns:a16="http://schemas.microsoft.com/office/drawing/2014/main" id="{73736389-2942-F2D8-1532-8BAB735C3628}"/>
              </a:ext>
            </a:extLst>
          </p:cNvPr>
          <p:cNvGrpSpPr/>
          <p:nvPr/>
        </p:nvGrpSpPr>
        <p:grpSpPr>
          <a:xfrm>
            <a:off x="6929698" y="4210010"/>
            <a:ext cx="1800000" cy="1800000"/>
            <a:chOff x="6929698" y="4210010"/>
            <a:chExt cx="1800000" cy="1800000"/>
          </a:xfrm>
        </p:grpSpPr>
        <p:sp>
          <p:nvSpPr>
            <p:cNvPr id="19" name="Ovale 18">
              <a:extLst>
                <a:ext uri="{FF2B5EF4-FFF2-40B4-BE49-F238E27FC236}">
                  <a16:creationId xmlns:a16="http://schemas.microsoft.com/office/drawing/2014/main" id="{68F2A2A8-63A5-552A-E247-978CCB7897D3}"/>
                </a:ext>
              </a:extLst>
            </p:cNvPr>
            <p:cNvSpPr/>
            <p:nvPr/>
          </p:nvSpPr>
          <p:spPr>
            <a:xfrm>
              <a:off x="6929698" y="4210010"/>
              <a:ext cx="1800000" cy="1800000"/>
            </a:xfrm>
            <a:prstGeom prst="ellipse">
              <a:avLst/>
            </a:prstGeom>
            <a:solidFill>
              <a:schemeClr val="bg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2" name="Picture 4" descr="ISTAT - SHARPER Night">
              <a:extLst>
                <a:ext uri="{FF2B5EF4-FFF2-40B4-BE49-F238E27FC236}">
                  <a16:creationId xmlns:a16="http://schemas.microsoft.com/office/drawing/2014/main" id="{62D02138-6CDB-1FEF-9302-A4950F18C8B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39167"/>
            <a:stretch>
              <a:fillRect/>
            </a:stretch>
          </p:blipFill>
          <p:spPr bwMode="auto">
            <a:xfrm>
              <a:off x="7165171" y="4658357"/>
              <a:ext cx="1416255" cy="39923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ISTAT - SHARPER Night">
              <a:extLst>
                <a:ext uri="{FF2B5EF4-FFF2-40B4-BE49-F238E27FC236}">
                  <a16:creationId xmlns:a16="http://schemas.microsoft.com/office/drawing/2014/main" id="{1E641102-55CD-A7E2-08C6-5072D55D32E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2822"/>
            <a:stretch>
              <a:fillRect/>
            </a:stretch>
          </p:blipFill>
          <p:spPr bwMode="auto">
            <a:xfrm>
              <a:off x="7264978" y="5045464"/>
              <a:ext cx="1194317" cy="55088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0249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1250"/>
                                        <p:tgtEl>
                                          <p:spTgt spid="5"/>
                                        </p:tgtEl>
                                      </p:cBhvr>
                                    </p:animEffect>
                                  </p:childTnLst>
                                </p:cTn>
                              </p:par>
                              <p:par>
                                <p:cTn id="8" presetID="26" presetClass="entr" presetSubtype="0" fill="hold" nodeType="withEffect">
                                  <p:stCondLst>
                                    <p:cond delay="175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652">
                                          <p:stCondLst>
                                            <p:cond delay="0"/>
                                          </p:stCondLst>
                                        </p:cTn>
                                        <p:tgtEl>
                                          <p:spTgt spid="24"/>
                                        </p:tgtEl>
                                      </p:cBhvr>
                                    </p:animEffect>
                                    <p:anim calcmode="lin" valueType="num">
                                      <p:cBhvr>
                                        <p:cTn id="11" dur="2050"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2" dur="747"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3" dur="747" tmFilter="0, 0; 0.125,0.2665; 0.25,0.4; 0.375,0.465; 0.5,0.5;  0.625,0.535; 0.75,0.6; 0.875,0.7335; 1,1">
                                          <p:stCondLst>
                                            <p:cond delay="747"/>
                                          </p:stCondLst>
                                        </p:cTn>
                                        <p:tgtEl>
                                          <p:spTgt spid="24"/>
                                        </p:tgtEl>
                                        <p:attrNameLst>
                                          <p:attrName>ppt_y</p:attrName>
                                        </p:attrNameLst>
                                      </p:cBhvr>
                                      <p:tavLst>
                                        <p:tav tm="0" fmla="#ppt_y-sin(pi*$)/9">
                                          <p:val>
                                            <p:fltVal val="0"/>
                                          </p:val>
                                        </p:tav>
                                        <p:tav tm="100000">
                                          <p:val>
                                            <p:fltVal val="1"/>
                                          </p:val>
                                        </p:tav>
                                      </p:tavLst>
                                    </p:anim>
                                    <p:anim calcmode="lin" valueType="num">
                                      <p:cBhvr>
                                        <p:cTn id="14" dur="373" tmFilter="0, 0; 0.125,0.2665; 0.25,0.4; 0.375,0.465; 0.5,0.5;  0.625,0.535; 0.75,0.6; 0.875,0.7335; 1,1">
                                          <p:stCondLst>
                                            <p:cond delay="1490"/>
                                          </p:stCondLst>
                                        </p:cTn>
                                        <p:tgtEl>
                                          <p:spTgt spid="24"/>
                                        </p:tgtEl>
                                        <p:attrNameLst>
                                          <p:attrName>ppt_y</p:attrName>
                                        </p:attrNameLst>
                                      </p:cBhvr>
                                      <p:tavLst>
                                        <p:tav tm="0" fmla="#ppt_y-sin(pi*$)/27">
                                          <p:val>
                                            <p:fltVal val="0"/>
                                          </p:val>
                                        </p:tav>
                                        <p:tav tm="100000">
                                          <p:val>
                                            <p:fltVal val="1"/>
                                          </p:val>
                                        </p:tav>
                                      </p:tavLst>
                                    </p:anim>
                                    <p:anim calcmode="lin" valueType="num">
                                      <p:cBhvr>
                                        <p:cTn id="15" dur="185" tmFilter="0, 0; 0.125,0.2665; 0.25,0.4; 0.375,0.465; 0.5,0.5;  0.625,0.535; 0.75,0.6; 0.875,0.7335; 1,1">
                                          <p:stCondLst>
                                            <p:cond delay="1863"/>
                                          </p:stCondLst>
                                        </p:cTn>
                                        <p:tgtEl>
                                          <p:spTgt spid="24"/>
                                        </p:tgtEl>
                                        <p:attrNameLst>
                                          <p:attrName>ppt_y</p:attrName>
                                        </p:attrNameLst>
                                      </p:cBhvr>
                                      <p:tavLst>
                                        <p:tav tm="0" fmla="#ppt_y-sin(pi*$)/81">
                                          <p:val>
                                            <p:fltVal val="0"/>
                                          </p:val>
                                        </p:tav>
                                        <p:tav tm="100000">
                                          <p:val>
                                            <p:fltVal val="1"/>
                                          </p:val>
                                        </p:tav>
                                      </p:tavLst>
                                    </p:anim>
                                    <p:animScale>
                                      <p:cBhvr>
                                        <p:cTn id="16" dur="29">
                                          <p:stCondLst>
                                            <p:cond delay="731"/>
                                          </p:stCondLst>
                                        </p:cTn>
                                        <p:tgtEl>
                                          <p:spTgt spid="24"/>
                                        </p:tgtEl>
                                      </p:cBhvr>
                                      <p:to x="100000" y="60000"/>
                                    </p:animScale>
                                    <p:animScale>
                                      <p:cBhvr>
                                        <p:cTn id="17" dur="187" decel="50000">
                                          <p:stCondLst>
                                            <p:cond delay="761"/>
                                          </p:stCondLst>
                                        </p:cTn>
                                        <p:tgtEl>
                                          <p:spTgt spid="24"/>
                                        </p:tgtEl>
                                      </p:cBhvr>
                                      <p:to x="100000" y="100000"/>
                                    </p:animScale>
                                    <p:animScale>
                                      <p:cBhvr>
                                        <p:cTn id="18" dur="29">
                                          <p:stCondLst>
                                            <p:cond delay="1476"/>
                                          </p:stCondLst>
                                        </p:cTn>
                                        <p:tgtEl>
                                          <p:spTgt spid="24"/>
                                        </p:tgtEl>
                                      </p:cBhvr>
                                      <p:to x="100000" y="80000"/>
                                    </p:animScale>
                                    <p:animScale>
                                      <p:cBhvr>
                                        <p:cTn id="19" dur="187" decel="50000">
                                          <p:stCondLst>
                                            <p:cond delay="1505"/>
                                          </p:stCondLst>
                                        </p:cTn>
                                        <p:tgtEl>
                                          <p:spTgt spid="24"/>
                                        </p:tgtEl>
                                      </p:cBhvr>
                                      <p:to x="100000" y="100000"/>
                                    </p:animScale>
                                    <p:animScale>
                                      <p:cBhvr>
                                        <p:cTn id="20" dur="29">
                                          <p:stCondLst>
                                            <p:cond delay="1847"/>
                                          </p:stCondLst>
                                        </p:cTn>
                                        <p:tgtEl>
                                          <p:spTgt spid="24"/>
                                        </p:tgtEl>
                                      </p:cBhvr>
                                      <p:to x="100000" y="90000"/>
                                    </p:animScale>
                                    <p:animScale>
                                      <p:cBhvr>
                                        <p:cTn id="21" dur="187" decel="50000">
                                          <p:stCondLst>
                                            <p:cond delay="1876"/>
                                          </p:stCondLst>
                                        </p:cTn>
                                        <p:tgtEl>
                                          <p:spTgt spid="24"/>
                                        </p:tgtEl>
                                      </p:cBhvr>
                                      <p:to x="100000" y="100000"/>
                                    </p:animScale>
                                    <p:animScale>
                                      <p:cBhvr>
                                        <p:cTn id="22" dur="29">
                                          <p:stCondLst>
                                            <p:cond delay="2034"/>
                                          </p:stCondLst>
                                        </p:cTn>
                                        <p:tgtEl>
                                          <p:spTgt spid="24"/>
                                        </p:tgtEl>
                                      </p:cBhvr>
                                      <p:to x="100000" y="95000"/>
                                    </p:animScale>
                                    <p:animScale>
                                      <p:cBhvr>
                                        <p:cTn id="23" dur="187" decel="50000">
                                          <p:stCondLst>
                                            <p:cond delay="2063"/>
                                          </p:stCondLst>
                                        </p:cTn>
                                        <p:tgtEl>
                                          <p:spTgt spid="24"/>
                                        </p:tgtEl>
                                      </p:cBhvr>
                                      <p:to x="100000" y="100000"/>
                                    </p:animScale>
                                  </p:childTnLst>
                                </p:cTn>
                              </p:par>
                              <p:par>
                                <p:cTn id="24" presetID="26" presetClass="entr" presetSubtype="0" fill="hold" nodeType="withEffect">
                                  <p:stCondLst>
                                    <p:cond delay="3500"/>
                                  </p:stCondLst>
                                  <p:childTnLst>
                                    <p:set>
                                      <p:cBhvr>
                                        <p:cTn id="25" dur="1" fill="hold">
                                          <p:stCondLst>
                                            <p:cond delay="0"/>
                                          </p:stCondLst>
                                        </p:cTn>
                                        <p:tgtEl>
                                          <p:spTgt spid="25"/>
                                        </p:tgtEl>
                                        <p:attrNameLst>
                                          <p:attrName>style.visibility</p:attrName>
                                        </p:attrNameLst>
                                      </p:cBhvr>
                                      <p:to>
                                        <p:strVal val="visible"/>
                                      </p:to>
                                    </p:set>
                                    <p:animEffect transition="in" filter="wipe(down)">
                                      <p:cBhvr>
                                        <p:cTn id="26" dur="652">
                                          <p:stCondLst>
                                            <p:cond delay="0"/>
                                          </p:stCondLst>
                                        </p:cTn>
                                        <p:tgtEl>
                                          <p:spTgt spid="25"/>
                                        </p:tgtEl>
                                      </p:cBhvr>
                                    </p:animEffect>
                                    <p:anim calcmode="lin" valueType="num">
                                      <p:cBhvr>
                                        <p:cTn id="27" dur="2050"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28" dur="747"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29" dur="747" tmFilter="0, 0; 0.125,0.2665; 0.25,0.4; 0.375,0.465; 0.5,0.5;  0.625,0.535; 0.75,0.6; 0.875,0.7335; 1,1">
                                          <p:stCondLst>
                                            <p:cond delay="747"/>
                                          </p:stCondLst>
                                        </p:cTn>
                                        <p:tgtEl>
                                          <p:spTgt spid="25"/>
                                        </p:tgtEl>
                                        <p:attrNameLst>
                                          <p:attrName>ppt_y</p:attrName>
                                        </p:attrNameLst>
                                      </p:cBhvr>
                                      <p:tavLst>
                                        <p:tav tm="0" fmla="#ppt_y-sin(pi*$)/9">
                                          <p:val>
                                            <p:fltVal val="0"/>
                                          </p:val>
                                        </p:tav>
                                        <p:tav tm="100000">
                                          <p:val>
                                            <p:fltVal val="1"/>
                                          </p:val>
                                        </p:tav>
                                      </p:tavLst>
                                    </p:anim>
                                    <p:anim calcmode="lin" valueType="num">
                                      <p:cBhvr>
                                        <p:cTn id="30" dur="373" tmFilter="0, 0; 0.125,0.2665; 0.25,0.4; 0.375,0.465; 0.5,0.5;  0.625,0.535; 0.75,0.6; 0.875,0.7335; 1,1">
                                          <p:stCondLst>
                                            <p:cond delay="1490"/>
                                          </p:stCondLst>
                                        </p:cTn>
                                        <p:tgtEl>
                                          <p:spTgt spid="25"/>
                                        </p:tgtEl>
                                        <p:attrNameLst>
                                          <p:attrName>ppt_y</p:attrName>
                                        </p:attrNameLst>
                                      </p:cBhvr>
                                      <p:tavLst>
                                        <p:tav tm="0" fmla="#ppt_y-sin(pi*$)/27">
                                          <p:val>
                                            <p:fltVal val="0"/>
                                          </p:val>
                                        </p:tav>
                                        <p:tav tm="100000">
                                          <p:val>
                                            <p:fltVal val="1"/>
                                          </p:val>
                                        </p:tav>
                                      </p:tavLst>
                                    </p:anim>
                                    <p:anim calcmode="lin" valueType="num">
                                      <p:cBhvr>
                                        <p:cTn id="31" dur="185" tmFilter="0, 0; 0.125,0.2665; 0.25,0.4; 0.375,0.465; 0.5,0.5;  0.625,0.535; 0.75,0.6; 0.875,0.7335; 1,1">
                                          <p:stCondLst>
                                            <p:cond delay="1863"/>
                                          </p:stCondLst>
                                        </p:cTn>
                                        <p:tgtEl>
                                          <p:spTgt spid="25"/>
                                        </p:tgtEl>
                                        <p:attrNameLst>
                                          <p:attrName>ppt_y</p:attrName>
                                        </p:attrNameLst>
                                      </p:cBhvr>
                                      <p:tavLst>
                                        <p:tav tm="0" fmla="#ppt_y-sin(pi*$)/81">
                                          <p:val>
                                            <p:fltVal val="0"/>
                                          </p:val>
                                        </p:tav>
                                        <p:tav tm="100000">
                                          <p:val>
                                            <p:fltVal val="1"/>
                                          </p:val>
                                        </p:tav>
                                      </p:tavLst>
                                    </p:anim>
                                    <p:animScale>
                                      <p:cBhvr>
                                        <p:cTn id="32" dur="29">
                                          <p:stCondLst>
                                            <p:cond delay="731"/>
                                          </p:stCondLst>
                                        </p:cTn>
                                        <p:tgtEl>
                                          <p:spTgt spid="25"/>
                                        </p:tgtEl>
                                      </p:cBhvr>
                                      <p:to x="100000" y="60000"/>
                                    </p:animScale>
                                    <p:animScale>
                                      <p:cBhvr>
                                        <p:cTn id="33" dur="187" decel="50000">
                                          <p:stCondLst>
                                            <p:cond delay="761"/>
                                          </p:stCondLst>
                                        </p:cTn>
                                        <p:tgtEl>
                                          <p:spTgt spid="25"/>
                                        </p:tgtEl>
                                      </p:cBhvr>
                                      <p:to x="100000" y="100000"/>
                                    </p:animScale>
                                    <p:animScale>
                                      <p:cBhvr>
                                        <p:cTn id="34" dur="29">
                                          <p:stCondLst>
                                            <p:cond delay="1476"/>
                                          </p:stCondLst>
                                        </p:cTn>
                                        <p:tgtEl>
                                          <p:spTgt spid="25"/>
                                        </p:tgtEl>
                                      </p:cBhvr>
                                      <p:to x="100000" y="80000"/>
                                    </p:animScale>
                                    <p:animScale>
                                      <p:cBhvr>
                                        <p:cTn id="35" dur="187" decel="50000">
                                          <p:stCondLst>
                                            <p:cond delay="1505"/>
                                          </p:stCondLst>
                                        </p:cTn>
                                        <p:tgtEl>
                                          <p:spTgt spid="25"/>
                                        </p:tgtEl>
                                      </p:cBhvr>
                                      <p:to x="100000" y="100000"/>
                                    </p:animScale>
                                    <p:animScale>
                                      <p:cBhvr>
                                        <p:cTn id="36" dur="29">
                                          <p:stCondLst>
                                            <p:cond delay="1847"/>
                                          </p:stCondLst>
                                        </p:cTn>
                                        <p:tgtEl>
                                          <p:spTgt spid="25"/>
                                        </p:tgtEl>
                                      </p:cBhvr>
                                      <p:to x="100000" y="90000"/>
                                    </p:animScale>
                                    <p:animScale>
                                      <p:cBhvr>
                                        <p:cTn id="37" dur="187" decel="50000">
                                          <p:stCondLst>
                                            <p:cond delay="1876"/>
                                          </p:stCondLst>
                                        </p:cTn>
                                        <p:tgtEl>
                                          <p:spTgt spid="25"/>
                                        </p:tgtEl>
                                      </p:cBhvr>
                                      <p:to x="100000" y="100000"/>
                                    </p:animScale>
                                    <p:animScale>
                                      <p:cBhvr>
                                        <p:cTn id="38" dur="29">
                                          <p:stCondLst>
                                            <p:cond delay="2034"/>
                                          </p:stCondLst>
                                        </p:cTn>
                                        <p:tgtEl>
                                          <p:spTgt spid="25"/>
                                        </p:tgtEl>
                                      </p:cBhvr>
                                      <p:to x="100000" y="95000"/>
                                    </p:animScale>
                                    <p:animScale>
                                      <p:cBhvr>
                                        <p:cTn id="39" dur="187" decel="50000">
                                          <p:stCondLst>
                                            <p:cond delay="2063"/>
                                          </p:stCondLst>
                                        </p:cTn>
                                        <p:tgtEl>
                                          <p:spTgt spid="25"/>
                                        </p:tgtEl>
                                      </p:cBhvr>
                                      <p:to x="100000" y="100000"/>
                                    </p:animScale>
                                  </p:childTnLst>
                                </p:cTn>
                              </p:par>
                              <p:par>
                                <p:cTn id="40" presetID="26" presetClass="entr" presetSubtype="0" fill="hold" nodeType="withEffect">
                                  <p:stCondLst>
                                    <p:cond delay="5250"/>
                                  </p:stCondLst>
                                  <p:childTnLst>
                                    <p:set>
                                      <p:cBhvr>
                                        <p:cTn id="41" dur="1" fill="hold">
                                          <p:stCondLst>
                                            <p:cond delay="0"/>
                                          </p:stCondLst>
                                        </p:cTn>
                                        <p:tgtEl>
                                          <p:spTgt spid="26"/>
                                        </p:tgtEl>
                                        <p:attrNameLst>
                                          <p:attrName>style.visibility</p:attrName>
                                        </p:attrNameLst>
                                      </p:cBhvr>
                                      <p:to>
                                        <p:strVal val="visible"/>
                                      </p:to>
                                    </p:set>
                                    <p:animEffect transition="in" filter="wipe(down)">
                                      <p:cBhvr>
                                        <p:cTn id="42" dur="652">
                                          <p:stCondLst>
                                            <p:cond delay="0"/>
                                          </p:stCondLst>
                                        </p:cTn>
                                        <p:tgtEl>
                                          <p:spTgt spid="26"/>
                                        </p:tgtEl>
                                      </p:cBhvr>
                                    </p:animEffect>
                                    <p:anim calcmode="lin" valueType="num">
                                      <p:cBhvr>
                                        <p:cTn id="43" dur="2050"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44" dur="747"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45" dur="747" tmFilter="0, 0; 0.125,0.2665; 0.25,0.4; 0.375,0.465; 0.5,0.5;  0.625,0.535; 0.75,0.6; 0.875,0.7335; 1,1">
                                          <p:stCondLst>
                                            <p:cond delay="747"/>
                                          </p:stCondLst>
                                        </p:cTn>
                                        <p:tgtEl>
                                          <p:spTgt spid="26"/>
                                        </p:tgtEl>
                                        <p:attrNameLst>
                                          <p:attrName>ppt_y</p:attrName>
                                        </p:attrNameLst>
                                      </p:cBhvr>
                                      <p:tavLst>
                                        <p:tav tm="0" fmla="#ppt_y-sin(pi*$)/9">
                                          <p:val>
                                            <p:fltVal val="0"/>
                                          </p:val>
                                        </p:tav>
                                        <p:tav tm="100000">
                                          <p:val>
                                            <p:fltVal val="1"/>
                                          </p:val>
                                        </p:tav>
                                      </p:tavLst>
                                    </p:anim>
                                    <p:anim calcmode="lin" valueType="num">
                                      <p:cBhvr>
                                        <p:cTn id="46" dur="373" tmFilter="0, 0; 0.125,0.2665; 0.25,0.4; 0.375,0.465; 0.5,0.5;  0.625,0.535; 0.75,0.6; 0.875,0.7335; 1,1">
                                          <p:stCondLst>
                                            <p:cond delay="1490"/>
                                          </p:stCondLst>
                                        </p:cTn>
                                        <p:tgtEl>
                                          <p:spTgt spid="26"/>
                                        </p:tgtEl>
                                        <p:attrNameLst>
                                          <p:attrName>ppt_y</p:attrName>
                                        </p:attrNameLst>
                                      </p:cBhvr>
                                      <p:tavLst>
                                        <p:tav tm="0" fmla="#ppt_y-sin(pi*$)/27">
                                          <p:val>
                                            <p:fltVal val="0"/>
                                          </p:val>
                                        </p:tav>
                                        <p:tav tm="100000">
                                          <p:val>
                                            <p:fltVal val="1"/>
                                          </p:val>
                                        </p:tav>
                                      </p:tavLst>
                                    </p:anim>
                                    <p:anim calcmode="lin" valueType="num">
                                      <p:cBhvr>
                                        <p:cTn id="47" dur="185" tmFilter="0, 0; 0.125,0.2665; 0.25,0.4; 0.375,0.465; 0.5,0.5;  0.625,0.535; 0.75,0.6; 0.875,0.7335; 1,1">
                                          <p:stCondLst>
                                            <p:cond delay="1863"/>
                                          </p:stCondLst>
                                        </p:cTn>
                                        <p:tgtEl>
                                          <p:spTgt spid="26"/>
                                        </p:tgtEl>
                                        <p:attrNameLst>
                                          <p:attrName>ppt_y</p:attrName>
                                        </p:attrNameLst>
                                      </p:cBhvr>
                                      <p:tavLst>
                                        <p:tav tm="0" fmla="#ppt_y-sin(pi*$)/81">
                                          <p:val>
                                            <p:fltVal val="0"/>
                                          </p:val>
                                        </p:tav>
                                        <p:tav tm="100000">
                                          <p:val>
                                            <p:fltVal val="1"/>
                                          </p:val>
                                        </p:tav>
                                      </p:tavLst>
                                    </p:anim>
                                    <p:animScale>
                                      <p:cBhvr>
                                        <p:cTn id="48" dur="29">
                                          <p:stCondLst>
                                            <p:cond delay="731"/>
                                          </p:stCondLst>
                                        </p:cTn>
                                        <p:tgtEl>
                                          <p:spTgt spid="26"/>
                                        </p:tgtEl>
                                      </p:cBhvr>
                                      <p:to x="100000" y="60000"/>
                                    </p:animScale>
                                    <p:animScale>
                                      <p:cBhvr>
                                        <p:cTn id="49" dur="187" decel="50000">
                                          <p:stCondLst>
                                            <p:cond delay="761"/>
                                          </p:stCondLst>
                                        </p:cTn>
                                        <p:tgtEl>
                                          <p:spTgt spid="26"/>
                                        </p:tgtEl>
                                      </p:cBhvr>
                                      <p:to x="100000" y="100000"/>
                                    </p:animScale>
                                    <p:animScale>
                                      <p:cBhvr>
                                        <p:cTn id="50" dur="29">
                                          <p:stCondLst>
                                            <p:cond delay="1476"/>
                                          </p:stCondLst>
                                        </p:cTn>
                                        <p:tgtEl>
                                          <p:spTgt spid="26"/>
                                        </p:tgtEl>
                                      </p:cBhvr>
                                      <p:to x="100000" y="80000"/>
                                    </p:animScale>
                                    <p:animScale>
                                      <p:cBhvr>
                                        <p:cTn id="51" dur="187" decel="50000">
                                          <p:stCondLst>
                                            <p:cond delay="1505"/>
                                          </p:stCondLst>
                                        </p:cTn>
                                        <p:tgtEl>
                                          <p:spTgt spid="26"/>
                                        </p:tgtEl>
                                      </p:cBhvr>
                                      <p:to x="100000" y="100000"/>
                                    </p:animScale>
                                    <p:animScale>
                                      <p:cBhvr>
                                        <p:cTn id="52" dur="29">
                                          <p:stCondLst>
                                            <p:cond delay="1847"/>
                                          </p:stCondLst>
                                        </p:cTn>
                                        <p:tgtEl>
                                          <p:spTgt spid="26"/>
                                        </p:tgtEl>
                                      </p:cBhvr>
                                      <p:to x="100000" y="90000"/>
                                    </p:animScale>
                                    <p:animScale>
                                      <p:cBhvr>
                                        <p:cTn id="53" dur="187" decel="50000">
                                          <p:stCondLst>
                                            <p:cond delay="1876"/>
                                          </p:stCondLst>
                                        </p:cTn>
                                        <p:tgtEl>
                                          <p:spTgt spid="26"/>
                                        </p:tgtEl>
                                      </p:cBhvr>
                                      <p:to x="100000" y="100000"/>
                                    </p:animScale>
                                    <p:animScale>
                                      <p:cBhvr>
                                        <p:cTn id="54" dur="29">
                                          <p:stCondLst>
                                            <p:cond delay="2034"/>
                                          </p:stCondLst>
                                        </p:cTn>
                                        <p:tgtEl>
                                          <p:spTgt spid="26"/>
                                        </p:tgtEl>
                                      </p:cBhvr>
                                      <p:to x="100000" y="95000"/>
                                    </p:animScale>
                                    <p:animScale>
                                      <p:cBhvr>
                                        <p:cTn id="55" dur="187" decel="50000">
                                          <p:stCondLst>
                                            <p:cond delay="2063"/>
                                          </p:stCondLst>
                                        </p:cTn>
                                        <p:tgtEl>
                                          <p:spTgt spid="26"/>
                                        </p:tgtEl>
                                      </p:cBhvr>
                                      <p:to x="100000" y="100000"/>
                                    </p:animScale>
                                  </p:childTnLst>
                                </p:cTn>
                              </p:par>
                              <p:par>
                                <p:cTn id="56" presetID="26" presetClass="entr" presetSubtype="0" fill="hold" nodeType="withEffect">
                                  <p:stCondLst>
                                    <p:cond delay="7000"/>
                                  </p:stCondLst>
                                  <p:childTnLst>
                                    <p:set>
                                      <p:cBhvr>
                                        <p:cTn id="57" dur="1" fill="hold">
                                          <p:stCondLst>
                                            <p:cond delay="0"/>
                                          </p:stCondLst>
                                        </p:cTn>
                                        <p:tgtEl>
                                          <p:spTgt spid="27"/>
                                        </p:tgtEl>
                                        <p:attrNameLst>
                                          <p:attrName>style.visibility</p:attrName>
                                        </p:attrNameLst>
                                      </p:cBhvr>
                                      <p:to>
                                        <p:strVal val="visible"/>
                                      </p:to>
                                    </p:set>
                                    <p:animEffect transition="in" filter="wipe(down)">
                                      <p:cBhvr>
                                        <p:cTn id="58" dur="652">
                                          <p:stCondLst>
                                            <p:cond delay="0"/>
                                          </p:stCondLst>
                                        </p:cTn>
                                        <p:tgtEl>
                                          <p:spTgt spid="27"/>
                                        </p:tgtEl>
                                      </p:cBhvr>
                                    </p:animEffect>
                                    <p:anim calcmode="lin" valueType="num">
                                      <p:cBhvr>
                                        <p:cTn id="59" dur="2050"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60" dur="747"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61" dur="747" tmFilter="0, 0; 0.125,0.2665; 0.25,0.4; 0.375,0.465; 0.5,0.5;  0.625,0.535; 0.75,0.6; 0.875,0.7335; 1,1">
                                          <p:stCondLst>
                                            <p:cond delay="747"/>
                                          </p:stCondLst>
                                        </p:cTn>
                                        <p:tgtEl>
                                          <p:spTgt spid="27"/>
                                        </p:tgtEl>
                                        <p:attrNameLst>
                                          <p:attrName>ppt_y</p:attrName>
                                        </p:attrNameLst>
                                      </p:cBhvr>
                                      <p:tavLst>
                                        <p:tav tm="0" fmla="#ppt_y-sin(pi*$)/9">
                                          <p:val>
                                            <p:fltVal val="0"/>
                                          </p:val>
                                        </p:tav>
                                        <p:tav tm="100000">
                                          <p:val>
                                            <p:fltVal val="1"/>
                                          </p:val>
                                        </p:tav>
                                      </p:tavLst>
                                    </p:anim>
                                    <p:anim calcmode="lin" valueType="num">
                                      <p:cBhvr>
                                        <p:cTn id="62" dur="373" tmFilter="0, 0; 0.125,0.2665; 0.25,0.4; 0.375,0.465; 0.5,0.5;  0.625,0.535; 0.75,0.6; 0.875,0.7335; 1,1">
                                          <p:stCondLst>
                                            <p:cond delay="1490"/>
                                          </p:stCondLst>
                                        </p:cTn>
                                        <p:tgtEl>
                                          <p:spTgt spid="27"/>
                                        </p:tgtEl>
                                        <p:attrNameLst>
                                          <p:attrName>ppt_y</p:attrName>
                                        </p:attrNameLst>
                                      </p:cBhvr>
                                      <p:tavLst>
                                        <p:tav tm="0" fmla="#ppt_y-sin(pi*$)/27">
                                          <p:val>
                                            <p:fltVal val="0"/>
                                          </p:val>
                                        </p:tav>
                                        <p:tav tm="100000">
                                          <p:val>
                                            <p:fltVal val="1"/>
                                          </p:val>
                                        </p:tav>
                                      </p:tavLst>
                                    </p:anim>
                                    <p:anim calcmode="lin" valueType="num">
                                      <p:cBhvr>
                                        <p:cTn id="63" dur="185" tmFilter="0, 0; 0.125,0.2665; 0.25,0.4; 0.375,0.465; 0.5,0.5;  0.625,0.535; 0.75,0.6; 0.875,0.7335; 1,1">
                                          <p:stCondLst>
                                            <p:cond delay="1863"/>
                                          </p:stCondLst>
                                        </p:cTn>
                                        <p:tgtEl>
                                          <p:spTgt spid="27"/>
                                        </p:tgtEl>
                                        <p:attrNameLst>
                                          <p:attrName>ppt_y</p:attrName>
                                        </p:attrNameLst>
                                      </p:cBhvr>
                                      <p:tavLst>
                                        <p:tav tm="0" fmla="#ppt_y-sin(pi*$)/81">
                                          <p:val>
                                            <p:fltVal val="0"/>
                                          </p:val>
                                        </p:tav>
                                        <p:tav tm="100000">
                                          <p:val>
                                            <p:fltVal val="1"/>
                                          </p:val>
                                        </p:tav>
                                      </p:tavLst>
                                    </p:anim>
                                    <p:animScale>
                                      <p:cBhvr>
                                        <p:cTn id="64" dur="29">
                                          <p:stCondLst>
                                            <p:cond delay="731"/>
                                          </p:stCondLst>
                                        </p:cTn>
                                        <p:tgtEl>
                                          <p:spTgt spid="27"/>
                                        </p:tgtEl>
                                      </p:cBhvr>
                                      <p:to x="100000" y="60000"/>
                                    </p:animScale>
                                    <p:animScale>
                                      <p:cBhvr>
                                        <p:cTn id="65" dur="187" decel="50000">
                                          <p:stCondLst>
                                            <p:cond delay="761"/>
                                          </p:stCondLst>
                                        </p:cTn>
                                        <p:tgtEl>
                                          <p:spTgt spid="27"/>
                                        </p:tgtEl>
                                      </p:cBhvr>
                                      <p:to x="100000" y="100000"/>
                                    </p:animScale>
                                    <p:animScale>
                                      <p:cBhvr>
                                        <p:cTn id="66" dur="29">
                                          <p:stCondLst>
                                            <p:cond delay="1476"/>
                                          </p:stCondLst>
                                        </p:cTn>
                                        <p:tgtEl>
                                          <p:spTgt spid="27"/>
                                        </p:tgtEl>
                                      </p:cBhvr>
                                      <p:to x="100000" y="80000"/>
                                    </p:animScale>
                                    <p:animScale>
                                      <p:cBhvr>
                                        <p:cTn id="67" dur="187" decel="50000">
                                          <p:stCondLst>
                                            <p:cond delay="1505"/>
                                          </p:stCondLst>
                                        </p:cTn>
                                        <p:tgtEl>
                                          <p:spTgt spid="27"/>
                                        </p:tgtEl>
                                      </p:cBhvr>
                                      <p:to x="100000" y="100000"/>
                                    </p:animScale>
                                    <p:animScale>
                                      <p:cBhvr>
                                        <p:cTn id="68" dur="29">
                                          <p:stCondLst>
                                            <p:cond delay="1847"/>
                                          </p:stCondLst>
                                        </p:cTn>
                                        <p:tgtEl>
                                          <p:spTgt spid="27"/>
                                        </p:tgtEl>
                                      </p:cBhvr>
                                      <p:to x="100000" y="90000"/>
                                    </p:animScale>
                                    <p:animScale>
                                      <p:cBhvr>
                                        <p:cTn id="69" dur="187" decel="50000">
                                          <p:stCondLst>
                                            <p:cond delay="1876"/>
                                          </p:stCondLst>
                                        </p:cTn>
                                        <p:tgtEl>
                                          <p:spTgt spid="27"/>
                                        </p:tgtEl>
                                      </p:cBhvr>
                                      <p:to x="100000" y="100000"/>
                                    </p:animScale>
                                    <p:animScale>
                                      <p:cBhvr>
                                        <p:cTn id="70" dur="29">
                                          <p:stCondLst>
                                            <p:cond delay="2034"/>
                                          </p:stCondLst>
                                        </p:cTn>
                                        <p:tgtEl>
                                          <p:spTgt spid="27"/>
                                        </p:tgtEl>
                                      </p:cBhvr>
                                      <p:to x="100000" y="95000"/>
                                    </p:animScale>
                                    <p:animScale>
                                      <p:cBhvr>
                                        <p:cTn id="71" dur="187" decel="50000">
                                          <p:stCondLst>
                                            <p:cond delay="2063"/>
                                          </p:stCondLst>
                                        </p:cTn>
                                        <p:tgtEl>
                                          <p:spTgt spid="2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5BA97DBD-382B-86FC-8A56-8FAEEBB78AE7}"/>
              </a:ext>
            </a:extLst>
          </p:cNvPr>
          <p:cNvSpPr/>
          <p:nvPr/>
        </p:nvSpPr>
        <p:spPr>
          <a:xfrm>
            <a:off x="0" y="0"/>
            <a:ext cx="12191999" cy="6858000"/>
          </a:xfrm>
          <a:prstGeom prst="rect">
            <a:avLst/>
          </a:prstGeom>
          <a:solidFill>
            <a:sysClr val="window" lastClr="FFFFFF">
              <a:alpha val="73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 name="CasellaDiTesto 2">
            <a:extLst>
              <a:ext uri="{FF2B5EF4-FFF2-40B4-BE49-F238E27FC236}">
                <a16:creationId xmlns:a16="http://schemas.microsoft.com/office/drawing/2014/main" id="{3104A667-A522-4EB6-1B83-0B2B7EEDA504}"/>
              </a:ext>
            </a:extLst>
          </p:cNvPr>
          <p:cNvSpPr txBox="1"/>
          <p:nvPr/>
        </p:nvSpPr>
        <p:spPr>
          <a:xfrm>
            <a:off x="472439" y="1253195"/>
            <a:ext cx="11247120"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it-IT" dirty="0"/>
              <a:t>I codici ISTAT (Istituto Nazionale di Statistica), recuperabili tramite le API dell'INAPP (Istituto Nazionale per l’Analisi delle politiche Pubbliche), sono la classificazione gerarchica ufficiale di tutte le professioni, che le organizza in categorie sempre più dettagliate, dai 9 grandi gruppi fino al singolo ruolo lavorativo.</a:t>
            </a:r>
          </a:p>
        </p:txBody>
      </p:sp>
      <p:sp>
        <p:nvSpPr>
          <p:cNvPr id="4" name="Title 1">
            <a:extLst>
              <a:ext uri="{FF2B5EF4-FFF2-40B4-BE49-F238E27FC236}">
                <a16:creationId xmlns:a16="http://schemas.microsoft.com/office/drawing/2014/main" id="{009437ED-4309-4730-9549-CD7900B29432}"/>
              </a:ext>
            </a:extLst>
          </p:cNvPr>
          <p:cNvSpPr>
            <a:spLocks noGrp="1"/>
          </p:cNvSpPr>
          <p:nvPr/>
        </p:nvSpPr>
        <p:spPr>
          <a:xfrm>
            <a:off x="12156" y="19049"/>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6" name="Title 1">
            <a:extLst>
              <a:ext uri="{FF2B5EF4-FFF2-40B4-BE49-F238E27FC236}">
                <a16:creationId xmlns:a16="http://schemas.microsoft.com/office/drawing/2014/main" id="{C175424A-DDCE-ABEA-32F1-A57B005767FA}"/>
              </a:ext>
            </a:extLst>
          </p:cNvPr>
          <p:cNvSpPr>
            <a:spLocks noGrp="1"/>
          </p:cNvSpPr>
          <p:nvPr/>
        </p:nvSpPr>
        <p:spPr>
          <a:xfrm>
            <a:off x="0" y="19048"/>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COSA SONO</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I CODICI ISTAT</a:t>
            </a:r>
          </a:p>
        </p:txBody>
      </p:sp>
      <p:grpSp>
        <p:nvGrpSpPr>
          <p:cNvPr id="12" name="Gruppo 11">
            <a:extLst>
              <a:ext uri="{FF2B5EF4-FFF2-40B4-BE49-F238E27FC236}">
                <a16:creationId xmlns:a16="http://schemas.microsoft.com/office/drawing/2014/main" id="{345A40D9-ED81-AAD1-3EBB-B38670E7126B}"/>
              </a:ext>
            </a:extLst>
          </p:cNvPr>
          <p:cNvGrpSpPr/>
          <p:nvPr/>
        </p:nvGrpSpPr>
        <p:grpSpPr>
          <a:xfrm>
            <a:off x="6352078" y="2305270"/>
            <a:ext cx="4925519" cy="4114959"/>
            <a:chOff x="5886860" y="2305270"/>
            <a:chExt cx="4925519" cy="4114959"/>
          </a:xfrm>
        </p:grpSpPr>
        <p:sp>
          <p:nvSpPr>
            <p:cNvPr id="11" name="Rettangolo 10">
              <a:extLst>
                <a:ext uri="{FF2B5EF4-FFF2-40B4-BE49-F238E27FC236}">
                  <a16:creationId xmlns:a16="http://schemas.microsoft.com/office/drawing/2014/main" id="{CB545240-E767-91CF-F772-42A841C2E231}"/>
                </a:ext>
              </a:extLst>
            </p:cNvPr>
            <p:cNvSpPr/>
            <p:nvPr/>
          </p:nvSpPr>
          <p:spPr>
            <a:xfrm>
              <a:off x="5886860" y="2305271"/>
              <a:ext cx="4925519" cy="41149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8" name="Immagine 7">
              <a:extLst>
                <a:ext uri="{FF2B5EF4-FFF2-40B4-BE49-F238E27FC236}">
                  <a16:creationId xmlns:a16="http://schemas.microsoft.com/office/drawing/2014/main" id="{3A8F6EA0-0E1B-DBEE-CE16-9CFD6E634F1B}"/>
                </a:ext>
              </a:extLst>
            </p:cNvPr>
            <p:cNvPicPr>
              <a:picLocks noChangeAspect="1"/>
            </p:cNvPicPr>
            <p:nvPr/>
          </p:nvPicPr>
          <p:blipFill>
            <a:blip r:embed="rId3"/>
            <a:srcRect b="78059"/>
            <a:stretch>
              <a:fillRect/>
            </a:stretch>
          </p:blipFill>
          <p:spPr>
            <a:xfrm>
              <a:off x="5886861" y="2305270"/>
              <a:ext cx="4572591" cy="790856"/>
            </a:xfrm>
            <a:prstGeom prst="rect">
              <a:avLst/>
            </a:prstGeom>
          </p:spPr>
        </p:pic>
        <p:pic>
          <p:nvPicPr>
            <p:cNvPr id="9" name="Immagine 8">
              <a:extLst>
                <a:ext uri="{FF2B5EF4-FFF2-40B4-BE49-F238E27FC236}">
                  <a16:creationId xmlns:a16="http://schemas.microsoft.com/office/drawing/2014/main" id="{E381A969-9C3B-F137-9004-C51B867AB8B6}"/>
                </a:ext>
              </a:extLst>
            </p:cNvPr>
            <p:cNvPicPr>
              <a:picLocks noChangeAspect="1"/>
            </p:cNvPicPr>
            <p:nvPr/>
          </p:nvPicPr>
          <p:blipFill>
            <a:blip r:embed="rId4"/>
            <a:stretch>
              <a:fillRect/>
            </a:stretch>
          </p:blipFill>
          <p:spPr>
            <a:xfrm>
              <a:off x="5905910" y="5035857"/>
              <a:ext cx="4045158" cy="1384371"/>
            </a:xfrm>
            <a:prstGeom prst="rect">
              <a:avLst/>
            </a:prstGeom>
            <a:ln>
              <a:solidFill>
                <a:schemeClr val="bg1"/>
              </a:solidFill>
            </a:ln>
          </p:spPr>
        </p:pic>
        <p:pic>
          <p:nvPicPr>
            <p:cNvPr id="10" name="Immagine 9">
              <a:extLst>
                <a:ext uri="{FF2B5EF4-FFF2-40B4-BE49-F238E27FC236}">
                  <a16:creationId xmlns:a16="http://schemas.microsoft.com/office/drawing/2014/main" id="{64AF462A-0587-617D-509C-D3BBFDBA241E}"/>
                </a:ext>
              </a:extLst>
            </p:cNvPr>
            <p:cNvPicPr>
              <a:picLocks noChangeAspect="1"/>
            </p:cNvPicPr>
            <p:nvPr/>
          </p:nvPicPr>
          <p:blipFill>
            <a:blip r:embed="rId3"/>
            <a:srcRect t="45380"/>
            <a:stretch>
              <a:fillRect/>
            </a:stretch>
          </p:blipFill>
          <p:spPr>
            <a:xfrm>
              <a:off x="5886860" y="3073088"/>
              <a:ext cx="4572591" cy="1968747"/>
            </a:xfrm>
            <a:prstGeom prst="rect">
              <a:avLst/>
            </a:prstGeom>
          </p:spPr>
        </p:pic>
      </p:grpSp>
      <p:sp>
        <p:nvSpPr>
          <p:cNvPr id="13" name="Rettangolo 12">
            <a:extLst>
              <a:ext uri="{FF2B5EF4-FFF2-40B4-BE49-F238E27FC236}">
                <a16:creationId xmlns:a16="http://schemas.microsoft.com/office/drawing/2014/main" id="{DBAD6139-3511-3DCE-11DA-1C04DD3EF7EE}"/>
              </a:ext>
            </a:extLst>
          </p:cNvPr>
          <p:cNvSpPr/>
          <p:nvPr/>
        </p:nvSpPr>
        <p:spPr>
          <a:xfrm>
            <a:off x="1079555" y="2293540"/>
            <a:ext cx="4925519" cy="41149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7" name="Immagine 6">
            <a:extLst>
              <a:ext uri="{FF2B5EF4-FFF2-40B4-BE49-F238E27FC236}">
                <a16:creationId xmlns:a16="http://schemas.microsoft.com/office/drawing/2014/main" id="{E14DA346-5916-0765-1F4F-49B46BB10DCE}"/>
              </a:ext>
            </a:extLst>
          </p:cNvPr>
          <p:cNvPicPr>
            <a:picLocks noChangeAspect="1"/>
          </p:cNvPicPr>
          <p:nvPr/>
        </p:nvPicPr>
        <p:blipFill>
          <a:blip r:embed="rId5"/>
          <a:stretch>
            <a:fillRect/>
          </a:stretch>
        </p:blipFill>
        <p:spPr>
          <a:xfrm>
            <a:off x="1098077" y="2305270"/>
            <a:ext cx="4720415" cy="3653725"/>
          </a:xfrm>
          <a:prstGeom prst="rect">
            <a:avLst/>
          </a:prstGeom>
        </p:spPr>
      </p:pic>
    </p:spTree>
    <p:extLst>
      <p:ext uri="{BB962C8B-B14F-4D97-AF65-F5344CB8AC3E}">
        <p14:creationId xmlns:p14="http://schemas.microsoft.com/office/powerpoint/2010/main" val="3093880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431B9-8904-5CF9-2E78-C34CB9E48FF9}"/>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756B3AE0-0360-FDB2-AE9E-FC5ABA12EEC7}"/>
              </a:ext>
            </a:extLst>
          </p:cNvPr>
          <p:cNvSpPr/>
          <p:nvPr/>
        </p:nvSpPr>
        <p:spPr>
          <a:xfrm>
            <a:off x="0" y="0"/>
            <a:ext cx="12191999" cy="6858000"/>
          </a:xfrm>
          <a:prstGeom prst="rect">
            <a:avLst/>
          </a:prstGeom>
          <a:solidFill>
            <a:sysClr val="window" lastClr="FFFFFF">
              <a:alpha val="73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 name="CasellaDiTesto 2">
            <a:extLst>
              <a:ext uri="{FF2B5EF4-FFF2-40B4-BE49-F238E27FC236}">
                <a16:creationId xmlns:a16="http://schemas.microsoft.com/office/drawing/2014/main" id="{48E9DA22-5404-9596-D9C3-A462756D7AE8}"/>
              </a:ext>
            </a:extLst>
          </p:cNvPr>
          <p:cNvSpPr txBox="1"/>
          <p:nvPr/>
        </p:nvSpPr>
        <p:spPr>
          <a:xfrm>
            <a:off x="472439" y="1253195"/>
            <a:ext cx="11247120"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it-IT" dirty="0"/>
              <a:t>Il BE del prototipo contiene la logica computazionale che trasforma l'input dell'utente in un report di orientamento.</a:t>
            </a:r>
          </a:p>
          <a:p>
            <a:r>
              <a:rPr lang="it-IT" dirty="0"/>
              <a:t>È orchestrato dalla funzione principale </a:t>
            </a:r>
            <a:r>
              <a:rPr lang="it-IT" dirty="0" err="1"/>
              <a:t>run_full_analysis_pipeline</a:t>
            </a:r>
            <a:r>
              <a:rPr lang="it-IT" dirty="0"/>
              <a:t>, la quale gestisce l'intero flusso logico, coordina le altre funzioni e implementa la logica di controllo e di </a:t>
            </a:r>
            <a:r>
              <a:rPr lang="it-IT" dirty="0" err="1"/>
              <a:t>fallback</a:t>
            </a:r>
            <a:r>
              <a:rPr lang="it-IT" dirty="0"/>
              <a:t>.</a:t>
            </a:r>
          </a:p>
        </p:txBody>
      </p:sp>
      <p:sp>
        <p:nvSpPr>
          <p:cNvPr id="4" name="Title 1">
            <a:extLst>
              <a:ext uri="{FF2B5EF4-FFF2-40B4-BE49-F238E27FC236}">
                <a16:creationId xmlns:a16="http://schemas.microsoft.com/office/drawing/2014/main" id="{50EDDE4E-5A83-7637-BB33-F3DDD98CD21C}"/>
              </a:ext>
            </a:extLst>
          </p:cNvPr>
          <p:cNvSpPr>
            <a:spLocks noGrp="1"/>
          </p:cNvSpPr>
          <p:nvPr/>
        </p:nvSpPr>
        <p:spPr>
          <a:xfrm>
            <a:off x="12156" y="19049"/>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6" name="Title 1">
            <a:extLst>
              <a:ext uri="{FF2B5EF4-FFF2-40B4-BE49-F238E27FC236}">
                <a16:creationId xmlns:a16="http://schemas.microsoft.com/office/drawing/2014/main" id="{B41AD392-767B-980D-BEE7-82BFC510085B}"/>
              </a:ext>
            </a:extLst>
          </p:cNvPr>
          <p:cNvSpPr>
            <a:spLocks noGrp="1"/>
          </p:cNvSpPr>
          <p:nvPr/>
        </p:nvSpPr>
        <p:spPr>
          <a:xfrm>
            <a:off x="0" y="19048"/>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L’ARCHITETTURA DEL BACKEND</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LA PIPELINE DI ANALISI</a:t>
            </a:r>
          </a:p>
        </p:txBody>
      </p:sp>
      <p:sp>
        <p:nvSpPr>
          <p:cNvPr id="5" name="CasellaDiTesto 4">
            <a:extLst>
              <a:ext uri="{FF2B5EF4-FFF2-40B4-BE49-F238E27FC236}">
                <a16:creationId xmlns:a16="http://schemas.microsoft.com/office/drawing/2014/main" id="{EBD61A2E-70C9-7E7A-D4F4-5BB1A86B4ED1}"/>
              </a:ext>
            </a:extLst>
          </p:cNvPr>
          <p:cNvSpPr txBox="1"/>
          <p:nvPr/>
        </p:nvSpPr>
        <p:spPr>
          <a:xfrm>
            <a:off x="3063532" y="2461351"/>
            <a:ext cx="6064933" cy="369332"/>
          </a:xfrm>
          <a:prstGeom prst="rect">
            <a:avLst/>
          </a:prstGeom>
          <a:solidFill>
            <a:srgbClr val="FFFF00"/>
          </a:solidFill>
          <a:effectLst>
            <a:softEdge rad="127000"/>
          </a:effectLst>
        </p:spPr>
        <p:txBody>
          <a:bodyPr wrap="square">
            <a:spAutoFit/>
          </a:bodyPr>
          <a:lstStyle/>
          <a:p>
            <a:pPr algn="ctr"/>
            <a:r>
              <a:rPr lang="it-IT" b="1" kern="0" dirty="0">
                <a:solidFill>
                  <a:prstClr val="black"/>
                </a:solidFill>
                <a:latin typeface="Calibri" panose="020F0502020204030204" pitchFamily="34" charset="0"/>
                <a:cs typeface="Calibri" panose="020F0502020204030204" pitchFamily="34" charset="0"/>
              </a:rPr>
              <a:t>I PRINCIPI DI PROGETTAZIONE IMPLEMENTATI </a:t>
            </a:r>
          </a:p>
        </p:txBody>
      </p:sp>
      <p:sp>
        <p:nvSpPr>
          <p:cNvPr id="16" name="CasellaDiTesto 15">
            <a:extLst>
              <a:ext uri="{FF2B5EF4-FFF2-40B4-BE49-F238E27FC236}">
                <a16:creationId xmlns:a16="http://schemas.microsoft.com/office/drawing/2014/main" id="{9FE9CDB1-01E1-9E12-876C-F1DA60DB6BBD}"/>
              </a:ext>
            </a:extLst>
          </p:cNvPr>
          <p:cNvSpPr txBox="1"/>
          <p:nvPr/>
        </p:nvSpPr>
        <p:spPr>
          <a:xfrm>
            <a:off x="450851" y="3121061"/>
            <a:ext cx="1314450" cy="429400"/>
          </a:xfrm>
          <a:prstGeom prst="rect">
            <a:avLst/>
          </a:prstGeom>
          <a:solidFill>
            <a:srgbClr val="FFC000"/>
          </a:solidFill>
          <a:effectLst>
            <a:softEdge rad="127000"/>
          </a:effectLst>
        </p:spPr>
        <p:txBody>
          <a:bodyPr wrap="square">
            <a:spAutoFit/>
          </a:bodyPr>
          <a:lstStyle/>
          <a:p>
            <a:pPr algn="ctr"/>
            <a:endParaRPr lang="it-IT" b="1" kern="0" dirty="0">
              <a:solidFill>
                <a:prstClr val="black"/>
              </a:solidFill>
              <a:latin typeface="Calibri" panose="020F0502020204030204" pitchFamily="34" charset="0"/>
              <a:cs typeface="Calibri" panose="020F0502020204030204" pitchFamily="34" charset="0"/>
            </a:endParaRPr>
          </a:p>
        </p:txBody>
      </p:sp>
      <p:sp>
        <p:nvSpPr>
          <p:cNvPr id="17" name="CasellaDiTesto 16">
            <a:extLst>
              <a:ext uri="{FF2B5EF4-FFF2-40B4-BE49-F238E27FC236}">
                <a16:creationId xmlns:a16="http://schemas.microsoft.com/office/drawing/2014/main" id="{5D88C48F-5FBB-AAEC-A81E-AF077333C5F5}"/>
              </a:ext>
            </a:extLst>
          </p:cNvPr>
          <p:cNvSpPr txBox="1"/>
          <p:nvPr/>
        </p:nvSpPr>
        <p:spPr>
          <a:xfrm>
            <a:off x="374651" y="3933861"/>
            <a:ext cx="1314450" cy="429400"/>
          </a:xfrm>
          <a:prstGeom prst="rect">
            <a:avLst/>
          </a:prstGeom>
          <a:solidFill>
            <a:schemeClr val="accent2"/>
          </a:solidFill>
          <a:effectLst>
            <a:softEdge rad="127000"/>
          </a:effectLst>
        </p:spPr>
        <p:txBody>
          <a:bodyPr wrap="square">
            <a:spAutoFit/>
          </a:bodyPr>
          <a:lstStyle/>
          <a:p>
            <a:pPr algn="ctr"/>
            <a:endParaRPr lang="it-IT" b="1" kern="0" dirty="0">
              <a:solidFill>
                <a:prstClr val="black"/>
              </a:solidFill>
              <a:latin typeface="Calibri" panose="020F0502020204030204" pitchFamily="34" charset="0"/>
              <a:cs typeface="Calibri" panose="020F0502020204030204" pitchFamily="34" charset="0"/>
            </a:endParaRPr>
          </a:p>
        </p:txBody>
      </p:sp>
      <p:sp>
        <p:nvSpPr>
          <p:cNvPr id="18" name="CasellaDiTesto 17">
            <a:extLst>
              <a:ext uri="{FF2B5EF4-FFF2-40B4-BE49-F238E27FC236}">
                <a16:creationId xmlns:a16="http://schemas.microsoft.com/office/drawing/2014/main" id="{DC0CF324-40D2-6ECD-46A0-9E2664685B43}"/>
              </a:ext>
            </a:extLst>
          </p:cNvPr>
          <p:cNvSpPr txBox="1"/>
          <p:nvPr/>
        </p:nvSpPr>
        <p:spPr>
          <a:xfrm>
            <a:off x="412751" y="4776112"/>
            <a:ext cx="1314450" cy="429400"/>
          </a:xfrm>
          <a:prstGeom prst="rect">
            <a:avLst/>
          </a:prstGeom>
          <a:solidFill>
            <a:srgbClr val="7030A0"/>
          </a:solidFill>
          <a:effectLst>
            <a:softEdge rad="127000"/>
          </a:effectLst>
        </p:spPr>
        <p:txBody>
          <a:bodyPr wrap="square">
            <a:spAutoFit/>
          </a:bodyPr>
          <a:lstStyle/>
          <a:p>
            <a:pPr algn="ctr"/>
            <a:endParaRPr lang="it-IT" b="1" kern="0" dirty="0">
              <a:solidFill>
                <a:prstClr val="black"/>
              </a:solidFill>
              <a:latin typeface="Calibri" panose="020F0502020204030204" pitchFamily="34" charset="0"/>
              <a:cs typeface="Calibri" panose="020F0502020204030204" pitchFamily="34" charset="0"/>
            </a:endParaRPr>
          </a:p>
        </p:txBody>
      </p:sp>
      <p:sp>
        <p:nvSpPr>
          <p:cNvPr id="19" name="CasellaDiTesto 18">
            <a:extLst>
              <a:ext uri="{FF2B5EF4-FFF2-40B4-BE49-F238E27FC236}">
                <a16:creationId xmlns:a16="http://schemas.microsoft.com/office/drawing/2014/main" id="{6D63E083-BB8D-A010-283E-164D169E6937}"/>
              </a:ext>
            </a:extLst>
          </p:cNvPr>
          <p:cNvSpPr txBox="1"/>
          <p:nvPr/>
        </p:nvSpPr>
        <p:spPr>
          <a:xfrm>
            <a:off x="431800" y="5588912"/>
            <a:ext cx="1460499" cy="429400"/>
          </a:xfrm>
          <a:prstGeom prst="rect">
            <a:avLst/>
          </a:prstGeom>
          <a:solidFill>
            <a:srgbClr val="00B050"/>
          </a:solidFill>
          <a:effectLst>
            <a:softEdge rad="127000"/>
          </a:effectLst>
        </p:spPr>
        <p:txBody>
          <a:bodyPr wrap="square">
            <a:spAutoFit/>
          </a:bodyPr>
          <a:lstStyle/>
          <a:p>
            <a:pPr algn="ctr"/>
            <a:endParaRPr lang="it-IT" b="1" kern="0" dirty="0">
              <a:solidFill>
                <a:prstClr val="black"/>
              </a:solidFill>
              <a:latin typeface="Calibri" panose="020F0502020204030204" pitchFamily="34" charset="0"/>
              <a:cs typeface="Calibri" panose="020F0502020204030204" pitchFamily="34" charset="0"/>
            </a:endParaRPr>
          </a:p>
        </p:txBody>
      </p:sp>
      <p:sp>
        <p:nvSpPr>
          <p:cNvPr id="15" name="CasellaDiTesto 14">
            <a:extLst>
              <a:ext uri="{FF2B5EF4-FFF2-40B4-BE49-F238E27FC236}">
                <a16:creationId xmlns:a16="http://schemas.microsoft.com/office/drawing/2014/main" id="{CA3CF767-14CD-3FC1-06BE-117392B4C897}"/>
              </a:ext>
            </a:extLst>
          </p:cNvPr>
          <p:cNvSpPr txBox="1"/>
          <p:nvPr/>
        </p:nvSpPr>
        <p:spPr>
          <a:xfrm>
            <a:off x="472439" y="3136181"/>
            <a:ext cx="11247120" cy="3139321"/>
          </a:xfrm>
          <a:prstGeom prst="rect">
            <a:avLst/>
          </a:prstGeom>
          <a:noFill/>
        </p:spPr>
        <p:txBody>
          <a:bodyPr wrap="square">
            <a:spAutoFit/>
          </a:bodyPr>
          <a:lstStyle/>
          <a:p>
            <a:pPr marR="0" lvl="0" indent="0" eaLnBrk="1" fontAlgn="base" hangingPunct="1">
              <a:lnSpc>
                <a:spcPct val="100000"/>
              </a:lnSpc>
              <a:spcBef>
                <a:spcPct val="0"/>
              </a:spcBef>
              <a:spcAft>
                <a:spcPct val="0"/>
              </a:spcAft>
              <a:buClrTx/>
              <a:buSzTx/>
              <a:buFontTx/>
              <a:buNone/>
              <a:tabLst/>
            </a:pPr>
            <a:r>
              <a:rPr lang="it-IT" altLang="en-US" sz="1800" b="1" dirty="0">
                <a:cs typeface="Times New Roman" panose="02020603050405020304" pitchFamily="18" charset="0"/>
              </a:rPr>
              <a:t>Modularità</a:t>
            </a:r>
            <a:r>
              <a:rPr lang="it-IT" altLang="en-US" sz="1800" dirty="0">
                <a:cs typeface="Times New Roman" panose="02020603050405020304" pitchFamily="18" charset="0"/>
              </a:rPr>
              <a:t>: Ogni fase logica (validazione, estrazione, ranking) è incapsulata in una funzione specifica, garantendo manutenibilità e leggibilità.</a:t>
            </a:r>
          </a:p>
          <a:p>
            <a:pPr marR="0" lvl="0" indent="0" eaLnBrk="1" fontAlgn="base" hangingPunct="1">
              <a:lnSpc>
                <a:spcPct val="100000"/>
              </a:lnSpc>
              <a:spcBef>
                <a:spcPct val="0"/>
              </a:spcBef>
              <a:spcAft>
                <a:spcPct val="0"/>
              </a:spcAft>
              <a:buClrTx/>
              <a:buSzTx/>
              <a:buFontTx/>
              <a:buNone/>
              <a:tabLst/>
            </a:pPr>
            <a:endParaRPr lang="it-IT" altLang="en-US" sz="1800" dirty="0">
              <a:cs typeface="Times New Roman" panose="02020603050405020304" pitchFamily="18" charset="0"/>
            </a:endParaRPr>
          </a:p>
          <a:p>
            <a:pPr marR="0" lvl="0" indent="0" eaLnBrk="1" fontAlgn="base" hangingPunct="1">
              <a:lnSpc>
                <a:spcPct val="100000"/>
              </a:lnSpc>
              <a:spcBef>
                <a:spcPct val="0"/>
              </a:spcBef>
              <a:spcAft>
                <a:spcPct val="0"/>
              </a:spcAft>
              <a:buClrTx/>
              <a:buSzTx/>
              <a:buFontTx/>
              <a:buNone/>
              <a:tabLst/>
            </a:pPr>
            <a:r>
              <a:rPr lang="it-IT" altLang="en-US" sz="1800" b="1" dirty="0">
                <a:cs typeface="Times New Roman" panose="02020603050405020304" pitchFamily="18" charset="0"/>
              </a:rPr>
              <a:t>Efficienza</a:t>
            </a:r>
            <a:r>
              <a:rPr lang="it-IT" altLang="en-US" sz="1800" dirty="0">
                <a:cs typeface="Times New Roman" panose="02020603050405020304" pitchFamily="18" charset="0"/>
              </a:rPr>
              <a:t>: Le chiamate API esterne, che rappresentano il principale collo di bottiglia, sono eseguite in parallelo tramite </a:t>
            </a:r>
            <a:r>
              <a:rPr lang="it-IT" altLang="en-US" sz="1800" dirty="0" err="1">
                <a:cs typeface="Times New Roman" panose="02020603050405020304" pitchFamily="18" charset="0"/>
              </a:rPr>
              <a:t>concurrent.futures</a:t>
            </a:r>
            <a:r>
              <a:rPr lang="it-IT" altLang="en-US" sz="1800" dirty="0">
                <a:cs typeface="Times New Roman" panose="02020603050405020304" pitchFamily="18" charset="0"/>
              </a:rPr>
              <a:t> per ridurre drasticamente la latenza.</a:t>
            </a:r>
          </a:p>
          <a:p>
            <a:pPr marR="0" lvl="0" indent="0" eaLnBrk="1" fontAlgn="base" hangingPunct="1">
              <a:lnSpc>
                <a:spcPct val="100000"/>
              </a:lnSpc>
              <a:spcBef>
                <a:spcPct val="0"/>
              </a:spcBef>
              <a:spcAft>
                <a:spcPct val="0"/>
              </a:spcAft>
              <a:buClrTx/>
              <a:buSzTx/>
              <a:buFontTx/>
              <a:buNone/>
              <a:tabLst/>
            </a:pPr>
            <a:endParaRPr lang="it-IT" altLang="en-US" sz="1800" dirty="0">
              <a:cs typeface="Times New Roman" panose="02020603050405020304" pitchFamily="18" charset="0"/>
            </a:endParaRPr>
          </a:p>
          <a:p>
            <a:pPr marR="0" lvl="0" indent="0" eaLnBrk="1" fontAlgn="base" hangingPunct="1">
              <a:lnSpc>
                <a:spcPct val="100000"/>
              </a:lnSpc>
              <a:spcBef>
                <a:spcPct val="0"/>
              </a:spcBef>
              <a:spcAft>
                <a:spcPct val="0"/>
              </a:spcAft>
              <a:buClrTx/>
              <a:buSzTx/>
              <a:buFontTx/>
              <a:buNone/>
              <a:tabLst/>
            </a:pPr>
            <a:r>
              <a:rPr lang="it-IT" altLang="en-US" sz="1800" b="1" dirty="0">
                <a:cs typeface="Times New Roman" panose="02020603050405020304" pitchFamily="18" charset="0"/>
              </a:rPr>
              <a:t>Robustezza</a:t>
            </a:r>
            <a:r>
              <a:rPr lang="it-IT" altLang="en-US" sz="1800" dirty="0">
                <a:cs typeface="Times New Roman" panose="02020603050405020304" pitchFamily="18" charset="0"/>
              </a:rPr>
              <a:t>: È implementata una logica di </a:t>
            </a:r>
            <a:r>
              <a:rPr lang="it-IT" altLang="en-US" sz="1800" dirty="0" err="1">
                <a:cs typeface="Times New Roman" panose="02020603050405020304" pitchFamily="18" charset="0"/>
              </a:rPr>
              <a:t>fallback</a:t>
            </a:r>
            <a:r>
              <a:rPr lang="it-IT" altLang="en-US" sz="1800" dirty="0">
                <a:cs typeface="Times New Roman" panose="02020603050405020304" pitchFamily="18" charset="0"/>
              </a:rPr>
              <a:t> completa. Se le API INAPP falliscono, il sistema passa a una modalità di analisi locale, garantendo sempre una risposta all'utente.</a:t>
            </a:r>
          </a:p>
          <a:p>
            <a:pPr marR="0" lvl="0" indent="0" eaLnBrk="1" fontAlgn="base" hangingPunct="1">
              <a:lnSpc>
                <a:spcPct val="100000"/>
              </a:lnSpc>
              <a:spcBef>
                <a:spcPct val="0"/>
              </a:spcBef>
              <a:spcAft>
                <a:spcPct val="0"/>
              </a:spcAft>
              <a:buClrTx/>
              <a:buSzTx/>
              <a:buFontTx/>
              <a:buNone/>
              <a:tabLst/>
            </a:pPr>
            <a:endParaRPr lang="it-IT" altLang="en-US" sz="1800" dirty="0">
              <a:cs typeface="Times New Roman" panose="02020603050405020304" pitchFamily="18" charset="0"/>
            </a:endParaRPr>
          </a:p>
          <a:p>
            <a:pPr marR="0" lvl="0" indent="0" eaLnBrk="1" fontAlgn="base" hangingPunct="1">
              <a:lnSpc>
                <a:spcPct val="100000"/>
              </a:lnSpc>
              <a:spcBef>
                <a:spcPct val="0"/>
              </a:spcBef>
              <a:spcAft>
                <a:spcPct val="0"/>
              </a:spcAft>
              <a:buClrTx/>
              <a:buSzTx/>
              <a:buFontTx/>
              <a:buNone/>
              <a:tabLst/>
            </a:pPr>
            <a:r>
              <a:rPr lang="it-IT" altLang="en-US" sz="1800" b="1" dirty="0">
                <a:cs typeface="Times New Roman" panose="02020603050405020304" pitchFamily="18" charset="0"/>
              </a:rPr>
              <a:t>Osservabilità</a:t>
            </a:r>
            <a:r>
              <a:rPr lang="it-IT" altLang="en-US" sz="1800" dirty="0">
                <a:cs typeface="Times New Roman" panose="02020603050405020304" pitchFamily="18" charset="0"/>
              </a:rPr>
              <a:t>: L'uso del decoratore @traceable di </a:t>
            </a:r>
            <a:r>
              <a:rPr lang="it-IT" altLang="en-US" sz="1800" dirty="0" err="1">
                <a:cs typeface="Times New Roman" panose="02020603050405020304" pitchFamily="18" charset="0"/>
              </a:rPr>
              <a:t>LangSmith</a:t>
            </a:r>
            <a:r>
              <a:rPr lang="it-IT" altLang="en-US" sz="1800" dirty="0">
                <a:cs typeface="Times New Roman" panose="02020603050405020304" pitchFamily="18" charset="0"/>
              </a:rPr>
              <a:t> permette di monitorare ogni singola esecuzione, tracciando costi, performance e flusso dei dati per un debugging e un'ottimizzazione efficaci.</a:t>
            </a:r>
          </a:p>
        </p:txBody>
      </p:sp>
    </p:spTree>
    <p:extLst>
      <p:ext uri="{BB962C8B-B14F-4D97-AF65-F5344CB8AC3E}">
        <p14:creationId xmlns:p14="http://schemas.microsoft.com/office/powerpoint/2010/main" val="2834736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D59EB-9D2B-6246-AABE-9B4F40D34E51}"/>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AB1FEB8B-ECE9-963F-761A-2B868AF56A23}"/>
              </a:ext>
            </a:extLst>
          </p:cNvPr>
          <p:cNvSpPr/>
          <p:nvPr/>
        </p:nvSpPr>
        <p:spPr>
          <a:xfrm>
            <a:off x="0" y="0"/>
            <a:ext cx="12191999" cy="6858000"/>
          </a:xfrm>
          <a:prstGeom prst="rect">
            <a:avLst/>
          </a:prstGeom>
          <a:solidFill>
            <a:sysClr val="window" lastClr="FFFFFF">
              <a:alpha val="73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 name="CasellaDiTesto 2">
            <a:extLst>
              <a:ext uri="{FF2B5EF4-FFF2-40B4-BE49-F238E27FC236}">
                <a16:creationId xmlns:a16="http://schemas.microsoft.com/office/drawing/2014/main" id="{4198F921-F9BE-9805-2581-AEE21C716CC3}"/>
              </a:ext>
            </a:extLst>
          </p:cNvPr>
          <p:cNvSpPr txBox="1"/>
          <p:nvPr/>
        </p:nvSpPr>
        <p:spPr>
          <a:xfrm>
            <a:off x="472439" y="1253195"/>
            <a:ext cx="11247120"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it-IT" dirty="0"/>
              <a:t>Il "cervello pensante" del </a:t>
            </a:r>
            <a:r>
              <a:rPr lang="it-IT" dirty="0" err="1"/>
              <a:t>backend</a:t>
            </a:r>
            <a:r>
              <a:rPr lang="it-IT" dirty="0"/>
              <a:t> è distribuito su tre funzioni chiave che utilizzano l'LLM per compiti di ragionamento complesso. Queste tre funzioni rappresentano l'intelligenza semantica, contestuale ed etica del sistema.</a:t>
            </a:r>
          </a:p>
        </p:txBody>
      </p:sp>
      <p:sp>
        <p:nvSpPr>
          <p:cNvPr id="4" name="Title 1">
            <a:extLst>
              <a:ext uri="{FF2B5EF4-FFF2-40B4-BE49-F238E27FC236}">
                <a16:creationId xmlns:a16="http://schemas.microsoft.com/office/drawing/2014/main" id="{D0E0B94F-2D0F-D97C-A257-08231EDD246F}"/>
              </a:ext>
            </a:extLst>
          </p:cNvPr>
          <p:cNvSpPr>
            <a:spLocks noGrp="1"/>
          </p:cNvSpPr>
          <p:nvPr/>
        </p:nvSpPr>
        <p:spPr>
          <a:xfrm>
            <a:off x="12156" y="19049"/>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6" name="Title 1">
            <a:extLst>
              <a:ext uri="{FF2B5EF4-FFF2-40B4-BE49-F238E27FC236}">
                <a16:creationId xmlns:a16="http://schemas.microsoft.com/office/drawing/2014/main" id="{E8F9F3A4-742C-49AF-1279-6AEAA576EB42}"/>
              </a:ext>
            </a:extLst>
          </p:cNvPr>
          <p:cNvSpPr>
            <a:spLocks noGrp="1"/>
          </p:cNvSpPr>
          <p:nvPr/>
        </p:nvSpPr>
        <p:spPr>
          <a:xfrm>
            <a:off x="0" y="19048"/>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IL CUORE COGNITIVO</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LE FUNZIONI GUIDATE DA LLM</a:t>
            </a:r>
          </a:p>
        </p:txBody>
      </p:sp>
      <p:graphicFrame>
        <p:nvGraphicFramePr>
          <p:cNvPr id="7" name="Tabella 6">
            <a:extLst>
              <a:ext uri="{FF2B5EF4-FFF2-40B4-BE49-F238E27FC236}">
                <a16:creationId xmlns:a16="http://schemas.microsoft.com/office/drawing/2014/main" id="{3E4C0FDB-07BC-F376-E549-FB97774888A8}"/>
              </a:ext>
            </a:extLst>
          </p:cNvPr>
          <p:cNvGraphicFramePr>
            <a:graphicFrameLocks noGrp="1"/>
          </p:cNvGraphicFramePr>
          <p:nvPr>
            <p:extLst>
              <p:ext uri="{D42A27DB-BD31-4B8C-83A1-F6EECF244321}">
                <p14:modId xmlns:p14="http://schemas.microsoft.com/office/powerpoint/2010/main" val="80646749"/>
              </p:ext>
            </p:extLst>
          </p:nvPr>
        </p:nvGraphicFramePr>
        <p:xfrm>
          <a:off x="472439" y="2100918"/>
          <a:ext cx="11247120" cy="4259745"/>
        </p:xfrm>
        <a:graphic>
          <a:graphicData uri="http://schemas.openxmlformats.org/drawingml/2006/table">
            <a:tbl>
              <a:tblPr/>
              <a:tblGrid>
                <a:gridCol w="2754268">
                  <a:extLst>
                    <a:ext uri="{9D8B030D-6E8A-4147-A177-3AD203B41FA5}">
                      <a16:colId xmlns:a16="http://schemas.microsoft.com/office/drawing/2014/main" val="2902440868"/>
                    </a:ext>
                  </a:extLst>
                </a:gridCol>
                <a:gridCol w="2543157">
                  <a:extLst>
                    <a:ext uri="{9D8B030D-6E8A-4147-A177-3AD203B41FA5}">
                      <a16:colId xmlns:a16="http://schemas.microsoft.com/office/drawing/2014/main" val="3774528802"/>
                    </a:ext>
                  </a:extLst>
                </a:gridCol>
                <a:gridCol w="5949695">
                  <a:extLst>
                    <a:ext uri="{9D8B030D-6E8A-4147-A177-3AD203B41FA5}">
                      <a16:colId xmlns:a16="http://schemas.microsoft.com/office/drawing/2014/main" val="3048605169"/>
                    </a:ext>
                  </a:extLst>
                </a:gridCol>
              </a:tblGrid>
              <a:tr h="630458">
                <a:tc>
                  <a:txBody>
                    <a:bodyPr/>
                    <a:lstStyle/>
                    <a:p>
                      <a:pPr>
                        <a:lnSpc>
                          <a:spcPts val="1500"/>
                        </a:lnSpc>
                      </a:pPr>
                      <a:r>
                        <a:rPr lang="en-GB" sz="1800" b="1" dirty="0" err="1">
                          <a:solidFill>
                            <a:schemeClr val="bg2"/>
                          </a:solidFill>
                          <a:effectLst/>
                          <a:latin typeface="+mn-lt"/>
                          <a:cs typeface="Times New Roman" panose="02020603050405020304" pitchFamily="18" charset="0"/>
                        </a:rPr>
                        <a:t>Funzione</a:t>
                      </a:r>
                      <a:endParaRPr lang="en-GB" sz="1800" b="1" dirty="0">
                        <a:solidFill>
                          <a:schemeClr val="bg2"/>
                        </a:solidFill>
                        <a:effectLst/>
                        <a:latin typeface="+mn-lt"/>
                        <a:cs typeface="Times New Roman" panose="02020603050405020304" pitchFamily="18" charset="0"/>
                      </a:endParaRPr>
                    </a:p>
                  </a:txBody>
                  <a:tcPr anchor="ctr">
                    <a:lnL>
                      <a:noFill/>
                    </a:lnL>
                    <a:lnR>
                      <a:noFill/>
                    </a:lnR>
                    <a:lnT>
                      <a:noFill/>
                    </a:lnT>
                    <a:lnB w="3175" cap="flat" cmpd="sng" algn="ctr">
                      <a:solidFill>
                        <a:schemeClr val="tx2"/>
                      </a:solidFill>
                      <a:prstDash val="solid"/>
                      <a:round/>
                      <a:headEnd type="none" w="med" len="med"/>
                      <a:tailEnd type="none" w="med" len="med"/>
                    </a:lnB>
                    <a:solidFill>
                      <a:schemeClr val="tx2">
                        <a:lumMod val="75000"/>
                      </a:schemeClr>
                    </a:solidFill>
                  </a:tcPr>
                </a:tc>
                <a:tc>
                  <a:txBody>
                    <a:bodyPr/>
                    <a:lstStyle/>
                    <a:p>
                      <a:pPr>
                        <a:lnSpc>
                          <a:spcPts val="1500"/>
                        </a:lnSpc>
                      </a:pPr>
                      <a:r>
                        <a:rPr lang="en-GB" sz="1800" b="1" dirty="0" err="1">
                          <a:solidFill>
                            <a:schemeClr val="bg2"/>
                          </a:solidFill>
                          <a:effectLst/>
                          <a:latin typeface="+mn-lt"/>
                          <a:cs typeface="Times New Roman" panose="02020603050405020304" pitchFamily="18" charset="0"/>
                        </a:rPr>
                        <a:t>Ruolo</a:t>
                      </a:r>
                      <a:r>
                        <a:rPr lang="en-GB" sz="1800" b="1" dirty="0">
                          <a:solidFill>
                            <a:schemeClr val="bg2"/>
                          </a:solidFill>
                          <a:effectLst/>
                          <a:latin typeface="+mn-lt"/>
                          <a:cs typeface="Times New Roman" panose="02020603050405020304" pitchFamily="18" charset="0"/>
                        </a:rPr>
                        <a:t> </a:t>
                      </a:r>
                      <a:r>
                        <a:rPr lang="en-GB" sz="1800" b="1" dirty="0" err="1">
                          <a:solidFill>
                            <a:schemeClr val="bg2"/>
                          </a:solidFill>
                          <a:effectLst/>
                          <a:latin typeface="+mn-lt"/>
                          <a:cs typeface="Times New Roman" panose="02020603050405020304" pitchFamily="18" charset="0"/>
                        </a:rPr>
                        <a:t>Metaforico</a:t>
                      </a:r>
                      <a:endParaRPr lang="en-GB" sz="1800" b="1" dirty="0">
                        <a:solidFill>
                          <a:schemeClr val="bg2"/>
                        </a:solidFill>
                        <a:effectLst/>
                        <a:latin typeface="+mn-lt"/>
                        <a:cs typeface="Times New Roman" panose="02020603050405020304" pitchFamily="18" charset="0"/>
                      </a:endParaRPr>
                    </a:p>
                  </a:txBody>
                  <a:tcPr anchor="ctr">
                    <a:lnL>
                      <a:noFill/>
                    </a:lnL>
                    <a:lnR>
                      <a:noFill/>
                    </a:lnR>
                    <a:lnT>
                      <a:noFill/>
                    </a:lnT>
                    <a:lnB w="3175" cap="flat" cmpd="sng" algn="ctr">
                      <a:solidFill>
                        <a:schemeClr val="tx2"/>
                      </a:solidFill>
                      <a:prstDash val="solid"/>
                      <a:round/>
                      <a:headEnd type="none" w="med" len="med"/>
                      <a:tailEnd type="none" w="med" len="med"/>
                    </a:lnB>
                    <a:solidFill>
                      <a:schemeClr val="tx2">
                        <a:lumMod val="75000"/>
                      </a:schemeClr>
                    </a:solidFill>
                  </a:tcPr>
                </a:tc>
                <a:tc>
                  <a:txBody>
                    <a:bodyPr/>
                    <a:lstStyle/>
                    <a:p>
                      <a:pPr>
                        <a:lnSpc>
                          <a:spcPts val="1500"/>
                        </a:lnSpc>
                      </a:pPr>
                      <a:r>
                        <a:rPr lang="en-GB" sz="1800" b="1" dirty="0" err="1">
                          <a:solidFill>
                            <a:schemeClr val="bg2"/>
                          </a:solidFill>
                          <a:effectLst/>
                          <a:latin typeface="+mn-lt"/>
                          <a:cs typeface="Times New Roman" panose="02020603050405020304" pitchFamily="18" charset="0"/>
                        </a:rPr>
                        <a:t>Compito</a:t>
                      </a:r>
                      <a:r>
                        <a:rPr lang="en-GB" sz="1800" b="1" dirty="0">
                          <a:solidFill>
                            <a:schemeClr val="bg2"/>
                          </a:solidFill>
                          <a:effectLst/>
                          <a:latin typeface="+mn-lt"/>
                          <a:cs typeface="Times New Roman" panose="02020603050405020304" pitchFamily="18" charset="0"/>
                        </a:rPr>
                        <a:t> </a:t>
                      </a:r>
                      <a:r>
                        <a:rPr lang="en-GB" sz="1800" b="1" dirty="0" err="1">
                          <a:solidFill>
                            <a:schemeClr val="bg2"/>
                          </a:solidFill>
                          <a:effectLst/>
                          <a:latin typeface="+mn-lt"/>
                          <a:cs typeface="Times New Roman" panose="02020603050405020304" pitchFamily="18" charset="0"/>
                        </a:rPr>
                        <a:t>Principale</a:t>
                      </a:r>
                      <a:endParaRPr lang="en-GB" sz="1800" b="1" dirty="0">
                        <a:solidFill>
                          <a:schemeClr val="bg2"/>
                        </a:solidFill>
                        <a:effectLst/>
                        <a:latin typeface="+mn-lt"/>
                        <a:cs typeface="Times New Roman" panose="02020603050405020304" pitchFamily="18" charset="0"/>
                      </a:endParaRPr>
                    </a:p>
                  </a:txBody>
                  <a:tcPr anchor="ctr">
                    <a:lnL>
                      <a:noFill/>
                    </a:lnL>
                    <a:lnR>
                      <a:noFill/>
                    </a:lnR>
                    <a:lnT>
                      <a:noFill/>
                    </a:lnT>
                    <a:lnB w="3175" cap="flat" cmpd="sng" algn="ctr">
                      <a:solidFill>
                        <a:schemeClr val="tx2"/>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654292233"/>
                  </a:ext>
                </a:extLst>
              </a:tr>
              <a:tr h="1266328">
                <a:tc>
                  <a:txBody>
                    <a:bodyPr/>
                    <a:lstStyle/>
                    <a:p>
                      <a:pPr>
                        <a:lnSpc>
                          <a:spcPts val="1500"/>
                        </a:lnSpc>
                      </a:pPr>
                      <a:r>
                        <a:rPr lang="en-GB" sz="1800" b="1" dirty="0" err="1">
                          <a:effectLst/>
                          <a:latin typeface="+mn-lt"/>
                          <a:cs typeface="Times New Roman" panose="02020603050405020304" pitchFamily="18" charset="0"/>
                        </a:rPr>
                        <a:t>select_best_categories</a:t>
                      </a:r>
                      <a:endParaRPr lang="en-GB" sz="1800" b="0" dirty="0">
                        <a:effectLst/>
                        <a:latin typeface="+mn-lt"/>
                        <a:cs typeface="Times New Roman" panose="02020603050405020304" pitchFamily="18"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nSpc>
                          <a:spcPts val="1500"/>
                        </a:lnSpc>
                      </a:pPr>
                      <a:r>
                        <a:rPr lang="en-GB" sz="1800" b="0" i="1" dirty="0">
                          <a:effectLst/>
                          <a:latin typeface="+mn-lt"/>
                          <a:cs typeface="Times New Roman" panose="02020603050405020304" pitchFamily="18" charset="0"/>
                        </a:rPr>
                        <a:t>Il </a:t>
                      </a:r>
                      <a:r>
                        <a:rPr lang="en-GB" sz="1800" b="0" i="1" dirty="0" err="1">
                          <a:effectLst/>
                          <a:latin typeface="+mn-lt"/>
                          <a:cs typeface="Times New Roman" panose="02020603050405020304" pitchFamily="18" charset="0"/>
                        </a:rPr>
                        <a:t>Traduttore</a:t>
                      </a:r>
                      <a:endParaRPr lang="en-GB" sz="1800" b="0" i="1" dirty="0">
                        <a:effectLst/>
                        <a:latin typeface="+mn-lt"/>
                        <a:cs typeface="Times New Roman" panose="02020603050405020304" pitchFamily="18"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gn="just">
                        <a:lnSpc>
                          <a:spcPts val="1500"/>
                        </a:lnSpc>
                      </a:pPr>
                      <a:r>
                        <a:rPr lang="it-IT" sz="1800" b="0" dirty="0">
                          <a:effectLst/>
                          <a:latin typeface="+mn-lt"/>
                          <a:cs typeface="Times New Roman" panose="02020603050405020304" pitchFamily="18" charset="0"/>
                        </a:rPr>
                        <a:t>Converte il racconto libero e non strutturato dell'utente in un </a:t>
                      </a:r>
                      <a:r>
                        <a:rPr lang="it-IT" sz="1800" b="1" dirty="0">
                          <a:effectLst/>
                          <a:latin typeface="+mn-lt"/>
                          <a:cs typeface="Times New Roman" panose="02020603050405020304" pitchFamily="18" charset="0"/>
                        </a:rPr>
                        <a:t>profilo standardizzato</a:t>
                      </a:r>
                      <a:r>
                        <a:rPr lang="it-IT" sz="1800" b="0" dirty="0">
                          <a:effectLst/>
                          <a:latin typeface="+mn-lt"/>
                          <a:cs typeface="Times New Roman" panose="02020603050405020304" pitchFamily="18" charset="0"/>
                        </a:rPr>
                        <a:t> basato su codici ISTAT, fornendo una motivazione per ogni scelta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80973264"/>
                  </a:ext>
                </a:extLst>
              </a:tr>
              <a:tr h="1096631">
                <a:tc>
                  <a:txBody>
                    <a:bodyPr/>
                    <a:lstStyle/>
                    <a:p>
                      <a:pPr>
                        <a:lnSpc>
                          <a:spcPts val="1500"/>
                        </a:lnSpc>
                      </a:pPr>
                      <a:r>
                        <a:rPr lang="en-GB" sz="1800" b="1" dirty="0" err="1">
                          <a:effectLst/>
                          <a:latin typeface="+mn-lt"/>
                          <a:cs typeface="Times New Roman" panose="02020603050405020304" pitchFamily="18" charset="0"/>
                        </a:rPr>
                        <a:t>rank_professions</a:t>
                      </a:r>
                      <a:endParaRPr lang="en-GB" sz="1800" b="0" dirty="0">
                        <a:effectLst/>
                        <a:latin typeface="+mn-lt"/>
                        <a:cs typeface="Times New Roman" panose="02020603050405020304" pitchFamily="18"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nSpc>
                          <a:spcPts val="1500"/>
                        </a:lnSpc>
                      </a:pPr>
                      <a:r>
                        <a:rPr lang="en-GB" sz="1800" b="0" i="1" dirty="0">
                          <a:effectLst/>
                          <a:latin typeface="+mn-lt"/>
                          <a:cs typeface="Times New Roman" panose="02020603050405020304" pitchFamily="18" charset="0"/>
                        </a:rPr>
                        <a:t>Il </a:t>
                      </a:r>
                      <a:r>
                        <a:rPr lang="en-GB" sz="1800" b="0" i="1" dirty="0" err="1">
                          <a:effectLst/>
                          <a:latin typeface="+mn-lt"/>
                          <a:cs typeface="Times New Roman" panose="02020603050405020304" pitchFamily="18" charset="0"/>
                        </a:rPr>
                        <a:t>Consulente</a:t>
                      </a:r>
                      <a:r>
                        <a:rPr lang="en-GB" sz="1800" b="0" i="1" dirty="0">
                          <a:effectLst/>
                          <a:latin typeface="+mn-lt"/>
                          <a:cs typeface="Times New Roman" panose="02020603050405020304" pitchFamily="18" charset="0"/>
                        </a:rPr>
                        <a:t> di Carriera</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gn="just">
                        <a:lnSpc>
                          <a:spcPts val="1500"/>
                        </a:lnSpc>
                      </a:pPr>
                      <a:r>
                        <a:rPr lang="it-IT" sz="1800" b="0" dirty="0">
                          <a:effectLst/>
                          <a:latin typeface="+mn-lt"/>
                          <a:cs typeface="Times New Roman" panose="02020603050405020304" pitchFamily="18" charset="0"/>
                        </a:rPr>
                        <a:t>Simula il </a:t>
                      </a:r>
                      <a:r>
                        <a:rPr lang="it-IT" sz="1800" b="1" dirty="0">
                          <a:effectLst/>
                          <a:latin typeface="+mn-lt"/>
                          <a:cs typeface="Times New Roman" panose="02020603050405020304" pitchFamily="18" charset="0"/>
                        </a:rPr>
                        <a:t>giudizio qualitativo di un esperto</a:t>
                      </a:r>
                      <a:r>
                        <a:rPr lang="it-IT" sz="1800" b="0" dirty="0">
                          <a:effectLst/>
                          <a:latin typeface="+mn-lt"/>
                          <a:cs typeface="Times New Roman" panose="02020603050405020304" pitchFamily="18" charset="0"/>
                        </a:rPr>
                        <a:t> per ordinare le professioni candidate in base alla coerenza complessiva con il profilo, superando un semplice matching di keyword.</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625856121"/>
                  </a:ext>
                </a:extLst>
              </a:tr>
              <a:tr h="1266328">
                <a:tc>
                  <a:txBody>
                    <a:bodyPr/>
                    <a:lstStyle/>
                    <a:p>
                      <a:pPr>
                        <a:lnSpc>
                          <a:spcPts val="1500"/>
                        </a:lnSpc>
                      </a:pPr>
                      <a:r>
                        <a:rPr lang="en-GB" sz="1800" b="1" dirty="0" err="1">
                          <a:effectLst/>
                          <a:latin typeface="+mn-lt"/>
                          <a:cs typeface="Times New Roman" panose="02020603050405020304" pitchFamily="18" charset="0"/>
                        </a:rPr>
                        <a:t>perform_fairness_audit</a:t>
                      </a:r>
                      <a:endParaRPr lang="en-GB" sz="1800" b="0" dirty="0">
                        <a:effectLst/>
                        <a:latin typeface="+mn-lt"/>
                        <a:cs typeface="Times New Roman" panose="02020603050405020304" pitchFamily="18"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nSpc>
                          <a:spcPts val="1500"/>
                        </a:lnSpc>
                      </a:pPr>
                      <a:r>
                        <a:rPr lang="en-GB" sz="1800" b="0" i="1" dirty="0">
                          <a:effectLst/>
                          <a:latin typeface="+mn-lt"/>
                          <a:cs typeface="Times New Roman" panose="02020603050405020304" pitchFamily="18" charset="0"/>
                        </a:rPr>
                        <a:t>Il </a:t>
                      </a:r>
                      <a:r>
                        <a:rPr lang="en-GB" sz="1800" b="0" i="1" dirty="0" err="1">
                          <a:effectLst/>
                          <a:latin typeface="+mn-lt"/>
                          <a:cs typeface="Times New Roman" panose="02020603050405020304" pitchFamily="18" charset="0"/>
                        </a:rPr>
                        <a:t>Revisore</a:t>
                      </a:r>
                      <a:r>
                        <a:rPr lang="en-GB" sz="1800" b="0" i="1" dirty="0">
                          <a:effectLst/>
                          <a:latin typeface="+mn-lt"/>
                          <a:cs typeface="Times New Roman" panose="02020603050405020304" pitchFamily="18" charset="0"/>
                        </a:rPr>
                        <a:t> </a:t>
                      </a:r>
                      <a:r>
                        <a:rPr lang="en-GB" sz="1800" b="0" i="1" dirty="0" err="1">
                          <a:effectLst/>
                          <a:latin typeface="+mn-lt"/>
                          <a:cs typeface="Times New Roman" panose="02020603050405020304" pitchFamily="18" charset="0"/>
                        </a:rPr>
                        <a:t>Etico</a:t>
                      </a:r>
                      <a:endParaRPr lang="en-GB" sz="1800" b="0" i="1" dirty="0">
                        <a:effectLst/>
                        <a:latin typeface="+mn-lt"/>
                        <a:cs typeface="Times New Roman" panose="02020603050405020304" pitchFamily="18"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gn="just">
                        <a:lnSpc>
                          <a:spcPts val="1500"/>
                        </a:lnSpc>
                      </a:pPr>
                      <a:r>
                        <a:rPr lang="it-IT" sz="1800" b="0" dirty="0">
                          <a:effectLst/>
                          <a:latin typeface="+mn-lt"/>
                          <a:cs typeface="Times New Roman" panose="02020603050405020304" pitchFamily="18" charset="0"/>
                        </a:rPr>
                        <a:t>Applica i principi della </a:t>
                      </a:r>
                      <a:r>
                        <a:rPr lang="it-IT" sz="1800" b="1" dirty="0">
                          <a:effectLst/>
                          <a:latin typeface="+mn-lt"/>
                          <a:cs typeface="Times New Roman" panose="02020603050405020304" pitchFamily="18" charset="0"/>
                        </a:rPr>
                        <a:t>Responsible AI</a:t>
                      </a:r>
                      <a:r>
                        <a:rPr lang="it-IT" sz="1800" b="0" dirty="0">
                          <a:effectLst/>
                          <a:latin typeface="+mn-lt"/>
                          <a:cs typeface="Times New Roman" panose="02020603050405020304" pitchFamily="18" charset="0"/>
                        </a:rPr>
                        <a:t> analizzando ogni professione suggerita per identificare potenziali </a:t>
                      </a:r>
                      <a:r>
                        <a:rPr lang="it-IT" sz="1800" b="0" dirty="0" err="1">
                          <a:effectLst/>
                          <a:latin typeface="+mn-lt"/>
                          <a:cs typeface="Times New Roman" panose="02020603050405020304" pitchFamily="18" charset="0"/>
                        </a:rPr>
                        <a:t>bias</a:t>
                      </a:r>
                      <a:r>
                        <a:rPr lang="it-IT" sz="1800" b="0" dirty="0">
                          <a:effectLst/>
                          <a:latin typeface="+mn-lt"/>
                          <a:cs typeface="Times New Roman" panose="02020603050405020304" pitchFamily="18" charset="0"/>
                        </a:rPr>
                        <a:t> sistemici e barriere d'accesso, aumentando la consapevolezza dell'utente.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958346669"/>
                  </a:ext>
                </a:extLst>
              </a:tr>
            </a:tbl>
          </a:graphicData>
        </a:graphic>
      </p:graphicFrame>
    </p:spTree>
    <p:extLst>
      <p:ext uri="{BB962C8B-B14F-4D97-AF65-F5344CB8AC3E}">
        <p14:creationId xmlns:p14="http://schemas.microsoft.com/office/powerpoint/2010/main" val="340181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A7725-85FB-D775-3BD8-3A8B15BCE526}"/>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346994E3-F899-DCD3-188A-504474613309}"/>
              </a:ext>
            </a:extLst>
          </p:cNvPr>
          <p:cNvSpPr/>
          <p:nvPr/>
        </p:nvSpPr>
        <p:spPr>
          <a:xfrm>
            <a:off x="0" y="0"/>
            <a:ext cx="12191999" cy="6858000"/>
          </a:xfrm>
          <a:prstGeom prst="rect">
            <a:avLst/>
          </a:prstGeom>
          <a:solidFill>
            <a:sysClr val="window" lastClr="FFFFFF">
              <a:alpha val="73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D1A89493-475C-D6A8-4335-C96A83832022}"/>
              </a:ext>
            </a:extLst>
          </p:cNvPr>
          <p:cNvSpPr>
            <a:spLocks noGrp="1"/>
          </p:cNvSpPr>
          <p:nvPr/>
        </p:nvSpPr>
        <p:spPr>
          <a:xfrm>
            <a:off x="12156" y="19049"/>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6" name="Title 1">
            <a:extLst>
              <a:ext uri="{FF2B5EF4-FFF2-40B4-BE49-F238E27FC236}">
                <a16:creationId xmlns:a16="http://schemas.microsoft.com/office/drawing/2014/main" id="{20172DB7-0EB7-28E3-72BC-E63C062543F2}"/>
              </a:ext>
            </a:extLst>
          </p:cNvPr>
          <p:cNvSpPr>
            <a:spLocks noGrp="1"/>
          </p:cNvSpPr>
          <p:nvPr/>
        </p:nvSpPr>
        <p:spPr>
          <a:xfrm>
            <a:off x="0" y="19048"/>
            <a:ext cx="9055644" cy="478289"/>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2800" cap="none" dirty="0">
                <a:solidFill>
                  <a:prstClr val="black"/>
                </a:solidFill>
                <a:latin typeface="Aptos Display" panose="02110004020202020204"/>
              </a:rPr>
              <a:t>L’ARCHITETTURA</a:t>
            </a:r>
            <a:endPar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8" name="CasellaDiTesto 7">
            <a:extLst>
              <a:ext uri="{FF2B5EF4-FFF2-40B4-BE49-F238E27FC236}">
                <a16:creationId xmlns:a16="http://schemas.microsoft.com/office/drawing/2014/main" id="{AE98DF62-26A4-221F-DC30-BCAF26DC916C}"/>
              </a:ext>
            </a:extLst>
          </p:cNvPr>
          <p:cNvSpPr txBox="1"/>
          <p:nvPr/>
        </p:nvSpPr>
        <p:spPr>
          <a:xfrm>
            <a:off x="487680" y="953099"/>
            <a:ext cx="4070672" cy="429400"/>
          </a:xfrm>
          <a:prstGeom prst="rect">
            <a:avLst/>
          </a:prstGeom>
          <a:solidFill>
            <a:srgbClr val="FFC000"/>
          </a:solidFill>
          <a:effectLst>
            <a:softEdge rad="127000"/>
          </a:effectLst>
        </p:spPr>
        <p:txBody>
          <a:bodyPr wrap="square">
            <a:spAutoFit/>
          </a:bodyPr>
          <a:lstStyle/>
          <a:p>
            <a:pPr algn="ctr"/>
            <a:endParaRPr lang="it-IT" b="1" kern="0" dirty="0">
              <a:solidFill>
                <a:prstClr val="black"/>
              </a:solidFill>
              <a:latin typeface="Calibri" panose="020F0502020204030204" pitchFamily="34" charset="0"/>
              <a:cs typeface="Calibri" panose="020F0502020204030204" pitchFamily="34" charset="0"/>
            </a:endParaRPr>
          </a:p>
        </p:txBody>
      </p:sp>
      <p:sp>
        <p:nvSpPr>
          <p:cNvPr id="9" name="CasellaDiTesto 8">
            <a:extLst>
              <a:ext uri="{FF2B5EF4-FFF2-40B4-BE49-F238E27FC236}">
                <a16:creationId xmlns:a16="http://schemas.microsoft.com/office/drawing/2014/main" id="{553DD959-AEB4-FF0B-ADC5-D98E9EF3C27E}"/>
              </a:ext>
            </a:extLst>
          </p:cNvPr>
          <p:cNvSpPr txBox="1"/>
          <p:nvPr/>
        </p:nvSpPr>
        <p:spPr>
          <a:xfrm>
            <a:off x="481807" y="2175266"/>
            <a:ext cx="2561493" cy="429400"/>
          </a:xfrm>
          <a:prstGeom prst="rect">
            <a:avLst/>
          </a:prstGeom>
          <a:solidFill>
            <a:schemeClr val="accent2"/>
          </a:solidFill>
          <a:effectLst>
            <a:softEdge rad="127000"/>
          </a:effectLst>
        </p:spPr>
        <p:txBody>
          <a:bodyPr wrap="square">
            <a:spAutoFit/>
          </a:bodyPr>
          <a:lstStyle/>
          <a:p>
            <a:pPr algn="ctr"/>
            <a:endParaRPr lang="it-IT" b="1" kern="0" dirty="0">
              <a:solidFill>
                <a:prstClr val="black"/>
              </a:solidFill>
              <a:latin typeface="Calibri" panose="020F0502020204030204" pitchFamily="34" charset="0"/>
              <a:cs typeface="Calibri" panose="020F0502020204030204" pitchFamily="34" charset="0"/>
            </a:endParaRPr>
          </a:p>
        </p:txBody>
      </p:sp>
      <p:sp>
        <p:nvSpPr>
          <p:cNvPr id="10" name="CasellaDiTesto 9">
            <a:extLst>
              <a:ext uri="{FF2B5EF4-FFF2-40B4-BE49-F238E27FC236}">
                <a16:creationId xmlns:a16="http://schemas.microsoft.com/office/drawing/2014/main" id="{96C9877D-7D18-8426-46CD-ED6105752410}"/>
              </a:ext>
            </a:extLst>
          </p:cNvPr>
          <p:cNvSpPr txBox="1"/>
          <p:nvPr/>
        </p:nvSpPr>
        <p:spPr>
          <a:xfrm>
            <a:off x="448103" y="4156157"/>
            <a:ext cx="3496100" cy="429400"/>
          </a:xfrm>
          <a:prstGeom prst="rect">
            <a:avLst/>
          </a:prstGeom>
          <a:solidFill>
            <a:srgbClr val="00B050"/>
          </a:solidFill>
          <a:effectLst>
            <a:softEdge rad="127000"/>
          </a:effectLst>
        </p:spPr>
        <p:txBody>
          <a:bodyPr wrap="square">
            <a:spAutoFit/>
          </a:bodyPr>
          <a:lstStyle/>
          <a:p>
            <a:pPr algn="ctr"/>
            <a:endParaRPr lang="it-IT" b="1" kern="0" dirty="0">
              <a:solidFill>
                <a:prstClr val="black"/>
              </a:solidFill>
              <a:latin typeface="Calibri" panose="020F0502020204030204" pitchFamily="34" charset="0"/>
              <a:cs typeface="Calibri" panose="020F0502020204030204" pitchFamily="34" charset="0"/>
            </a:endParaRPr>
          </a:p>
        </p:txBody>
      </p:sp>
      <p:sp>
        <p:nvSpPr>
          <p:cNvPr id="5" name="Titolo 1">
            <a:extLst>
              <a:ext uri="{FF2B5EF4-FFF2-40B4-BE49-F238E27FC236}">
                <a16:creationId xmlns:a16="http://schemas.microsoft.com/office/drawing/2014/main" id="{DCBC1F82-D741-AFA6-5A9B-82124845CA2E}"/>
              </a:ext>
            </a:extLst>
          </p:cNvPr>
          <p:cNvSpPr txBox="1">
            <a:spLocks/>
          </p:cNvSpPr>
          <p:nvPr/>
        </p:nvSpPr>
        <p:spPr>
          <a:xfrm>
            <a:off x="539496" y="676656"/>
            <a:ext cx="11164824" cy="563270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n-lt"/>
                <a:ea typeface="+mj-ea"/>
                <a:cs typeface="+mj-cs"/>
              </a:defRPr>
            </a:lvl1pPr>
          </a:lstStyle>
          <a:p>
            <a:r>
              <a:rPr lang="it-IT" sz="1800" dirty="0">
                <a:solidFill>
                  <a:schemeClr val="tx1"/>
                </a:solidFill>
                <a:cs typeface="Times New Roman" panose="02020603050405020304" pitchFamily="18" charset="0"/>
              </a:rPr>
              <a:t>La Base Dati Locale: profession_data.py</a:t>
            </a:r>
          </a:p>
          <a:p>
            <a:br>
              <a:rPr lang="it-IT" sz="1800" b="0" dirty="0">
                <a:solidFill>
                  <a:schemeClr val="tx1"/>
                </a:solidFill>
                <a:cs typeface="Times New Roman" panose="02020603050405020304" pitchFamily="18" charset="0"/>
              </a:rPr>
            </a:br>
            <a:r>
              <a:rPr lang="it-IT" sz="1800" b="0" dirty="0">
                <a:solidFill>
                  <a:schemeClr val="tx1"/>
                </a:solidFill>
                <a:cs typeface="Times New Roman" panose="02020603050405020304" pitchFamily="18" charset="0"/>
              </a:rPr>
              <a:t>Questo file non contiene logica di esecuzione, ma funge da database statico integrato nel codice. Contiene la costante PROFESSIONI_ISTAT_3_DIGIT, un dizionario JSON di grandi dimensioni.</a:t>
            </a:r>
            <a:br>
              <a:rPr lang="it-IT" sz="1800" b="0" dirty="0">
                <a:solidFill>
                  <a:schemeClr val="tx1"/>
                </a:solidFill>
                <a:cs typeface="Times New Roman" panose="02020603050405020304" pitchFamily="18" charset="0"/>
              </a:rPr>
            </a:br>
            <a:br>
              <a:rPr lang="it-IT" sz="1800" b="0" dirty="0">
                <a:solidFill>
                  <a:schemeClr val="tx1"/>
                </a:solidFill>
                <a:cs typeface="Times New Roman" panose="02020603050405020304" pitchFamily="18" charset="0"/>
              </a:rPr>
            </a:br>
            <a:r>
              <a:rPr lang="it-IT" sz="1800" dirty="0">
                <a:solidFill>
                  <a:schemeClr val="tx1"/>
                </a:solidFill>
                <a:cs typeface="Times New Roman" panose="02020603050405020304" pitchFamily="18" charset="0"/>
              </a:rPr>
              <a:t>Contenuto e Struttura:</a:t>
            </a:r>
          </a:p>
          <a:p>
            <a:br>
              <a:rPr lang="it-IT" sz="1800" b="0" dirty="0">
                <a:solidFill>
                  <a:schemeClr val="tx1"/>
                </a:solidFill>
                <a:cs typeface="Times New Roman" panose="02020603050405020304" pitchFamily="18" charset="0"/>
              </a:rPr>
            </a:br>
            <a:r>
              <a:rPr lang="it-IT" sz="1800" b="0" dirty="0">
                <a:solidFill>
                  <a:schemeClr val="tx1"/>
                </a:solidFill>
                <a:cs typeface="Times New Roman" panose="02020603050405020304" pitchFamily="18" charset="0"/>
              </a:rPr>
              <a:t>È una mappatura completa delle professioni della Classificazione ISTAT CP2021 al terzo livello di dettaglio.</a:t>
            </a:r>
            <a:br>
              <a:rPr lang="it-IT" sz="1800" b="0" dirty="0">
                <a:solidFill>
                  <a:schemeClr val="tx1"/>
                </a:solidFill>
                <a:cs typeface="Times New Roman" panose="02020603050405020304" pitchFamily="18" charset="0"/>
              </a:rPr>
            </a:br>
            <a:r>
              <a:rPr lang="it-IT" sz="1800" b="0" dirty="0">
                <a:solidFill>
                  <a:schemeClr val="tx1"/>
                </a:solidFill>
                <a:cs typeface="Times New Roman" panose="02020603050405020304" pitchFamily="18" charset="0"/>
              </a:rPr>
              <a:t>Per ogni codice (chiave), memorizza dati essenziali:</a:t>
            </a:r>
          </a:p>
          <a:p>
            <a:pPr marL="285750" indent="-285750">
              <a:buFont typeface="Arial" panose="020B0604020202020204" pitchFamily="34" charset="0"/>
              <a:buChar char="•"/>
            </a:pPr>
            <a:r>
              <a:rPr lang="it-IT" sz="1800" b="0" dirty="0">
                <a:solidFill>
                  <a:schemeClr val="tx1"/>
                </a:solidFill>
                <a:cs typeface="Times New Roman" panose="02020603050405020304" pitchFamily="18" charset="0"/>
              </a:rPr>
              <a:t>nome: Denominazione ufficiale della categoria professionale.</a:t>
            </a:r>
          </a:p>
          <a:p>
            <a:pPr marL="285750" indent="-285750">
              <a:buFont typeface="Arial" panose="020B0604020202020204" pitchFamily="34" charset="0"/>
              <a:buChar char="•"/>
            </a:pPr>
            <a:r>
              <a:rPr lang="it-IT" sz="1800" b="0" dirty="0" err="1">
                <a:solidFill>
                  <a:schemeClr val="tx1"/>
                </a:solidFill>
                <a:cs typeface="Times New Roman" panose="02020603050405020304" pitchFamily="18" charset="0"/>
              </a:rPr>
              <a:t>descrizione_breve</a:t>
            </a:r>
            <a:r>
              <a:rPr lang="it-IT" sz="1800" b="0" dirty="0">
                <a:solidFill>
                  <a:schemeClr val="tx1"/>
                </a:solidFill>
                <a:cs typeface="Times New Roman" panose="02020603050405020304" pitchFamily="18" charset="0"/>
              </a:rPr>
              <a:t> e </a:t>
            </a:r>
            <a:r>
              <a:rPr lang="it-IT" sz="1800" b="0" dirty="0" err="1">
                <a:solidFill>
                  <a:schemeClr val="tx1"/>
                </a:solidFill>
                <a:cs typeface="Times New Roman" panose="02020603050405020304" pitchFamily="18" charset="0"/>
              </a:rPr>
              <a:t>descrizione_estesa</a:t>
            </a:r>
            <a:r>
              <a:rPr lang="it-IT" sz="1800" b="0" dirty="0">
                <a:solidFill>
                  <a:schemeClr val="tx1"/>
                </a:solidFill>
                <a:cs typeface="Times New Roman" panose="02020603050405020304" pitchFamily="18" charset="0"/>
              </a:rPr>
              <a:t>: Definizioni e compiti tipici della professione.</a:t>
            </a:r>
          </a:p>
          <a:p>
            <a:pPr marL="285750" indent="-285750">
              <a:buFont typeface="Arial" panose="020B0604020202020204" pitchFamily="34" charset="0"/>
              <a:buChar char="•"/>
            </a:pPr>
            <a:r>
              <a:rPr lang="it-IT" sz="1800" b="0" dirty="0" err="1">
                <a:solidFill>
                  <a:schemeClr val="tx1"/>
                </a:solidFill>
                <a:cs typeface="Times New Roman" panose="02020603050405020304" pitchFamily="18" charset="0"/>
              </a:rPr>
              <a:t>esempi_professioni</a:t>
            </a:r>
            <a:r>
              <a:rPr lang="it-IT" sz="1800" b="0" dirty="0">
                <a:solidFill>
                  <a:schemeClr val="tx1"/>
                </a:solidFill>
                <a:cs typeface="Times New Roman" panose="02020603050405020304" pitchFamily="18" charset="0"/>
              </a:rPr>
              <a:t>: Lista di ruoli inclusi nel codice.</a:t>
            </a:r>
            <a:br>
              <a:rPr lang="it-IT" sz="1800" b="0" dirty="0">
                <a:solidFill>
                  <a:schemeClr val="tx1"/>
                </a:solidFill>
                <a:cs typeface="Times New Roman" panose="02020603050405020304" pitchFamily="18" charset="0"/>
              </a:rPr>
            </a:br>
            <a:endParaRPr lang="it-IT" sz="1800" b="0" dirty="0">
              <a:solidFill>
                <a:schemeClr val="tx1"/>
              </a:solidFill>
              <a:cs typeface="Times New Roman" panose="02020603050405020304" pitchFamily="18" charset="0"/>
            </a:endParaRPr>
          </a:p>
          <a:p>
            <a:r>
              <a:rPr lang="it-IT" sz="1800" dirty="0">
                <a:solidFill>
                  <a:schemeClr val="tx1"/>
                </a:solidFill>
                <a:cs typeface="Times New Roman" panose="02020603050405020304" pitchFamily="18" charset="0"/>
              </a:rPr>
              <a:t>Ruolo Strategico nell'Architettura</a:t>
            </a:r>
          </a:p>
          <a:p>
            <a:br>
              <a:rPr lang="it-IT" sz="1800" b="0" dirty="0">
                <a:solidFill>
                  <a:schemeClr val="tx1"/>
                </a:solidFill>
                <a:cs typeface="Times New Roman" panose="02020603050405020304" pitchFamily="18" charset="0"/>
              </a:rPr>
            </a:br>
            <a:r>
              <a:rPr lang="it-IT" sz="1800" b="0" i="1" u="sng" dirty="0">
                <a:solidFill>
                  <a:schemeClr val="tx1"/>
                </a:solidFill>
                <a:cs typeface="Times New Roman" panose="02020603050405020304" pitchFamily="18" charset="0"/>
              </a:rPr>
              <a:t>Garanzia di Resilienza</a:t>
            </a:r>
            <a:r>
              <a:rPr lang="it-IT" sz="1800" b="0" dirty="0">
                <a:solidFill>
                  <a:schemeClr val="tx1"/>
                </a:solidFill>
                <a:cs typeface="Times New Roman" panose="02020603050405020304" pitchFamily="18" charset="0"/>
              </a:rPr>
              <a:t>: È il pilastro del meccanismo di </a:t>
            </a:r>
            <a:r>
              <a:rPr lang="it-IT" sz="1800" b="0" dirty="0" err="1">
                <a:solidFill>
                  <a:schemeClr val="tx1"/>
                </a:solidFill>
                <a:cs typeface="Times New Roman" panose="02020603050405020304" pitchFamily="18" charset="0"/>
              </a:rPr>
              <a:t>fallback</a:t>
            </a:r>
            <a:r>
              <a:rPr lang="it-IT" sz="1800" b="0" dirty="0">
                <a:solidFill>
                  <a:schemeClr val="tx1"/>
                </a:solidFill>
                <a:cs typeface="Times New Roman" panose="02020603050405020304" pitchFamily="18" charset="0"/>
              </a:rPr>
              <a:t>. Se le API INAPP non sono disponibili, il sistema consulta questo file per garantire che l'utente riceva comunque una risposta basata su dati ufficiali.</a:t>
            </a:r>
          </a:p>
          <a:p>
            <a:br>
              <a:rPr lang="it-IT" sz="1800" b="0" dirty="0">
                <a:solidFill>
                  <a:schemeClr val="tx1"/>
                </a:solidFill>
                <a:cs typeface="Times New Roman" panose="02020603050405020304" pitchFamily="18" charset="0"/>
              </a:rPr>
            </a:br>
            <a:r>
              <a:rPr lang="it-IT" sz="1800" b="0" i="1" u="sng" dirty="0">
                <a:solidFill>
                  <a:schemeClr val="tx1"/>
                </a:solidFill>
                <a:cs typeface="Times New Roman" panose="02020603050405020304" pitchFamily="18" charset="0"/>
              </a:rPr>
              <a:t>Performance</a:t>
            </a:r>
            <a:r>
              <a:rPr lang="it-IT" sz="1800" b="0" dirty="0">
                <a:solidFill>
                  <a:schemeClr val="tx1"/>
                </a:solidFill>
                <a:cs typeface="Times New Roman" panose="02020603050405020304" pitchFamily="18" charset="0"/>
              </a:rPr>
              <a:t>: Essendo caricato in memoria all'avvio, l'accesso ai dati è istantaneo, eliminando la latenza di rete durante le operazioni di </a:t>
            </a:r>
            <a:r>
              <a:rPr lang="it-IT" sz="1800" b="0" dirty="0" err="1">
                <a:solidFill>
                  <a:schemeClr val="tx1"/>
                </a:solidFill>
                <a:cs typeface="Times New Roman" panose="02020603050405020304" pitchFamily="18" charset="0"/>
              </a:rPr>
              <a:t>fallback</a:t>
            </a:r>
            <a:r>
              <a:rPr lang="it-IT" sz="1800" b="0" dirty="0">
                <a:solidFill>
                  <a:schemeClr val="tx1"/>
                </a:solidFill>
                <a:cs typeface="Times New Roman" panose="02020603050405020304" pitchFamily="18" charset="0"/>
              </a:rPr>
              <a:t> o di ricerca affine locale.</a:t>
            </a:r>
          </a:p>
        </p:txBody>
      </p:sp>
    </p:spTree>
    <p:extLst>
      <p:ext uri="{BB962C8B-B14F-4D97-AF65-F5344CB8AC3E}">
        <p14:creationId xmlns:p14="http://schemas.microsoft.com/office/powerpoint/2010/main" val="555388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6D0F7-39B4-A689-980A-CA87C8690F6D}"/>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1CE4B8F7-4958-885A-EB76-EDD3F5CBDDFC}"/>
              </a:ext>
            </a:extLst>
          </p:cNvPr>
          <p:cNvSpPr/>
          <p:nvPr/>
        </p:nvSpPr>
        <p:spPr>
          <a:xfrm>
            <a:off x="0" y="0"/>
            <a:ext cx="12191999" cy="6858000"/>
          </a:xfrm>
          <a:prstGeom prst="rect">
            <a:avLst/>
          </a:prstGeom>
          <a:solidFill>
            <a:sysClr val="window" lastClr="FFFFFF">
              <a:alpha val="73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7146E659-6440-3BE7-49E3-DD5B3B206E61}"/>
              </a:ext>
            </a:extLst>
          </p:cNvPr>
          <p:cNvSpPr>
            <a:spLocks noGrp="1"/>
          </p:cNvSpPr>
          <p:nvPr/>
        </p:nvSpPr>
        <p:spPr>
          <a:xfrm>
            <a:off x="12156" y="19049"/>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3" name="Title 1">
            <a:extLst>
              <a:ext uri="{FF2B5EF4-FFF2-40B4-BE49-F238E27FC236}">
                <a16:creationId xmlns:a16="http://schemas.microsoft.com/office/drawing/2014/main" id="{130F654D-1D90-1BA8-9D8B-BADDF0619432}"/>
              </a:ext>
            </a:extLst>
          </p:cNvPr>
          <p:cNvSpPr>
            <a:spLocks noGrp="1"/>
          </p:cNvSpPr>
          <p:nvPr/>
        </p:nvSpPr>
        <p:spPr>
          <a:xfrm>
            <a:off x="0" y="19048"/>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OSSERVABILITA’ E VALUTAZIONE DEI SISTEMI LLM: </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LANGSMITH</a:t>
            </a:r>
          </a:p>
        </p:txBody>
      </p:sp>
      <p:sp>
        <p:nvSpPr>
          <p:cNvPr id="11" name="Rettangolo 10">
            <a:extLst>
              <a:ext uri="{FF2B5EF4-FFF2-40B4-BE49-F238E27FC236}">
                <a16:creationId xmlns:a16="http://schemas.microsoft.com/office/drawing/2014/main" id="{A47CF16D-7E55-BA1D-0734-A8131FD2670A}"/>
              </a:ext>
            </a:extLst>
          </p:cNvPr>
          <p:cNvSpPr/>
          <p:nvPr/>
        </p:nvSpPr>
        <p:spPr>
          <a:xfrm>
            <a:off x="413980" y="1023583"/>
            <a:ext cx="11081982" cy="1542197"/>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CasellaDiTesto 11">
            <a:extLst>
              <a:ext uri="{FF2B5EF4-FFF2-40B4-BE49-F238E27FC236}">
                <a16:creationId xmlns:a16="http://schemas.microsoft.com/office/drawing/2014/main" id="{7B084B26-BA99-206A-D994-4D3C90AE2CBE}"/>
              </a:ext>
            </a:extLst>
          </p:cNvPr>
          <p:cNvSpPr txBox="1"/>
          <p:nvPr/>
        </p:nvSpPr>
        <p:spPr>
          <a:xfrm>
            <a:off x="469305" y="2999600"/>
            <a:ext cx="4716843" cy="429400"/>
          </a:xfrm>
          <a:prstGeom prst="rect">
            <a:avLst/>
          </a:prstGeom>
          <a:solidFill>
            <a:srgbClr val="FFFF00"/>
          </a:solidFill>
          <a:effectLst>
            <a:softEdge rad="127000"/>
          </a:effectLst>
        </p:spPr>
        <p:txBody>
          <a:bodyPr wrap="square">
            <a:spAutoFit/>
          </a:bodyPr>
          <a:lstStyle/>
          <a:p>
            <a:pPr algn="ctr"/>
            <a:endParaRPr lang="it-IT" b="1" kern="0" dirty="0">
              <a:solidFill>
                <a:prstClr val="black"/>
              </a:solidFill>
              <a:latin typeface="Calibri" panose="020F0502020204030204" pitchFamily="34" charset="0"/>
              <a:cs typeface="Calibri" panose="020F0502020204030204" pitchFamily="34" charset="0"/>
            </a:endParaRPr>
          </a:p>
        </p:txBody>
      </p:sp>
      <p:sp>
        <p:nvSpPr>
          <p:cNvPr id="7" name="CasellaDiTesto 6">
            <a:extLst>
              <a:ext uri="{FF2B5EF4-FFF2-40B4-BE49-F238E27FC236}">
                <a16:creationId xmlns:a16="http://schemas.microsoft.com/office/drawing/2014/main" id="{385B7ECF-1ECC-F2B1-AE38-4628A41A283C}"/>
              </a:ext>
            </a:extLst>
          </p:cNvPr>
          <p:cNvSpPr txBox="1"/>
          <p:nvPr/>
        </p:nvSpPr>
        <p:spPr>
          <a:xfrm>
            <a:off x="545910" y="1245401"/>
            <a:ext cx="10781732" cy="4606389"/>
          </a:xfrm>
          <a:prstGeom prst="rect">
            <a:avLst/>
          </a:prstGeom>
          <a:noFill/>
        </p:spPr>
        <p:txBody>
          <a:bodyPr wrap="square">
            <a:spAutoFit/>
          </a:bodyPr>
          <a:lstStyle/>
          <a:p>
            <a:pPr algn="l">
              <a:lnSpc>
                <a:spcPts val="1500"/>
              </a:lnSpc>
              <a:spcAft>
                <a:spcPts val="1350"/>
              </a:spcAft>
              <a:buNone/>
            </a:pPr>
            <a:r>
              <a:rPr lang="it-IT" b="0" i="0" dirty="0">
                <a:solidFill>
                  <a:srgbClr val="1A1C1E"/>
                </a:solidFill>
                <a:effectLst/>
                <a:cs typeface="Times New Roman" panose="02020603050405020304" pitchFamily="18" charset="0"/>
              </a:rPr>
              <a:t>Lo sviluppo di applicazioni LLM introduce sfide di trasparenza. </a:t>
            </a:r>
          </a:p>
          <a:p>
            <a:pPr algn="l">
              <a:lnSpc>
                <a:spcPts val="1500"/>
              </a:lnSpc>
              <a:spcAft>
                <a:spcPts val="1350"/>
              </a:spcAft>
              <a:buNone/>
            </a:pPr>
            <a:r>
              <a:rPr lang="it-IT" b="0" i="0" dirty="0">
                <a:solidFill>
                  <a:srgbClr val="1A1C1E"/>
                </a:solidFill>
                <a:effectLst/>
                <a:cs typeface="Times New Roman" panose="02020603050405020304" pitchFamily="18" charset="0"/>
              </a:rPr>
              <a:t>Per superare l'opacità del processo decisionale, il prototipo è stato integrato con </a:t>
            </a:r>
            <a:r>
              <a:rPr lang="it-IT" b="1" i="0" dirty="0" err="1">
                <a:solidFill>
                  <a:srgbClr val="1A1C1E"/>
                </a:solidFill>
                <a:effectLst/>
                <a:cs typeface="Times New Roman" panose="02020603050405020304" pitchFamily="18" charset="0"/>
              </a:rPr>
              <a:t>LangSmith</a:t>
            </a:r>
            <a:r>
              <a:rPr lang="it-IT" b="0" i="0" dirty="0">
                <a:solidFill>
                  <a:srgbClr val="1A1C1E"/>
                </a:solidFill>
                <a:effectLst/>
                <a:cs typeface="Times New Roman" panose="02020603050405020304" pitchFamily="18" charset="0"/>
              </a:rPr>
              <a:t>.</a:t>
            </a:r>
          </a:p>
          <a:p>
            <a:pPr algn="l">
              <a:lnSpc>
                <a:spcPts val="1500"/>
              </a:lnSpc>
              <a:spcAft>
                <a:spcPts val="1350"/>
              </a:spcAft>
              <a:buNone/>
            </a:pPr>
            <a:r>
              <a:rPr lang="it-IT" b="0" i="0" dirty="0">
                <a:solidFill>
                  <a:srgbClr val="1A1C1E"/>
                </a:solidFill>
                <a:effectLst/>
                <a:cs typeface="Times New Roman" panose="02020603050405020304" pitchFamily="18" charset="0"/>
              </a:rPr>
              <a:t>È una piattaforma per il </a:t>
            </a:r>
            <a:r>
              <a:rPr lang="it-IT" b="1" i="0" dirty="0">
                <a:solidFill>
                  <a:srgbClr val="1A1C1E"/>
                </a:solidFill>
                <a:effectLst/>
                <a:cs typeface="Times New Roman" panose="02020603050405020304" pitchFamily="18" charset="0"/>
              </a:rPr>
              <a:t>monitoraggio, il debugging e la valutazione</a:t>
            </a:r>
            <a:r>
              <a:rPr lang="it-IT" b="0" i="0" dirty="0">
                <a:solidFill>
                  <a:srgbClr val="1A1C1E"/>
                </a:solidFill>
                <a:effectLst/>
                <a:cs typeface="Times New Roman" panose="02020603050405020304" pitchFamily="18" charset="0"/>
              </a:rPr>
              <a:t> di applicazioni basate su LLM.</a:t>
            </a:r>
          </a:p>
          <a:p>
            <a:pPr algn="l">
              <a:lnSpc>
                <a:spcPts val="1500"/>
              </a:lnSpc>
              <a:spcAft>
                <a:spcPts val="1350"/>
              </a:spcAft>
              <a:buNone/>
            </a:pPr>
            <a:endParaRPr lang="it-IT" b="1" i="0" dirty="0">
              <a:solidFill>
                <a:srgbClr val="1A1C1E"/>
              </a:solidFill>
              <a:effectLst/>
              <a:cs typeface="Times New Roman" panose="02020603050405020304" pitchFamily="18" charset="0"/>
            </a:endParaRPr>
          </a:p>
          <a:p>
            <a:pPr algn="l">
              <a:lnSpc>
                <a:spcPts val="1500"/>
              </a:lnSpc>
              <a:spcAft>
                <a:spcPts val="1350"/>
              </a:spcAft>
              <a:buNone/>
            </a:pPr>
            <a:endParaRPr lang="it-IT" b="1" dirty="0">
              <a:solidFill>
                <a:srgbClr val="1A1C1E"/>
              </a:solidFill>
              <a:cs typeface="Times New Roman" panose="02020603050405020304" pitchFamily="18" charset="0"/>
            </a:endParaRPr>
          </a:p>
          <a:p>
            <a:pPr algn="l">
              <a:lnSpc>
                <a:spcPts val="1500"/>
              </a:lnSpc>
              <a:spcAft>
                <a:spcPts val="1350"/>
              </a:spcAft>
              <a:buNone/>
            </a:pPr>
            <a:r>
              <a:rPr lang="it-IT" b="1" i="0" dirty="0">
                <a:solidFill>
                  <a:srgbClr val="1A1C1E"/>
                </a:solidFill>
                <a:effectLst/>
                <a:cs typeface="Times New Roman" panose="02020603050405020304" pitchFamily="18" charset="0"/>
              </a:rPr>
              <a:t>Come è stato utilizzato in Career </a:t>
            </a:r>
            <a:r>
              <a:rPr lang="it-IT" b="1" i="0" dirty="0" err="1">
                <a:solidFill>
                  <a:srgbClr val="1A1C1E"/>
                </a:solidFill>
                <a:effectLst/>
                <a:cs typeface="Times New Roman" panose="02020603050405020304" pitchFamily="18" charset="0"/>
              </a:rPr>
              <a:t>Compass</a:t>
            </a:r>
            <a:r>
              <a:rPr lang="it-IT" b="1" i="0" dirty="0">
                <a:solidFill>
                  <a:srgbClr val="1A1C1E"/>
                </a:solidFill>
                <a:effectLst/>
                <a:cs typeface="Times New Roman" panose="02020603050405020304" pitchFamily="18" charset="0"/>
              </a:rPr>
              <a:t> AI:</a:t>
            </a:r>
            <a:endParaRPr lang="it-IT" b="0" i="0" dirty="0">
              <a:solidFill>
                <a:srgbClr val="1A1C1E"/>
              </a:solidFill>
              <a:effectLst/>
              <a:cs typeface="Times New Roman" panose="02020603050405020304" pitchFamily="18" charset="0"/>
            </a:endParaRPr>
          </a:p>
          <a:p>
            <a:pPr marL="342900" indent="-342900" algn="l">
              <a:lnSpc>
                <a:spcPts val="1500"/>
              </a:lnSpc>
              <a:spcAft>
                <a:spcPts val="225"/>
              </a:spcAft>
              <a:buFont typeface="+mj-lt"/>
              <a:buAutoNum type="arabicPeriod"/>
            </a:pPr>
            <a:r>
              <a:rPr lang="it-IT" b="1" i="0" dirty="0">
                <a:solidFill>
                  <a:srgbClr val="1A1C1E"/>
                </a:solidFill>
                <a:effectLst/>
                <a:cs typeface="Times New Roman" panose="02020603050405020304" pitchFamily="18" charset="0"/>
              </a:rPr>
              <a:t>Tracciabilità End-to-End:</a:t>
            </a:r>
            <a:r>
              <a:rPr lang="it-IT" b="0" i="0" dirty="0">
                <a:solidFill>
                  <a:srgbClr val="1A1C1E"/>
                </a:solidFill>
                <a:effectLst/>
                <a:cs typeface="Times New Roman" panose="02020603050405020304" pitchFamily="18" charset="0"/>
              </a:rPr>
              <a:t> Grazie al decoratore @traceable, ogni singola esecuzione della pipeline (</a:t>
            </a:r>
            <a:r>
              <a:rPr lang="it-IT" b="0" i="0" dirty="0" err="1">
                <a:solidFill>
                  <a:srgbClr val="1A1C1E"/>
                </a:solidFill>
                <a:effectLst/>
                <a:cs typeface="Times New Roman" panose="02020603050405020304" pitchFamily="18" charset="0"/>
              </a:rPr>
              <a:t>run_full_analysis_pipeline</a:t>
            </a:r>
            <a:r>
              <a:rPr lang="it-IT" b="0" i="0" dirty="0">
                <a:solidFill>
                  <a:srgbClr val="1A1C1E"/>
                </a:solidFill>
                <a:effectLst/>
                <a:cs typeface="Times New Roman" panose="02020603050405020304" pitchFamily="18" charset="0"/>
              </a:rPr>
              <a:t>) è stata registrata. Questo crea una "traccia" visiva che mostra ogni chiamata agli agenti LLM, ogni funzione di supporto e il flusso dei dati tra di esse.</a:t>
            </a:r>
          </a:p>
          <a:p>
            <a:pPr marL="342900" indent="-342900" algn="l">
              <a:lnSpc>
                <a:spcPts val="1500"/>
              </a:lnSpc>
              <a:spcAft>
                <a:spcPts val="225"/>
              </a:spcAft>
              <a:buFont typeface="+mj-lt"/>
              <a:buAutoNum type="arabicPeriod"/>
            </a:pPr>
            <a:endParaRPr lang="it-IT" b="0" i="0" dirty="0">
              <a:solidFill>
                <a:srgbClr val="1A1C1E"/>
              </a:solidFill>
              <a:effectLst/>
              <a:cs typeface="Times New Roman" panose="02020603050405020304" pitchFamily="18" charset="0"/>
            </a:endParaRPr>
          </a:p>
          <a:p>
            <a:pPr marL="342900" indent="-342900" algn="l">
              <a:lnSpc>
                <a:spcPts val="1500"/>
              </a:lnSpc>
              <a:spcAft>
                <a:spcPts val="225"/>
              </a:spcAft>
              <a:buFont typeface="+mj-lt"/>
              <a:buAutoNum type="arabicPeriod"/>
            </a:pPr>
            <a:r>
              <a:rPr lang="it-IT" b="1" i="0" dirty="0">
                <a:solidFill>
                  <a:srgbClr val="1A1C1E"/>
                </a:solidFill>
                <a:effectLst/>
                <a:cs typeface="Times New Roman" panose="02020603050405020304" pitchFamily="18" charset="0"/>
              </a:rPr>
              <a:t>Debugging e Ottimizzazione</a:t>
            </a:r>
            <a:r>
              <a:rPr lang="it-IT" b="1" dirty="0">
                <a:solidFill>
                  <a:srgbClr val="1A1C1E"/>
                </a:solidFill>
                <a:cs typeface="Times New Roman" panose="02020603050405020304" pitchFamily="18" charset="0"/>
              </a:rPr>
              <a:t>. </a:t>
            </a:r>
            <a:r>
              <a:rPr lang="it-IT" b="0" i="0" dirty="0" err="1">
                <a:solidFill>
                  <a:srgbClr val="1A1C1E"/>
                </a:solidFill>
                <a:effectLst/>
                <a:cs typeface="Times New Roman" panose="02020603050405020304" pitchFamily="18" charset="0"/>
              </a:rPr>
              <a:t>LangSmith</a:t>
            </a:r>
            <a:r>
              <a:rPr lang="it-IT" b="0" i="0" dirty="0">
                <a:solidFill>
                  <a:srgbClr val="1A1C1E"/>
                </a:solidFill>
                <a:effectLst/>
                <a:cs typeface="Times New Roman" panose="02020603050405020304" pitchFamily="18" charset="0"/>
              </a:rPr>
              <a:t> ha permesso di:</a:t>
            </a:r>
          </a:p>
          <a:p>
            <a:pPr marL="742950" lvl="1" indent="-285750" algn="l">
              <a:lnSpc>
                <a:spcPts val="1500"/>
              </a:lnSpc>
              <a:spcAft>
                <a:spcPts val="225"/>
              </a:spcAft>
              <a:buFont typeface="Arial" panose="020B0604020202020204" pitchFamily="34" charset="0"/>
              <a:buChar char="•"/>
            </a:pPr>
            <a:r>
              <a:rPr lang="it-IT" b="1" i="0" dirty="0">
                <a:solidFill>
                  <a:srgbClr val="1A1C1E"/>
                </a:solidFill>
                <a:effectLst/>
                <a:cs typeface="Times New Roman" panose="02020603050405020304" pitchFamily="18" charset="0"/>
              </a:rPr>
              <a:t>Isolare rapidamente gli errori</a:t>
            </a:r>
            <a:r>
              <a:rPr lang="it-IT" b="0" i="0" dirty="0">
                <a:solidFill>
                  <a:srgbClr val="1A1C1E"/>
                </a:solidFill>
                <a:effectLst/>
                <a:cs typeface="Times New Roman" panose="02020603050405020304" pitchFamily="18" charset="0"/>
              </a:rPr>
              <a:t>, distinguendo tra problemi nelle API esterne e logica interna.</a:t>
            </a:r>
          </a:p>
          <a:p>
            <a:pPr marL="742950" lvl="1" indent="-285750" algn="l">
              <a:lnSpc>
                <a:spcPts val="1500"/>
              </a:lnSpc>
              <a:spcAft>
                <a:spcPts val="225"/>
              </a:spcAft>
              <a:buFont typeface="Arial" panose="020B0604020202020204" pitchFamily="34" charset="0"/>
              <a:buChar char="•"/>
            </a:pPr>
            <a:r>
              <a:rPr lang="it-IT" b="1" i="0" dirty="0">
                <a:solidFill>
                  <a:srgbClr val="1A1C1E"/>
                </a:solidFill>
                <a:effectLst/>
                <a:cs typeface="Times New Roman" panose="02020603050405020304" pitchFamily="18" charset="0"/>
              </a:rPr>
              <a:t>Analizzare le performance</a:t>
            </a:r>
            <a:r>
              <a:rPr lang="it-IT" b="0" i="0" dirty="0">
                <a:solidFill>
                  <a:srgbClr val="1A1C1E"/>
                </a:solidFill>
                <a:effectLst/>
                <a:cs typeface="Times New Roman" panose="02020603050405020304" pitchFamily="18" charset="0"/>
              </a:rPr>
              <a:t> di ogni agente, monitorando metriche cruciali come </a:t>
            </a:r>
            <a:r>
              <a:rPr lang="it-IT" b="1" i="0" dirty="0">
                <a:solidFill>
                  <a:srgbClr val="1A1C1E"/>
                </a:solidFill>
                <a:effectLst/>
                <a:cs typeface="Times New Roman" panose="02020603050405020304" pitchFamily="18" charset="0"/>
              </a:rPr>
              <a:t>latenza, costo e consumo di token</a:t>
            </a:r>
            <a:r>
              <a:rPr lang="it-IT" b="0" i="0" dirty="0">
                <a:solidFill>
                  <a:srgbClr val="1A1C1E"/>
                </a:solidFill>
                <a:effectLst/>
                <a:cs typeface="Times New Roman" panose="02020603050405020304" pitchFamily="18" charset="0"/>
              </a:rPr>
              <a:t>.</a:t>
            </a:r>
          </a:p>
          <a:p>
            <a:pPr marL="742950" lvl="1" indent="-285750" algn="l">
              <a:lnSpc>
                <a:spcPts val="1500"/>
              </a:lnSpc>
              <a:spcAft>
                <a:spcPts val="225"/>
              </a:spcAft>
              <a:buFont typeface="Arial" panose="020B0604020202020204" pitchFamily="34" charset="0"/>
              <a:buChar char="•"/>
            </a:pPr>
            <a:endParaRPr lang="it-IT" b="0" i="0" dirty="0">
              <a:solidFill>
                <a:srgbClr val="1A1C1E"/>
              </a:solidFill>
              <a:effectLst/>
              <a:cs typeface="Times New Roman" panose="02020603050405020304" pitchFamily="18" charset="0"/>
            </a:endParaRPr>
          </a:p>
          <a:p>
            <a:pPr marL="342900" indent="-342900" algn="l">
              <a:lnSpc>
                <a:spcPts val="1500"/>
              </a:lnSpc>
              <a:spcAft>
                <a:spcPts val="225"/>
              </a:spcAft>
              <a:buFont typeface="+mj-lt"/>
              <a:buAutoNum type="arabicPeriod"/>
            </a:pPr>
            <a:r>
              <a:rPr lang="it-IT" b="1" i="0" dirty="0">
                <a:solidFill>
                  <a:srgbClr val="1A1C1E"/>
                </a:solidFill>
                <a:effectLst/>
                <a:cs typeface="Times New Roman" panose="02020603050405020304" pitchFamily="18" charset="0"/>
              </a:rPr>
              <a:t>Verificabilità dell’output:</a:t>
            </a:r>
            <a:r>
              <a:rPr lang="it-IT" b="0" i="0" dirty="0">
                <a:solidFill>
                  <a:srgbClr val="1A1C1E"/>
                </a:solidFill>
                <a:effectLst/>
                <a:cs typeface="Times New Roman" panose="02020603050405020304" pitchFamily="18" charset="0"/>
              </a:rPr>
              <a:t> Fornisce una </a:t>
            </a:r>
            <a:r>
              <a:rPr lang="it-IT" b="1" i="0" dirty="0">
                <a:solidFill>
                  <a:srgbClr val="1A1C1E"/>
                </a:solidFill>
                <a:effectLst/>
                <a:cs typeface="Times New Roman" panose="02020603050405020304" pitchFamily="18" charset="0"/>
              </a:rPr>
              <a:t>prova verificabile</a:t>
            </a:r>
            <a:r>
              <a:rPr lang="it-IT" b="0" i="0" dirty="0">
                <a:solidFill>
                  <a:srgbClr val="1A1C1E"/>
                </a:solidFill>
                <a:effectLst/>
                <a:cs typeface="Times New Roman" panose="02020603050405020304" pitchFamily="18" charset="0"/>
              </a:rPr>
              <a:t> di come il sistema arriva a un determinato risultato, rendendolo </a:t>
            </a:r>
            <a:r>
              <a:rPr lang="it-IT" b="0" i="0">
                <a:solidFill>
                  <a:srgbClr val="1A1C1E"/>
                </a:solidFill>
                <a:effectLst/>
                <a:cs typeface="Times New Roman" panose="02020603050405020304" pitchFamily="18" charset="0"/>
              </a:rPr>
              <a:t>consultabile l’output </a:t>
            </a:r>
            <a:r>
              <a:rPr lang="it-IT" b="0" i="0" dirty="0">
                <a:solidFill>
                  <a:srgbClr val="1A1C1E"/>
                </a:solidFill>
                <a:effectLst/>
                <a:cs typeface="Times New Roman" panose="02020603050405020304" pitchFamily="18" charset="0"/>
              </a:rPr>
              <a:t>di ogni funzione tracciata.</a:t>
            </a:r>
          </a:p>
        </p:txBody>
      </p:sp>
    </p:spTree>
    <p:extLst>
      <p:ext uri="{BB962C8B-B14F-4D97-AF65-F5344CB8AC3E}">
        <p14:creationId xmlns:p14="http://schemas.microsoft.com/office/powerpoint/2010/main" val="922336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86CBC-7E8F-DEA9-43EC-63C502C15DE4}"/>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9EDE4857-84DE-1B98-6B60-19B195148A03}"/>
              </a:ext>
            </a:extLst>
          </p:cNvPr>
          <p:cNvSpPr/>
          <p:nvPr/>
        </p:nvSpPr>
        <p:spPr>
          <a:xfrm>
            <a:off x="0" y="0"/>
            <a:ext cx="12191999" cy="6858000"/>
          </a:xfrm>
          <a:prstGeom prst="rect">
            <a:avLst/>
          </a:prstGeom>
          <a:solidFill>
            <a:sysClr val="window" lastClr="FFFFFF">
              <a:alpha val="73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A944E68D-2FB5-ED9F-9215-A849AFDAA61E}"/>
              </a:ext>
            </a:extLst>
          </p:cNvPr>
          <p:cNvSpPr>
            <a:spLocks noGrp="1"/>
          </p:cNvSpPr>
          <p:nvPr/>
        </p:nvSpPr>
        <p:spPr>
          <a:xfrm>
            <a:off x="12156" y="19049"/>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3" name="Title 1">
            <a:extLst>
              <a:ext uri="{FF2B5EF4-FFF2-40B4-BE49-F238E27FC236}">
                <a16:creationId xmlns:a16="http://schemas.microsoft.com/office/drawing/2014/main" id="{96F7FD3D-FBCC-D616-D041-955E74F4CCDE}"/>
              </a:ext>
            </a:extLst>
          </p:cNvPr>
          <p:cNvSpPr>
            <a:spLocks noGrp="1"/>
          </p:cNvSpPr>
          <p:nvPr/>
        </p:nvSpPr>
        <p:spPr>
          <a:xfrm>
            <a:off x="0" y="19048"/>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COS’E’ UN LARGE LANGUAGE MODEL </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(LLM)</a:t>
            </a:r>
          </a:p>
        </p:txBody>
      </p:sp>
      <p:sp>
        <p:nvSpPr>
          <p:cNvPr id="5" name="CasellaDiTesto 4">
            <a:extLst>
              <a:ext uri="{FF2B5EF4-FFF2-40B4-BE49-F238E27FC236}">
                <a16:creationId xmlns:a16="http://schemas.microsoft.com/office/drawing/2014/main" id="{D73291A6-598B-70C5-3310-4FBFC7C3DC54}"/>
              </a:ext>
            </a:extLst>
          </p:cNvPr>
          <p:cNvSpPr txBox="1"/>
          <p:nvPr/>
        </p:nvSpPr>
        <p:spPr>
          <a:xfrm>
            <a:off x="472439" y="1253195"/>
            <a:ext cx="11247120"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just"/>
            <a:r>
              <a:rPr lang="it-IT" dirty="0"/>
              <a:t>Un Large Language Model (LLM), o Modello Linguistico di Grandi Dimensioni, è un tipo avanzato di intelligenza artificiale (IA) progettato per comprendere, generare e interagire con il linguaggio umano. Questi modelli vengono addestrati su enormi quantità di dati testuali, come libri, articoli e siti web, per apprendere le complesse sfumature del linguaggio. </a:t>
            </a:r>
          </a:p>
        </p:txBody>
      </p:sp>
      <p:sp>
        <p:nvSpPr>
          <p:cNvPr id="8" name="CasellaDiTesto 7">
            <a:extLst>
              <a:ext uri="{FF2B5EF4-FFF2-40B4-BE49-F238E27FC236}">
                <a16:creationId xmlns:a16="http://schemas.microsoft.com/office/drawing/2014/main" id="{24AEF1B6-48D4-92CE-A537-EFFE790A8DDC}"/>
              </a:ext>
            </a:extLst>
          </p:cNvPr>
          <p:cNvSpPr txBox="1"/>
          <p:nvPr/>
        </p:nvSpPr>
        <p:spPr>
          <a:xfrm>
            <a:off x="472439" y="3726434"/>
            <a:ext cx="11247120" cy="2308324"/>
          </a:xfrm>
          <a:prstGeom prst="rect">
            <a:avLst/>
          </a:prstGeom>
          <a:noFill/>
        </p:spPr>
        <p:txBody>
          <a:bodyPr wrap="square">
            <a:spAutoFit/>
          </a:bodyPr>
          <a:lstStyle/>
          <a:p>
            <a:pPr marL="285750" lvl="0" indent="-285750">
              <a:buFont typeface="Arial" panose="020B0604020202020204" pitchFamily="34" charset="0"/>
              <a:buChar char="•"/>
            </a:pPr>
            <a:r>
              <a:rPr lang="it-IT" b="1" dirty="0"/>
              <a:t>Architettura Avanzata:</a:t>
            </a:r>
            <a:r>
              <a:rPr lang="it-IT" dirty="0"/>
              <a:t> Gli LLM si basano su complesse reti neurali, in particolare sull'architettura "Transformer", che permette loro di elaborare e comprendere le relazioni contestuali all'interno di un testo. </a:t>
            </a:r>
            <a:endParaRPr lang="en-GB" dirty="0"/>
          </a:p>
          <a:p>
            <a:pPr marL="285750" lvl="0" indent="-285750">
              <a:buFont typeface="Arial" panose="020B0604020202020204" pitchFamily="34" charset="0"/>
              <a:buChar char="•"/>
            </a:pPr>
            <a:r>
              <a:rPr lang="it-IT" b="1" dirty="0"/>
              <a:t>Addestramento su Larga Scala:</a:t>
            </a:r>
            <a:r>
              <a:rPr lang="it-IT" dirty="0"/>
              <a:t> L'aggettivo "grande" si riferisce all'enorme numero di parametri (miliardi) che il modello apprende durante la fase di addestramento e alla vastità dei dati utilizzati. </a:t>
            </a:r>
            <a:endParaRPr lang="en-GB" dirty="0"/>
          </a:p>
          <a:p>
            <a:pPr marL="285750" lvl="0" indent="-285750">
              <a:buFont typeface="Arial" panose="020B0604020202020204" pitchFamily="34" charset="0"/>
              <a:buChar char="•"/>
            </a:pPr>
            <a:r>
              <a:rPr lang="it-IT" b="1" dirty="0"/>
              <a:t>Apprendimento Profondo (Deep Learning):</a:t>
            </a:r>
            <a:r>
              <a:rPr lang="it-IT" dirty="0"/>
              <a:t> Utilizzano tecniche di deep learning per analizzare i dati e imparare a prevedere la parola successiva più probabile in una sequenza. </a:t>
            </a:r>
            <a:endParaRPr lang="en-GB" dirty="0"/>
          </a:p>
          <a:p>
            <a:pPr marL="285750" lvl="0" indent="-285750">
              <a:buFont typeface="Arial" panose="020B0604020202020204" pitchFamily="34" charset="0"/>
              <a:buChar char="•"/>
            </a:pPr>
            <a:r>
              <a:rPr lang="it-IT" b="1" dirty="0"/>
              <a:t>Capacità Generative:</a:t>
            </a:r>
            <a:r>
              <a:rPr lang="it-IT" dirty="0"/>
              <a:t> Sono in grado di generare testo nuovo e coerente in risposta a una richiesta (prompt), rendendoli strumenti di IA generativa. </a:t>
            </a:r>
            <a:endParaRPr lang="en-GB" dirty="0"/>
          </a:p>
        </p:txBody>
      </p:sp>
      <p:sp>
        <p:nvSpPr>
          <p:cNvPr id="9" name="CasellaDiTesto 8">
            <a:extLst>
              <a:ext uri="{FF2B5EF4-FFF2-40B4-BE49-F238E27FC236}">
                <a16:creationId xmlns:a16="http://schemas.microsoft.com/office/drawing/2014/main" id="{FAC8F779-04FC-2CFE-AC6D-BBE2C525B0E8}"/>
              </a:ext>
            </a:extLst>
          </p:cNvPr>
          <p:cNvSpPr txBox="1"/>
          <p:nvPr/>
        </p:nvSpPr>
        <p:spPr>
          <a:xfrm>
            <a:off x="3063532" y="2870787"/>
            <a:ext cx="6064933" cy="369332"/>
          </a:xfrm>
          <a:prstGeom prst="rect">
            <a:avLst/>
          </a:prstGeom>
          <a:solidFill>
            <a:srgbClr val="FFFF00"/>
          </a:solidFill>
          <a:effectLst>
            <a:softEdge rad="127000"/>
          </a:effectLst>
        </p:spPr>
        <p:txBody>
          <a:bodyPr wrap="square">
            <a:spAutoFit/>
          </a:bodyPr>
          <a:lstStyle/>
          <a:p>
            <a:pPr algn="ctr"/>
            <a:r>
              <a:rPr lang="it-IT" b="1" kern="0" dirty="0">
                <a:solidFill>
                  <a:prstClr val="black"/>
                </a:solidFill>
                <a:latin typeface="Calibri" panose="020F0502020204030204" pitchFamily="34" charset="0"/>
                <a:cs typeface="Calibri" panose="020F0502020204030204" pitchFamily="34" charset="0"/>
              </a:rPr>
              <a:t>CARATTERISTICHE PRINCIPALI</a:t>
            </a:r>
          </a:p>
        </p:txBody>
      </p:sp>
    </p:spTree>
    <p:extLst>
      <p:ext uri="{BB962C8B-B14F-4D97-AF65-F5344CB8AC3E}">
        <p14:creationId xmlns:p14="http://schemas.microsoft.com/office/powerpoint/2010/main" val="70215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9A1D9-A9D4-AA9B-68C5-B82AA0E5C8A9}"/>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B28EE37C-6C38-7269-7BBA-5901F999EB4D}"/>
              </a:ext>
            </a:extLst>
          </p:cNvPr>
          <p:cNvSpPr/>
          <p:nvPr/>
        </p:nvSpPr>
        <p:spPr>
          <a:xfrm>
            <a:off x="0" y="0"/>
            <a:ext cx="12191999" cy="6858000"/>
          </a:xfrm>
          <a:prstGeom prst="rect">
            <a:avLst/>
          </a:prstGeom>
          <a:solidFill>
            <a:sysClr val="window" lastClr="FFFFFF">
              <a:alpha val="73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C69B0A94-88D9-5217-00B1-74443441312E}"/>
              </a:ext>
            </a:extLst>
          </p:cNvPr>
          <p:cNvSpPr>
            <a:spLocks noGrp="1"/>
          </p:cNvSpPr>
          <p:nvPr/>
        </p:nvSpPr>
        <p:spPr>
          <a:xfrm>
            <a:off x="12156" y="19049"/>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3" name="Title 1">
            <a:extLst>
              <a:ext uri="{FF2B5EF4-FFF2-40B4-BE49-F238E27FC236}">
                <a16:creationId xmlns:a16="http://schemas.microsoft.com/office/drawing/2014/main" id="{22DB99E5-1E67-8465-13F7-89CD1AB6E112}"/>
              </a:ext>
            </a:extLst>
          </p:cNvPr>
          <p:cNvSpPr>
            <a:spLocks noGrp="1"/>
          </p:cNvSpPr>
          <p:nvPr/>
        </p:nvSpPr>
        <p:spPr>
          <a:xfrm>
            <a:off x="0" y="19048"/>
            <a:ext cx="9055644" cy="82867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CONCETTI CHIAVE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it-IT" sz="2800" b="1" i="0" u="none" strike="noStrike" kern="1200" cap="none" spc="0" normalizeH="0" baseline="0" noProof="0" dirty="0">
                <a:ln>
                  <a:noFill/>
                </a:ln>
                <a:solidFill>
                  <a:prstClr val="black"/>
                </a:solidFill>
                <a:effectLst/>
                <a:uLnTx/>
                <a:uFillTx/>
                <a:latin typeface="Aptos Display" panose="02110004020202020204"/>
                <a:ea typeface="+mj-ea"/>
                <a:cs typeface="+mj-cs"/>
              </a:rPr>
              <a:t>IN AZIONE NEL PROGETTO</a:t>
            </a:r>
          </a:p>
        </p:txBody>
      </p:sp>
      <p:sp>
        <p:nvSpPr>
          <p:cNvPr id="5" name="CasellaDiTesto 4">
            <a:extLst>
              <a:ext uri="{FF2B5EF4-FFF2-40B4-BE49-F238E27FC236}">
                <a16:creationId xmlns:a16="http://schemas.microsoft.com/office/drawing/2014/main" id="{1C73EF29-DC53-2254-2A78-F3CF5E3E0541}"/>
              </a:ext>
            </a:extLst>
          </p:cNvPr>
          <p:cNvSpPr txBox="1"/>
          <p:nvPr/>
        </p:nvSpPr>
        <p:spPr>
          <a:xfrm>
            <a:off x="472439" y="1198603"/>
            <a:ext cx="11247120" cy="507831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just"/>
            <a:endParaRPr lang="it-IT" dirty="0"/>
          </a:p>
          <a:p>
            <a:pPr algn="just"/>
            <a:r>
              <a:rPr lang="it-IT" dirty="0"/>
              <a:t>Ho sfruttato due </a:t>
            </a:r>
            <a:r>
              <a:rPr lang="it-IT"/>
              <a:t>capacità fondamentali </a:t>
            </a:r>
            <a:r>
              <a:rPr lang="it-IT" dirty="0"/>
              <a:t>degli LLM per costruire Career </a:t>
            </a:r>
            <a:r>
              <a:rPr lang="it-IT" dirty="0" err="1"/>
              <a:t>Compass</a:t>
            </a:r>
            <a:r>
              <a:rPr lang="it-IT" dirty="0"/>
              <a:t> AI:</a:t>
            </a:r>
          </a:p>
          <a:p>
            <a:pPr algn="just"/>
            <a:endParaRPr lang="it-IT" dirty="0"/>
          </a:p>
          <a:p>
            <a:pPr marL="342900" indent="-342900">
              <a:buFont typeface="+mj-lt"/>
              <a:buAutoNum type="arabicPeriod"/>
            </a:pPr>
            <a:r>
              <a:rPr lang="it-IT" b="1" dirty="0" err="1">
                <a:latin typeface="Times New Roman" panose="02020603050405020304" pitchFamily="18" charset="0"/>
                <a:cs typeface="Times New Roman" panose="02020603050405020304" pitchFamily="18" charset="0"/>
              </a:rPr>
              <a:t>Few</a:t>
            </a:r>
            <a:r>
              <a:rPr lang="it-IT" b="1" dirty="0">
                <a:latin typeface="Times New Roman" panose="02020603050405020304" pitchFamily="18" charset="0"/>
                <a:cs typeface="Times New Roman" panose="02020603050405020304" pitchFamily="18" charset="0"/>
              </a:rPr>
              <a:t>-Shot Learning </a:t>
            </a:r>
            <a:endParaRPr lang="it-IT"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v"/>
            </a:pPr>
            <a:r>
              <a:rPr lang="it-IT" b="1" dirty="0">
                <a:latin typeface="Times New Roman" panose="02020603050405020304" pitchFamily="18" charset="0"/>
                <a:cs typeface="Times New Roman" panose="02020603050405020304" pitchFamily="18" charset="0"/>
              </a:rPr>
              <a:t>Definizione:</a:t>
            </a:r>
            <a:r>
              <a:rPr lang="it-IT" dirty="0">
                <a:latin typeface="Times New Roman" panose="02020603050405020304" pitchFamily="18" charset="0"/>
                <a:cs typeface="Times New Roman" panose="02020603050405020304" pitchFamily="18" charset="0"/>
              </a:rPr>
              <a:t> La capacità del modello di eseguire un nuovo compito semplicemente osservando alcuni esempi forniti </a:t>
            </a:r>
            <a:r>
              <a:rPr lang="it-IT" b="1" dirty="0">
                <a:latin typeface="Times New Roman" panose="02020603050405020304" pitchFamily="18" charset="0"/>
                <a:cs typeface="Times New Roman" panose="02020603050405020304" pitchFamily="18" charset="0"/>
              </a:rPr>
              <a:t>all'interno del prompt</a:t>
            </a:r>
            <a:r>
              <a:rPr lang="it-IT" dirty="0">
                <a:latin typeface="Times New Roman" panose="02020603050405020304" pitchFamily="18" charset="0"/>
                <a:cs typeface="Times New Roman" panose="02020603050405020304" pitchFamily="18" charset="0"/>
              </a:rPr>
              <a:t>, senza modificare i suoi parametri interni.</a:t>
            </a:r>
          </a:p>
          <a:p>
            <a:pPr marL="742950" lvl="1" indent="-285750">
              <a:buFont typeface="Wingdings" panose="05000000000000000000" pitchFamily="2" charset="2"/>
              <a:buChar char="v"/>
            </a:pPr>
            <a:r>
              <a:rPr lang="it-IT" b="1" dirty="0">
                <a:latin typeface="Times New Roman" panose="02020603050405020304" pitchFamily="18" charset="0"/>
                <a:cs typeface="Times New Roman" panose="02020603050405020304" pitchFamily="18" charset="0"/>
              </a:rPr>
              <a:t>Applicazione nel Progetto:</a:t>
            </a:r>
            <a:r>
              <a:rPr lang="it-IT" dirty="0">
                <a:latin typeface="Times New Roman" panose="02020603050405020304" pitchFamily="18" charset="0"/>
                <a:cs typeface="Times New Roman" panose="02020603050405020304" pitchFamily="18" charset="0"/>
              </a:rPr>
              <a:t> Ha permesso di guidare l'LLM a estrarre competenze, classificare esperienze e generare output in formato JSON strutturato, </a:t>
            </a:r>
            <a:r>
              <a:rPr lang="it-IT" b="1" dirty="0">
                <a:latin typeface="Times New Roman" panose="02020603050405020304" pitchFamily="18" charset="0"/>
                <a:cs typeface="Times New Roman" panose="02020603050405020304" pitchFamily="18" charset="0"/>
              </a:rPr>
              <a:t>eliminando la necessità di costosi processi di addestramento specifici. </a:t>
            </a:r>
          </a:p>
          <a:p>
            <a:endParaRPr lang="it-IT" dirty="0">
              <a:latin typeface="Times New Roman" panose="02020603050405020304" pitchFamily="18" charset="0"/>
              <a:cs typeface="Times New Roman" panose="02020603050405020304" pitchFamily="18" charset="0"/>
            </a:endParaRPr>
          </a:p>
          <a:p>
            <a:pPr marL="342900" indent="-342900">
              <a:buFont typeface="+mj-lt"/>
              <a:buAutoNum type="arabicPeriod" startAt="2"/>
            </a:pPr>
            <a:r>
              <a:rPr lang="it-IT" b="1" dirty="0">
                <a:latin typeface="Times New Roman" panose="02020603050405020304" pitchFamily="18" charset="0"/>
                <a:cs typeface="Times New Roman" panose="02020603050405020304" pitchFamily="18" charset="0"/>
              </a:rPr>
              <a:t>Prompt Engineering:</a:t>
            </a:r>
            <a:endParaRPr lang="it-IT"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v"/>
            </a:pPr>
            <a:r>
              <a:rPr lang="it-IT" b="1" dirty="0">
                <a:latin typeface="Times New Roman" panose="02020603050405020304" pitchFamily="18" charset="0"/>
                <a:cs typeface="Times New Roman" panose="02020603050405020304" pitchFamily="18" charset="0"/>
              </a:rPr>
              <a:t>Definizione:</a:t>
            </a:r>
            <a:r>
              <a:rPr lang="it-IT" dirty="0">
                <a:latin typeface="Times New Roman" panose="02020603050405020304" pitchFamily="18" charset="0"/>
                <a:cs typeface="Times New Roman" panose="02020603050405020304" pitchFamily="18" charset="0"/>
              </a:rPr>
              <a:t> L'arte e la scienza di </a:t>
            </a:r>
            <a:r>
              <a:rPr lang="it-IT" b="1" dirty="0">
                <a:latin typeface="Times New Roman" panose="02020603050405020304" pitchFamily="18" charset="0"/>
                <a:cs typeface="Times New Roman" panose="02020603050405020304" pitchFamily="18" charset="0"/>
              </a:rPr>
              <a:t>progettare istruzioni testuali (prompt)</a:t>
            </a:r>
            <a:r>
              <a:rPr lang="it-IT" dirty="0">
                <a:latin typeface="Times New Roman" panose="02020603050405020304" pitchFamily="18" charset="0"/>
                <a:cs typeface="Times New Roman" panose="02020603050405020304" pitchFamily="18" charset="0"/>
              </a:rPr>
              <a:t> chiare e strutturate per guidare il comportamento del modello.</a:t>
            </a:r>
          </a:p>
          <a:p>
            <a:pPr marL="742950" lvl="1" indent="-285750">
              <a:buFont typeface="Wingdings" panose="05000000000000000000" pitchFamily="2" charset="2"/>
              <a:buChar char="v"/>
            </a:pPr>
            <a:r>
              <a:rPr lang="it-IT" b="1" dirty="0">
                <a:latin typeface="Times New Roman" panose="02020603050405020304" pitchFamily="18" charset="0"/>
                <a:cs typeface="Times New Roman" panose="02020603050405020304" pitchFamily="18" charset="0"/>
              </a:rPr>
              <a:t>Applicazione nel Progetto:</a:t>
            </a:r>
            <a:r>
              <a:rPr lang="it-IT" dirty="0">
                <a:latin typeface="Times New Roman" panose="02020603050405020304" pitchFamily="18" charset="0"/>
                <a:cs typeface="Times New Roman" panose="02020603050405020304" pitchFamily="18" charset="0"/>
              </a:rPr>
              <a:t> È stato lo strumento principale per </a:t>
            </a:r>
            <a:r>
              <a:rPr lang="it-IT" b="1" dirty="0">
                <a:latin typeface="Times New Roman" panose="02020603050405020304" pitchFamily="18" charset="0"/>
                <a:cs typeface="Times New Roman" panose="02020603050405020304" pitchFamily="18" charset="0"/>
              </a:rPr>
              <a:t>specializzare il modello generico</a:t>
            </a:r>
            <a:r>
              <a:rPr lang="it-IT" dirty="0">
                <a:latin typeface="Times New Roman" panose="02020603050405020304" pitchFamily="18" charset="0"/>
                <a:cs typeface="Times New Roman" panose="02020603050405020304" pitchFamily="18" charset="0"/>
              </a:rPr>
              <a:t>, assegnandogli ruoli specifici (Traduttore, Consulente, Revisore Etico) e vincolandolo a regole di imparzialità.</a:t>
            </a:r>
          </a:p>
          <a:p>
            <a:pPr marL="742950" lvl="1" indent="-285750">
              <a:buFont typeface="Wingdings" panose="05000000000000000000" pitchFamily="2" charset="2"/>
              <a:buChar char="v"/>
            </a:pPr>
            <a:r>
              <a:rPr lang="it-IT" b="1" dirty="0">
                <a:latin typeface="Times New Roman" panose="02020603050405020304" pitchFamily="18" charset="0"/>
                <a:cs typeface="Times New Roman" panose="02020603050405020304" pitchFamily="18" charset="0"/>
              </a:rPr>
              <a:t>Attenzione:</a:t>
            </a:r>
            <a:r>
              <a:rPr lang="it-IT" dirty="0">
                <a:latin typeface="Times New Roman" panose="02020603050405020304" pitchFamily="18" charset="0"/>
                <a:cs typeface="Times New Roman" panose="02020603050405020304" pitchFamily="18" charset="0"/>
              </a:rPr>
              <a:t> Questa potenza introduce rischi significativi di </a:t>
            </a:r>
            <a:r>
              <a:rPr lang="it-IT" b="1" dirty="0" err="1">
                <a:latin typeface="Times New Roman" panose="02020603050405020304" pitchFamily="18" charset="0"/>
                <a:cs typeface="Times New Roman" panose="02020603050405020304" pitchFamily="18" charset="0"/>
              </a:rPr>
              <a:t>bias</a:t>
            </a:r>
            <a:r>
              <a:rPr lang="it-IT" dirty="0">
                <a:latin typeface="Times New Roman" panose="02020603050405020304" pitchFamily="18" charset="0"/>
                <a:cs typeface="Times New Roman" panose="02020603050405020304" pitchFamily="18" charset="0"/>
              </a:rPr>
              <a:t> e </a:t>
            </a:r>
            <a:r>
              <a:rPr lang="it-IT" b="1" dirty="0">
                <a:latin typeface="Times New Roman" panose="02020603050405020304" pitchFamily="18" charset="0"/>
                <a:cs typeface="Times New Roman" panose="02020603050405020304" pitchFamily="18" charset="0"/>
              </a:rPr>
              <a:t>opacità</a:t>
            </a:r>
            <a:r>
              <a:rPr lang="it-IT" dirty="0">
                <a:latin typeface="Times New Roman" panose="02020603050405020304" pitchFamily="18" charset="0"/>
                <a:cs typeface="Times New Roman" panose="02020603050405020304" pitchFamily="18" charset="0"/>
              </a:rPr>
              <a:t>, che hanno aperto la strada a una naturale evoluzione verso l'adozione di un approccio </a:t>
            </a:r>
            <a:r>
              <a:rPr lang="it-IT" b="1" dirty="0">
                <a:latin typeface="Times New Roman" panose="02020603050405020304" pitchFamily="18" charset="0"/>
                <a:cs typeface="Times New Roman" panose="02020603050405020304" pitchFamily="18" charset="0"/>
              </a:rPr>
              <a:t>Responsible AI</a:t>
            </a:r>
            <a:r>
              <a:rPr lang="it-IT"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v"/>
            </a:pPr>
            <a:endParaRPr lang="it-I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495354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resentationGO">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469_T_PGO_Studio-Light.pptx" id="{82BFC5A4-5E12-40F7-B4E4-C1182B343EC8}" vid="{52D6B2DB-5B61-4FD0-801A-959B8DF82D3E}"/>
    </a:ext>
  </a:extLst>
</a:theme>
</file>

<file path=ppt/theme/theme3.xml><?xml version="1.0" encoding="utf-8"?>
<a:theme xmlns:a="http://schemas.openxmlformats.org/drawingml/2006/main" name="1_PresentationGO">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397_T_PGO_FinTech-Network.pptx" id="{45ABD43C-B260-4A30-9C33-5982C3495435}" vid="{B3D2995F-3BAB-48B3-A566-C09FD9B124F7}"/>
    </a:ext>
  </a:extLst>
</a:theme>
</file>

<file path=ppt/theme/theme4.xml><?xml version="1.0" encoding="utf-8"?>
<a:theme xmlns:a="http://schemas.openxmlformats.org/drawingml/2006/main" name="2_PresentationGO">
  <a:themeElements>
    <a:clrScheme name="PGO - AI Robotics">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537_T_PGO_AI-Robotics.pptx" id="{032EBB03-DE7A-4655-B5E9-E3A33FD15ED5}" vid="{78F63A8D-9DB8-48F3-9349-5F92022C0C16}"/>
    </a:ext>
  </a:ext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61de76f-3d5c-4174-917c-5ad4d06360cb}" enabled="0" method="" siteId="{761de76f-3d5c-4174-917c-5ad4d06360cb}" removed="1"/>
  <clbl:label id="{bb1a63eb-eb09-471a-a005-37b07792a5b5}" enabled="0" method="" siteId="{bb1a63eb-eb09-471a-a005-37b07792a5b5}" removed="1"/>
</clbl:labelList>
</file>

<file path=docProps/app.xml><?xml version="1.0" encoding="utf-8"?>
<Properties xmlns="http://schemas.openxmlformats.org/officeDocument/2006/extended-properties" xmlns:vt="http://schemas.openxmlformats.org/officeDocument/2006/docPropsVTypes">
  <TotalTime>1831</TotalTime>
  <Words>2215</Words>
  <Application>Microsoft Office PowerPoint</Application>
  <PresentationFormat>Widescreen</PresentationFormat>
  <Paragraphs>214</Paragraphs>
  <Slides>19</Slides>
  <Notes>11</Notes>
  <HiddenSlides>0</HiddenSlides>
  <MMClips>0</MMClips>
  <ScaleCrop>false</ScaleCrop>
  <HeadingPairs>
    <vt:vector size="6" baseType="variant">
      <vt:variant>
        <vt:lpstr>Caratteri utilizzati</vt:lpstr>
      </vt:variant>
      <vt:variant>
        <vt:i4>10</vt:i4>
      </vt:variant>
      <vt:variant>
        <vt:lpstr>Tema</vt:lpstr>
      </vt:variant>
      <vt:variant>
        <vt:i4>4</vt:i4>
      </vt:variant>
      <vt:variant>
        <vt:lpstr>Titoli diapositive</vt:lpstr>
      </vt:variant>
      <vt:variant>
        <vt:i4>19</vt:i4>
      </vt:variant>
    </vt:vector>
  </HeadingPairs>
  <TitlesOfParts>
    <vt:vector size="33" baseType="lpstr">
      <vt:lpstr>Aptos</vt:lpstr>
      <vt:lpstr>Aptos Display</vt:lpstr>
      <vt:lpstr>Arial</vt:lpstr>
      <vt:lpstr>Calibri</vt:lpstr>
      <vt:lpstr>Calibri Light</vt:lpstr>
      <vt:lpstr>Ink Free</vt:lpstr>
      <vt:lpstr>Lato</vt:lpstr>
      <vt:lpstr>Lato Light</vt:lpstr>
      <vt:lpstr>Times New Roman</vt:lpstr>
      <vt:lpstr>Wingdings</vt:lpstr>
      <vt:lpstr>Tema di Office</vt:lpstr>
      <vt:lpstr>PresentationGO</vt:lpstr>
      <vt:lpstr>1_PresentationGO</vt:lpstr>
      <vt:lpstr>2_PresentationGO</vt:lpstr>
      <vt:lpstr>Presentazione standard di PowerPoint</vt:lpstr>
      <vt:lpstr>Career Compass AI</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Poste Italiane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MATTIELLO ELISA (DTO)</dc:creator>
  <cp:lastModifiedBy>Baragona, Alessandro (Bip Group)</cp:lastModifiedBy>
  <cp:revision>3</cp:revision>
  <dcterms:created xsi:type="dcterms:W3CDTF">2025-10-24T07:54:09Z</dcterms:created>
  <dcterms:modified xsi:type="dcterms:W3CDTF">2025-11-06T18:28:53Z</dcterms:modified>
</cp:coreProperties>
</file>